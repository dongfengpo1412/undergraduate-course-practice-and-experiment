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7" d="100"/>
          <a:sy n="97" d="100"/>
        </p:scale>
        <p:origin x="2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D5A40-78AA-3255-E6AD-AF479472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5AD1FD-B49C-06C4-8177-5AEE5438A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218DC-301F-E6C6-F814-3207DC58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CB7A3-0C9F-A42C-6D39-B3FA0591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5D8167-2104-A093-9F10-9F6C31DC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74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B3FBE-7C55-4521-8C49-F42A39AC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3AFC2A-1B90-07A5-0274-3CE598A9C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3FC63F-483F-7CCF-2C39-8BF970F7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3DEC24-E2A9-2E1A-6A47-D5FE0287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558669-7509-839C-8B44-3F4A9146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66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57E5E-0D7E-BA7E-5533-4D6718DC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079884-49CC-2701-794B-21EB46E25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58BF50-C1C9-5B80-1D42-2E6BF64B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FAE57-E7E1-961E-11B9-4D77556AB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6784E-95D3-D182-4767-F3646039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27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AA473-87B0-50D4-D81C-1731F6F8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E73214-371B-9E14-36B9-8B1264D60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B25CE0-65A1-FA7E-FAD1-7DA34A64D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F9C7ED-F7BB-9937-CDCC-1813D74DD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85A4E7-1BA2-B13C-FF49-6ABA625A4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D79693-9722-0AEE-70A3-DF9D06AB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380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CDCA3-776D-0F6A-FF35-E283AECB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92987F-B5A0-57DA-310A-0B9BA35C1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958453-E31F-B3DA-050F-8765FD3E1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32F652-B93E-FB58-C268-F90E3F918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157798-2E0D-7A74-27D5-403C1D1ED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EBBB71-220A-1891-6DCE-C2207091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785FF4-879E-FE05-923D-C1DF4084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010FB7-BA35-D07E-37F1-925B21D1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63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01AD6-6A89-4266-2E20-13D14A8C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CEE1A7-5E2D-4544-40A5-AABD7C91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93D009-C932-FC83-2B38-4F06259F2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ED3628-287C-F2B5-4F22-9C20F5E3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032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0B4C82-7EC6-DD44-F334-5C7E17A6D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257DAA-30D3-085B-775E-7F9336EC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E2E009-B0A6-F4F2-7B1F-165F2818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322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2B595A-DFBA-F3B4-5FAA-6B2124FE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35C46D-FB82-39BC-3BBB-48181BA8F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8B21E5-08C3-0FC6-9F4F-B0B01273F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5265FF-B411-0CEB-146F-0BD3524D3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E75449-9C8D-2034-2D29-DEED3A60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DD3B59-84DD-8E00-DE02-553448DE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288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ACB9C-6C2E-8890-20EB-1CB09BD53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B4C74D-925A-65F5-CBA2-AEB42A821A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3F6157-8C9C-37B9-F449-F164E1EC5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E572E3-7D27-520B-F50C-E964831C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ADCD86-9925-DCF5-4764-1946437ED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C5EB47-222A-EA5C-DD34-65513BC9A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004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C7C796-BE76-9339-8D72-52681DED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1DFE20-AB5C-6CEF-7105-110A5827E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B32F90-CDF0-E245-B860-41B398CF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639E62-5578-F4E4-41DF-CCCBF59A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78240-1BA7-230C-73AF-57300FA8F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83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DDA425-C70D-362B-4352-30C59C2EE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A95CEB-E42E-A3DC-37FF-8123B3644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D12515-E800-618C-1501-D95296BC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0160DB-FDFC-5A22-B538-6ADCBFAC2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33E36C-AFB0-5065-C10E-0E13EDCF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19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3A59DD-8E4B-D6FF-ACB0-967DB02C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A0592F-5302-CF65-6ADA-58937D55D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66AA56-ABD3-DDA9-2699-EDBF552A4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58D-ED55-41EA-B4BD-E3E8A42C874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6B557-048F-F9A7-ECD0-8819FABEB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57928-B5C6-8CB1-8A85-597667FB5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C9046-8F1D-4455-8011-683D978C2E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99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A0A70F8-BF02-5DE2-821A-C265C7515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541" y="497527"/>
            <a:ext cx="3583287" cy="26867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4EB3AFD-5DA8-DD80-8C3E-D3545B007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86" y="456924"/>
            <a:ext cx="3690565" cy="276792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8C4C572-40E0-E7F5-4072-11D1A9791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415" y="3572330"/>
            <a:ext cx="3583289" cy="268671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8A29F48-7232-8127-1AA5-23AD89B06B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790" y="488780"/>
            <a:ext cx="3476165" cy="260639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8A67246-F94B-D6D4-FA66-C79F95B745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33" y="3572331"/>
            <a:ext cx="3583287" cy="268671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3A9ED13-0F0D-FC6B-6591-DBFECB1713DB}"/>
              </a:ext>
            </a:extLst>
          </p:cNvPr>
          <p:cNvSpPr txBox="1"/>
          <p:nvPr/>
        </p:nvSpPr>
        <p:spPr>
          <a:xfrm>
            <a:off x="9850645" y="4915688"/>
            <a:ext cx="1155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田峻硕</a:t>
            </a:r>
          </a:p>
        </p:txBody>
      </p:sp>
    </p:spTree>
    <p:extLst>
      <p:ext uri="{BB962C8B-B14F-4D97-AF65-F5344CB8AC3E}">
        <p14:creationId xmlns:p14="http://schemas.microsoft.com/office/powerpoint/2010/main" val="2381740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DC510-1087-5A4B-F146-FB3248B2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C1582C4-D7EF-ED42-998B-7EBE3E61E71F}"/>
              </a:ext>
            </a:extLst>
          </p:cNvPr>
          <p:cNvSpPr txBox="1"/>
          <p:nvPr/>
        </p:nvSpPr>
        <p:spPr>
          <a:xfrm>
            <a:off x="4631960" y="211545"/>
            <a:ext cx="880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李帆章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7775E9-94C1-2CF1-087B-F5733F9A9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6051" y="861248"/>
            <a:ext cx="2530609" cy="337508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DA36DAC-EE3B-3309-AE44-50BD0441D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398" y="968535"/>
            <a:ext cx="2776347" cy="361916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2D4CA7E-7F19-9BAC-CF6C-00E954A6B860}"/>
              </a:ext>
            </a:extLst>
          </p:cNvPr>
          <p:cNvSpPr txBox="1"/>
          <p:nvPr/>
        </p:nvSpPr>
        <p:spPr>
          <a:xfrm>
            <a:off x="9944241" y="279637"/>
            <a:ext cx="221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杜剑豪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40D5744-D81C-4CBE-FE48-9AEE14AF6A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40" y="641590"/>
            <a:ext cx="2860803" cy="38144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078BA50-79E0-ED9B-5416-540F6D363F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9582" y="861248"/>
            <a:ext cx="2553745" cy="553244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FF50B1C-7978-EE3B-9B10-6081A1B81C86}"/>
              </a:ext>
            </a:extLst>
          </p:cNvPr>
          <p:cNvSpPr txBox="1"/>
          <p:nvPr/>
        </p:nvSpPr>
        <p:spPr>
          <a:xfrm>
            <a:off x="7579433" y="432037"/>
            <a:ext cx="221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刘超然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2460CF-57BF-3AF6-F10B-BEAF74668C7A}"/>
              </a:ext>
            </a:extLst>
          </p:cNvPr>
          <p:cNvSpPr txBox="1"/>
          <p:nvPr/>
        </p:nvSpPr>
        <p:spPr>
          <a:xfrm>
            <a:off x="1388120" y="211545"/>
            <a:ext cx="2210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孙龙</a:t>
            </a:r>
          </a:p>
        </p:txBody>
      </p:sp>
    </p:spTree>
    <p:extLst>
      <p:ext uri="{BB962C8B-B14F-4D97-AF65-F5344CB8AC3E}">
        <p14:creationId xmlns:p14="http://schemas.microsoft.com/office/powerpoint/2010/main" val="403996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A8892EE-1F0D-0F3D-44F3-61EA388F5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25" y="1347382"/>
            <a:ext cx="4972753" cy="41632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BB5C981-3C2B-29B8-7CCC-9BD733EC30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052" y="1347382"/>
            <a:ext cx="4972753" cy="416323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59049E1-EF65-73FC-425E-6AAD666902ED}"/>
              </a:ext>
            </a:extLst>
          </p:cNvPr>
          <p:cNvSpPr txBox="1"/>
          <p:nvPr/>
        </p:nvSpPr>
        <p:spPr>
          <a:xfrm>
            <a:off x="2611632" y="5762693"/>
            <a:ext cx="973605" cy="36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掩膜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11B944A-AF4F-A180-5729-4866DCCC7852}"/>
              </a:ext>
            </a:extLst>
          </p:cNvPr>
          <p:cNvSpPr txBox="1"/>
          <p:nvPr/>
        </p:nvSpPr>
        <p:spPr>
          <a:xfrm>
            <a:off x="8606763" y="5671691"/>
            <a:ext cx="1293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修复图像</a:t>
            </a:r>
          </a:p>
        </p:txBody>
      </p:sp>
    </p:spTree>
    <p:extLst>
      <p:ext uri="{BB962C8B-B14F-4D97-AF65-F5344CB8AC3E}">
        <p14:creationId xmlns:p14="http://schemas.microsoft.com/office/powerpoint/2010/main" val="2886719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峻硕 田</dc:creator>
  <cp:lastModifiedBy>峻硕 田</cp:lastModifiedBy>
  <cp:revision>6</cp:revision>
  <dcterms:created xsi:type="dcterms:W3CDTF">2026-03-17T03:22:41Z</dcterms:created>
  <dcterms:modified xsi:type="dcterms:W3CDTF">2026-03-17T03:58:01Z</dcterms:modified>
</cp:coreProperties>
</file>
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384" r:id="rId3"/>
    <p:sldId id="385" r:id="rId4"/>
    <p:sldId id="386" r:id="rId5"/>
  </p:sldIdLst>
  <p:sldSz cx="9144000" cy="6858000" type="screen4x3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266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3" d="100"/>
          <a:sy n="63" d="100"/>
        </p:scale>
        <p:origin x="3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A1E1F-602C-4D28-88A4-9D6125A3C4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3463B-C3F2-4969-A8E4-4B9940102D7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21190" y="279573"/>
            <a:ext cx="7488832" cy="1371600"/>
          </a:xfrm>
        </p:spPr>
        <p:txBody>
          <a:bodyPr/>
          <a:lstStyle/>
          <a:p>
            <a:r>
              <a:rPr lang="zh-CN" altLang="en-US" dirty="0"/>
              <a:t>大作业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br>
              <a:rPr lang="en-US" altLang="zh-CN" dirty="0"/>
            </a:br>
            <a:r>
              <a:rPr lang="zh-CN" altLang="en-US" dirty="0"/>
              <a:t>二维正态分布贝叶斯决策面可视化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79512" y="2204864"/>
            <a:ext cx="9299376" cy="4373563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任务</a:t>
            </a:r>
            <a:r>
              <a:rPr lang="en-US" altLang="zh-CN" dirty="0"/>
              <a:t>1</a:t>
            </a:r>
            <a:r>
              <a:rPr lang="zh-CN" altLang="en-US" dirty="0"/>
              <a:t>：设计两类二维正态分布样本，决策面为</a:t>
            </a:r>
            <a:r>
              <a:rPr lang="zh-CN" altLang="en-US" dirty="0">
                <a:solidFill>
                  <a:srgbClr val="FF0000"/>
                </a:solidFill>
              </a:rPr>
              <a:t>线性</a:t>
            </a:r>
            <a:endParaRPr lang="en-US" altLang="zh-CN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：设计两类二维正态分布样本，决策面为</a:t>
            </a:r>
            <a:r>
              <a:rPr lang="zh-CN" altLang="en-US" dirty="0">
                <a:solidFill>
                  <a:srgbClr val="FF0000"/>
                </a:solidFill>
              </a:rPr>
              <a:t>非线性</a:t>
            </a:r>
            <a:endParaRPr lang="en-US" altLang="zh-CN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</a:rPr>
              <a:t>任务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必做题，任务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加分题</a:t>
            </a:r>
            <a:endParaRPr lang="en-US" altLang="zh-CN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自行组队：</a:t>
            </a:r>
            <a:r>
              <a:rPr lang="en-US" altLang="zh-CN" dirty="0"/>
              <a:t>2-3</a:t>
            </a:r>
            <a:r>
              <a:rPr lang="zh-CN" altLang="en-US" dirty="0"/>
              <a:t>人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时间节点：</a:t>
            </a:r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月</a:t>
            </a:r>
            <a:r>
              <a:rPr lang="en-US" altLang="zh-CN" dirty="0">
                <a:solidFill>
                  <a:srgbClr val="FF0000"/>
                </a:solidFill>
              </a:rPr>
              <a:t>22</a:t>
            </a:r>
            <a:r>
              <a:rPr lang="zh-CN" altLang="en-US" dirty="0">
                <a:solidFill>
                  <a:srgbClr val="FF0000"/>
                </a:solidFill>
              </a:rPr>
              <a:t>日</a:t>
            </a:r>
            <a:r>
              <a:rPr lang="en-US" altLang="zh-CN" dirty="0">
                <a:solidFill>
                  <a:srgbClr val="FF0000"/>
                </a:solidFill>
              </a:rPr>
              <a:t>24:00</a:t>
            </a:r>
            <a:r>
              <a:rPr lang="zh-CN" altLang="en-US" dirty="0">
                <a:solidFill>
                  <a:srgbClr val="FF0000"/>
                </a:solidFill>
              </a:rPr>
              <a:t>前  </a:t>
            </a:r>
            <a:r>
              <a:rPr lang="zh-CN" altLang="en-US" dirty="0"/>
              <a:t>过时不候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提交内容：</a:t>
            </a:r>
            <a:r>
              <a:rPr lang="zh-CN" altLang="en-US" u="sng" dirty="0"/>
              <a:t>程序内容以及方案和结果</a:t>
            </a:r>
            <a:r>
              <a:rPr lang="en-US" altLang="zh-CN" u="sng" dirty="0"/>
              <a:t>(</a:t>
            </a:r>
            <a:r>
              <a:rPr lang="zh-CN" altLang="en-US" u="sng" dirty="0"/>
              <a:t>用</a:t>
            </a:r>
            <a:r>
              <a:rPr lang="en-US" altLang="zh-CN" u="sng" dirty="0" err="1"/>
              <a:t>ppt</a:t>
            </a:r>
            <a:r>
              <a:rPr lang="zh-CN" altLang="en-US" u="sng" dirty="0"/>
              <a:t>的形式</a:t>
            </a:r>
            <a:r>
              <a:rPr lang="en-US" altLang="zh-CN" u="sng" dirty="0"/>
              <a:t>)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提交方式：</a:t>
            </a:r>
            <a:r>
              <a:rPr lang="zh-CN" altLang="en-US" dirty="0">
                <a:solidFill>
                  <a:srgbClr val="FF0000"/>
                </a:solidFill>
              </a:rPr>
              <a:t>打包文件夹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姓名来命名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zh-CN" altLang="en-US" dirty="0"/>
              <a:t>发送到</a:t>
            </a:r>
            <a:r>
              <a:rPr lang="en-US" altLang="zh-CN" dirty="0"/>
              <a:t>2269025044</a:t>
            </a:r>
            <a:r>
              <a:rPr lang="en-US" altLang="zh-CN" dirty="0"/>
              <a:t>@qq.com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选出</a:t>
            </a:r>
            <a:r>
              <a:rPr lang="en-US" altLang="zh-CN" dirty="0"/>
              <a:t>2-3</a:t>
            </a:r>
            <a:r>
              <a:rPr lang="zh-CN" altLang="en-US" dirty="0"/>
              <a:t>组做的比较好的同学在后续课堂上做</a:t>
            </a:r>
            <a:r>
              <a:rPr lang="en-US" altLang="zh-CN" dirty="0"/>
              <a:t>presentation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8364" y="4804"/>
            <a:ext cx="1635662" cy="22523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23528" y="-243408"/>
            <a:ext cx="8551296" cy="137160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任务</a:t>
            </a:r>
            <a:r>
              <a:rPr lang="en-US" altLang="zh-CN" sz="2800" dirty="0"/>
              <a:t>1</a:t>
            </a:r>
            <a:r>
              <a:rPr lang="zh-CN" altLang="en-US" sz="2800" dirty="0"/>
              <a:t>：设计两类二维正态分布样本，决策面为</a:t>
            </a:r>
            <a:r>
              <a:rPr lang="zh-CN" altLang="en-US" sz="2800" dirty="0">
                <a:solidFill>
                  <a:srgbClr val="00B050"/>
                </a:solidFill>
              </a:rPr>
              <a:t>线性</a:t>
            </a:r>
            <a:endParaRPr lang="en-US" altLang="zh-CN" sz="2800" dirty="0">
              <a:solidFill>
                <a:srgbClr val="00B05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3528" y="1700808"/>
            <a:ext cx="8529241" cy="389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B050"/>
                </a:solidFill>
              </a:rPr>
              <a:t>已知</a:t>
            </a:r>
            <a:r>
              <a:rPr lang="zh-CN" altLang="en-US" sz="2400" dirty="0"/>
              <a:t>：来自于两类的随机数样本，等先验概率，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           </a:t>
            </a:r>
            <a:r>
              <a:rPr lang="zh-CN" altLang="en-US" sz="2400" dirty="0"/>
              <a:t>分别满足二维正态分布，协方差分别满足下列两种情况：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B050"/>
                </a:solidFill>
              </a:rPr>
              <a:t>要求</a:t>
            </a:r>
            <a:r>
              <a:rPr lang="zh-CN" altLang="en-US" sz="2400" dirty="0"/>
              <a:t>：针对上述两种情况，分别画出样本集</a:t>
            </a:r>
            <a:r>
              <a:rPr lang="en-US" altLang="zh-CN" sz="2400" dirty="0"/>
              <a:t>(</a:t>
            </a:r>
            <a:r>
              <a:rPr lang="zh-CN" altLang="en-US" sz="2400" dirty="0"/>
              <a:t>注意区分</a:t>
            </a:r>
            <a:r>
              <a:rPr lang="en-US" altLang="zh-CN" sz="2400" dirty="0"/>
              <a:t>)</a:t>
            </a:r>
            <a:r>
              <a:rPr lang="zh-CN" altLang="en-US" sz="2400" dirty="0"/>
              <a:t>、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           </a:t>
            </a:r>
            <a:r>
              <a:rPr lang="zh-CN" altLang="en-US" sz="2400" dirty="0"/>
              <a:t>等密度点轨迹以及分类面</a:t>
            </a:r>
            <a:endParaRPr lang="en-US" altLang="zh-CN" sz="2400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852713" y="3202596"/>
          <a:ext cx="1628802" cy="658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18" name="Equation" r:id="rId1" imgW="14325600" imgH="5791200" progId="Equation.DSMT4">
                  <p:embed/>
                </p:oleObj>
              </mc:Choice>
              <mc:Fallback>
                <p:oleObj name="Equation" r:id="rId1" imgW="14325600" imgH="5791200" progId="Equation.DSMT4">
                  <p:embed/>
                  <p:pic>
                    <p:nvPicPr>
                      <p:cNvPr id="0" name="对象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52713" y="3202596"/>
                        <a:ext cx="1628802" cy="6584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163071" y="3215863"/>
          <a:ext cx="1258788" cy="645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19" name="Equation" r:id="rId3" imgW="10668000" imgH="5486400" progId="Equation.DSMT4">
                  <p:embed/>
                </p:oleObj>
              </mc:Choice>
              <mc:Fallback>
                <p:oleObj name="Equation" r:id="rId3" imgW="10668000" imgH="5486400" progId="Equation.DSMT4">
                  <p:embed/>
                  <p:pic>
                    <p:nvPicPr>
                      <p:cNvPr id="0" name="对象 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3071" y="3215863"/>
                        <a:ext cx="1258788" cy="6451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323528" y="1111160"/>
            <a:ext cx="8551296" cy="1371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/>
              <a:t>任务</a:t>
            </a:r>
            <a:r>
              <a:rPr lang="en-US" altLang="zh-CN" sz="2800" dirty="0"/>
              <a:t>2</a:t>
            </a:r>
            <a:r>
              <a:rPr lang="zh-CN" altLang="en-US" sz="2800" dirty="0"/>
              <a:t>：设计两类二维正态分布样本，决策面为</a:t>
            </a:r>
            <a:r>
              <a:rPr lang="zh-CN" altLang="en-US" sz="2800" dirty="0">
                <a:solidFill>
                  <a:srgbClr val="00B050"/>
                </a:solidFill>
              </a:rPr>
              <a:t>非线性</a:t>
            </a:r>
            <a:endParaRPr lang="en-US" altLang="zh-CN" sz="2800" dirty="0">
              <a:solidFill>
                <a:srgbClr val="00B05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3528" y="2482760"/>
            <a:ext cx="85292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B050"/>
                </a:solidFill>
              </a:rPr>
              <a:t>已知</a:t>
            </a:r>
            <a:r>
              <a:rPr lang="zh-CN" altLang="en-US" sz="2400" dirty="0"/>
              <a:t>：来自于两类的随机数样本，等先验概率，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           </a:t>
            </a:r>
            <a:r>
              <a:rPr lang="zh-CN" altLang="en-US" sz="2400" dirty="0"/>
              <a:t>分别满足二维正态分布，两类协方差不相等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B050"/>
                </a:solidFill>
              </a:rPr>
              <a:t>要求</a:t>
            </a:r>
            <a:r>
              <a:rPr lang="zh-CN" altLang="en-US" sz="2400" dirty="0"/>
              <a:t>：画出样本集</a:t>
            </a:r>
            <a:r>
              <a:rPr lang="en-US" altLang="zh-CN" sz="2400" dirty="0"/>
              <a:t>(</a:t>
            </a:r>
            <a:r>
              <a:rPr lang="zh-CN" altLang="en-US" sz="2400" dirty="0"/>
              <a:t>注意区分</a:t>
            </a:r>
            <a:r>
              <a:rPr lang="en-US" altLang="zh-CN" sz="2400" dirty="0"/>
              <a:t>)</a:t>
            </a:r>
            <a:r>
              <a:rPr lang="zh-CN" altLang="en-US" sz="2400" dirty="0"/>
              <a:t>、等密度点轨迹以及分类面</a:t>
            </a:r>
            <a:endParaRPr lang="en-US" altLang="zh-CN" sz="2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TY2NzkxOGJjNGFkNzFiZWJmMTE5NTMyNGI3ZDNjZGQ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基本">
  <a:themeElements>
    <a:clrScheme name="基本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0</TotalTime>
  <Words>436</Words>
  <Application>WPS 演示</Application>
  <PresentationFormat>全屏显示(4:3)</PresentationFormat>
  <Paragraphs>28</Paragraphs>
  <Slides>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Arial Black</vt:lpstr>
      <vt:lpstr>黑体</vt:lpstr>
      <vt:lpstr>Arial Unicode MS</vt:lpstr>
      <vt:lpstr>Calibri</vt:lpstr>
      <vt:lpstr>基本</vt:lpstr>
      <vt:lpstr>Equation.DSMT4</vt:lpstr>
      <vt:lpstr>Equation.DSMT4</vt:lpstr>
      <vt:lpstr>大作业1： 二维正态分布贝叶斯决策面可视化</vt:lpstr>
      <vt:lpstr>任务1：设计两类二维正态分布样本，决策面为线性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周雪</cp:lastModifiedBy>
  <cp:revision>704</cp:revision>
  <dcterms:created xsi:type="dcterms:W3CDTF">2014-08-25T02:16:00Z</dcterms:created>
  <dcterms:modified xsi:type="dcterms:W3CDTF">2026-03-11T01:23:05Z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4079B66FD6924375874C9B38D346BB56_12</vt:lpwstr>
  </property>
  <property fmtid="{D5CDD505-2E9C-101B-9397-08002B2CF9AE}" pid="3" name="KSOProductBuildVer">
    <vt:lpwstr>2052-12.1.0.25225</vt:lpwstr>
  </property>
</Properties>
</file>
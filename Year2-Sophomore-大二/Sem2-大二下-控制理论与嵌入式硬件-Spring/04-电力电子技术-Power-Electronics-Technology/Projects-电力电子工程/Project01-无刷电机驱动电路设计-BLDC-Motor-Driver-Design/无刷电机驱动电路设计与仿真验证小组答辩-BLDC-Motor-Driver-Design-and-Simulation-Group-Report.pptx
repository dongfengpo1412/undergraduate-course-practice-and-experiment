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6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7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9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0.xml" ContentType="application/vnd.openxmlformats-officedocument.theme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1.xml" ContentType="application/vnd.openxmlformats-officedocument.theme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5" r:id="rId2"/>
    <p:sldMasterId id="2147483707" r:id="rId3"/>
    <p:sldMasterId id="2147483709" r:id="rId4"/>
    <p:sldMasterId id="2147483710" r:id="rId5"/>
    <p:sldMasterId id="2147483711" r:id="rId6"/>
    <p:sldMasterId id="2147483712" r:id="rId7"/>
    <p:sldMasterId id="2147483713" r:id="rId8"/>
    <p:sldMasterId id="2147483714" r:id="rId9"/>
    <p:sldMasterId id="2147483715" r:id="rId10"/>
    <p:sldMasterId id="2147483716" r:id="rId11"/>
    <p:sldMasterId id="2147483717" r:id="rId12"/>
  </p:sldMasterIdLst>
  <p:notesMasterIdLst>
    <p:notesMasterId r:id="rId34"/>
  </p:notesMasterIdLst>
  <p:sldIdLst>
    <p:sldId id="446" r:id="rId13"/>
    <p:sldId id="258" r:id="rId14"/>
    <p:sldId id="259" r:id="rId15"/>
    <p:sldId id="328" r:id="rId16"/>
    <p:sldId id="330" r:id="rId17"/>
    <p:sldId id="332" r:id="rId18"/>
    <p:sldId id="333" r:id="rId19"/>
    <p:sldId id="334" r:id="rId20"/>
    <p:sldId id="337" r:id="rId21"/>
    <p:sldId id="336" r:id="rId22"/>
    <p:sldId id="447" r:id="rId23"/>
    <p:sldId id="338" r:id="rId24"/>
    <p:sldId id="339" r:id="rId25"/>
    <p:sldId id="340" r:id="rId26"/>
    <p:sldId id="335" r:id="rId27"/>
    <p:sldId id="449" r:id="rId28"/>
    <p:sldId id="450" r:id="rId29"/>
    <p:sldId id="452" r:id="rId30"/>
    <p:sldId id="453" r:id="rId31"/>
    <p:sldId id="341" r:id="rId32"/>
    <p:sldId id="451" r:id="rId33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99CA0F"/>
    <a:srgbClr val="014493"/>
    <a:srgbClr val="0061AE"/>
    <a:srgbClr val="1170E8"/>
    <a:srgbClr val="F19914"/>
    <a:srgbClr val="008BBC"/>
    <a:srgbClr val="0C29A2"/>
    <a:srgbClr val="0070C0"/>
    <a:srgbClr val="004D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98" autoAdjust="0"/>
    <p:restoredTop sz="93584" autoAdjust="0"/>
  </p:normalViewPr>
  <p:slideViewPr>
    <p:cSldViewPr snapToGrid="0">
      <p:cViewPr varScale="1">
        <p:scale>
          <a:sx n="111" d="100"/>
          <a:sy n="111" d="100"/>
        </p:scale>
        <p:origin x="490" y="-206"/>
      </p:cViewPr>
      <p:guideLst>
        <p:guide orient="horz" pos="222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E3C1FC-B7CD-4705-A494-DC2FF45D299B}" type="datetimeFigureOut">
              <a:rPr lang="zh-CN" altLang="en-US" smtClean="0"/>
              <a:t>2025/4/8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356B3-60DA-4B07-A2A8-EA7AF390C3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062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7575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164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467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108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949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616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322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4675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98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0576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451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95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5661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334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2103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967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20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1ABF-4F20-FEF5-2534-83A669B3C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608F8C-D06F-67D1-8421-E2CA63CC0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C21EF1-2619-D80D-37D1-64786DDFE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7C5C4D-6F1C-EA7C-E626-63B41CAD2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9832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61ABF-4F20-FEF5-2534-83A669B3C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608F8C-D06F-67D1-8421-E2CA63CC05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9C21EF1-2619-D80D-37D1-64786DDFE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7C5C4D-6F1C-EA7C-E626-63B41CAD2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7524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356B3-60DA-4B07-A2A8-EA7AF390C37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7846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2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5CAF67-648C-4A5D-A1D8-E17EE8BE1816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FEECA-72D4-489A-B527-3F0428B3915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3443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8F06D-124D-4483-A457-0E7C67C8AF46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FFBE0B-D013-4E00-8318-67A3C0B591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78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DDA28-31D1-449C-82AE-FE3E7597BCA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9024B-2582-4751-9AA3-76863DC3CB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317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3ABF0-6D72-4EE4-AD3F-2273AC6EEBF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6CA68C-A723-456E-8E2D-DB65E08401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42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FDD07-6DBF-45E9-9F2E-327B6C68F69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B74FD6-1C3E-4838-A2FC-0DB482A7E4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034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2C444D-5E25-4603-AB3D-92BB9DDE353E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7E7F1-CFE2-44E0-82BF-50EC7CE692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77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1BC5FE-320F-40C6-A075-B92C0253CE9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D5239-5333-4890-A7DB-4062CB5AB5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92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EE3D5-3B97-437F-AEF7-D6FACFA4C30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CA21D-C2A2-4125-9D73-8FBB9555E1D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03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9EE0B9-D730-4F85-AAAA-431844A5FA4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303DE3-1078-45CA-82BC-16A5920271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490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F3FD74-4F08-4346-9683-7E9F45CA38A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B09C2-97A2-45BE-9DCA-816945C2D2D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459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4DCDF-D270-4C9D-A8ED-D756FB34A91A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9A34D-85DD-4618-98B3-6863041EE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7337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220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3C8E9D-15DB-4E1B-A636-E4465F78E54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C4F44-F256-4DD1-A079-C5437EC7B73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1639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AF739-B0BC-4414-99C3-40DA79AA582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6BA36-02C0-4F29-8DE3-8B134C7BA3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663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90F265-56FE-4808-9393-079465B068DA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4C69CB-1D44-41C9-895C-286DD3241A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0479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B1622-103B-4A2B-A541-6F4BC6E9641E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80B4F3-D5CB-4B3E-8F9D-50874D5B821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946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CE0E63-3956-4838-BF8F-847C4C2C7476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DD165D-E6D1-452C-9348-93F180199C6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01105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32F8E2-F933-44BA-A10C-DB3A8BDF243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385A3E-7CCA-4B74-A574-B885907C753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4900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466589-31C6-4946-BE63-0709B6E5D41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E2DA0-63D8-4C89-AEB3-DA86F54E62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700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10CB1A-E781-48A8-AED8-64768D7778BE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DA7E56-EA4D-47CF-A927-2BDF437224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0805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F88E47-AEAD-4BC8-9777-6744ED7E138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BBED2D-0DD4-459A-BC71-902B3B58860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7834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8DD792-027E-46FD-B7B0-ABE539F9324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ED3F7E-F499-4E36-9803-244847A1C5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08612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F9EFB-CC0F-4696-BF49-90F973CEAB0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745A6-2C23-4363-8285-69DBCA7B8D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6803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A708FF-C4CC-4C4C-86CC-D3E44DCCE90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DC7C27-4155-4F9B-B5EF-58475FC7E3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6817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D5A88-BB15-4265-83D6-FDFF380C80D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35A2E-6309-40F1-A605-0D793D867F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9908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65DF8-600E-471C-A328-DF7AF5E32D8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C9C397-928F-4970-8465-633702078E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9437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DE56D-E0F3-405D-BEE5-6BFF05BAD2A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FC80F0-AB2A-4819-8C8B-E1808E76D3C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65072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3DBEB-E625-4DEF-B1D6-369952A2786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A5CB3-FDE4-430D-8E96-F9A2CF185A4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6537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2FA5AF-8C62-4F50-8B14-C99B6692F79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15F82B-AAC1-427A-A0D2-1864D8819C8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9469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886598-0D15-4EBC-B52F-FF75899D6D0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EA8B31-3433-4E95-AE6A-C071FB09753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9333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275AF-D76B-45CA-83D3-E829655C16A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40C557-9417-4B81-8894-CB724E34181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302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539D35-F735-4366-8E04-6C1D0E7B7658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D90A18-DB7A-4501-BFF5-A0F9C837E87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6880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7F574-9D26-4C5E-93D6-7D58B7C1045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94AC4-5CE7-4158-AF3D-B9CCEE1723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5685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2F7F25-C772-4808-A4C8-0E3CAD8825D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FDF07-4B91-47C1-B843-3173F09533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77218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9EA1DA-7EDC-4016-8644-C42F66D2890A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49ABCE-73ED-47B0-B768-AAD8782967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8519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AD2DA9-23BA-4DDC-8827-D97497DFEDF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7F4B0B-F2AD-4BFA-BEB8-8CB2D2CA601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83135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7CBF7-6443-403C-805C-D0B32BCA3D3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70148-257C-4CE5-96C9-CB614AADE5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54612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19224F-911A-4BDE-8D92-E68D4AAE3EB6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2F620C-0D7A-4967-8119-FADA01AC5D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0206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52F79E-E999-4D6A-9CC9-09D04DF8735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6CF28E-3D38-42B6-B257-D760AB3211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77349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C7807F-8341-4F8F-B2D2-761520D2FC28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88FF00-44DD-4784-888E-112BF9FA567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019227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A6BFF7-5AEC-4661-8ECA-353B6D31C1F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C1937-6115-4010-8806-AF4A41332F2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59837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B0D85E-51FD-47C9-B7B2-7843D87525A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C8AE7-6984-40D9-86DA-F0EB421C59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16967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789DD-A2DA-449C-A354-F0B2A025A65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72595-BF7D-4B56-A5E6-CC6A8EBCA09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1037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14DE9-3C02-4C2A-A24D-B32A5BAC9286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B574F6-CCE5-4E96-9816-A706F33542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05746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B8795-271F-4F75-9457-D683781B83B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92A78-80CB-41FF-9952-D810AD9C900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220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C4AC7-F2DE-4B74-987B-BA9D544BA46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200F09-F689-4D9E-8816-636B8569DE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5169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FE4D58-A820-4DED-AD9D-B0DAA2EA531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E2ABD-C7B6-40BC-A516-9EDB6C56E9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488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7073A9-6D88-4AD8-B86A-C5566F07E37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0AE636-8CC6-4A98-B8D1-0F8F947548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7814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C34D6-C1D7-455E-85B0-B528999E207E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D4154D-23D8-4D6B-8157-4003C8C3744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4940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7795F8-C903-49D3-AFC7-E3FEA8395A2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F61AE-80A4-442E-BD3F-66A69794752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35415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A07995-96FE-47D3-9CC1-F33C0B9B975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8627CF-1CC5-4702-B377-638728F9B80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7102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925E0-2E59-425F-8C25-C3163E6F71B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4B267-2F9E-4505-B622-4CF6C6DB90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1318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4F1D0-A358-4081-BB4D-4C7EAC591AC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84C529-031B-4071-AC97-672FF2449C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935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3F4F3-A8ED-413A-A313-064055E0BE4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EC3656-6F4D-4A17-8C4D-38A12A5B355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750122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1A537-957F-495C-AFB5-8FAEEFCB548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4E7A87-1564-4781-BD6B-2204B74B05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249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F490C-86A4-4942-8CC6-1BE52C0005B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9FD8C3-2F69-4C51-870C-A640F0B33F7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9529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EA014-CF7C-423A-A750-942CCFF6932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ABC1A-3157-4013-89BD-7C8BB11E1FC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2519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17397-E5F5-4C96-AFB4-3A94CDCE044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F90D4-D80B-4F5D-A4CA-8D0B57F46BB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2842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1B6510-BFB3-434F-8A90-7B67B8E229A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40ACC4-8AE0-4ECA-AF49-E8F3C49370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44324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831C8A-35F3-4E8F-ACB1-15736D094CA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FE0EB-7DE8-4F28-9CAA-7E268FA43D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9524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A6827-73C2-4905-A75F-D61B2E9574C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CD7D9-88D1-47DD-ABD8-A7D8F18E8D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64904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42D987-8BC9-45A5-A6E3-00A94B6C903A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E7CFC-F841-4765-ADE8-A2A42B746EE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87658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78AC9-9EFB-486A-96DB-58A73F0AAA8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2472F2-D298-457C-8BD5-BA35A0E28A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2265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6997FF-6906-49FE-B725-5E8B1D7FB0D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014972-0104-45FC-BB83-BF98BEA9655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85222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F0A270-870D-4AB3-842B-D730EEC8FB8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0780D-3D91-4EB0-9E90-16DA2B9926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426273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488EBD-EB14-4115-A07D-8C5296584CF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15CAA8-8515-4861-8D59-4C9448267DA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2255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9C1DD-6EF7-4D77-9BF8-57BF7DAE301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B3BE3A-B87E-4168-A004-78C4B514BC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13512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87254D-C720-4F75-966B-BAECFBC32ED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1D23CA-EBAA-4E00-A14E-0025145AE9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51564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551B69-F9AC-49C1-94D6-3D528AE4797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3F208-F7F1-4E13-ABF1-324110DEA2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464073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C2FEA-3556-4094-B0A1-E8459E67C0E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5A315D-5DED-4DE3-AA95-EA7E8B329E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931857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E7624-3158-439C-9A1A-952B62D8267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8D7FB0-D8ED-481D-AC80-A7734A1E7B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47033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DE61E-2C51-4949-8135-207DA2076A8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BA4A31-9806-44EA-A18B-7EA441F3AE5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60887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1B4A6-41F3-440C-8A4F-5E6C4CC10F9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9B6A2-F1F9-4EBF-A9FF-78949B285E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21984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3A9FB0-D16F-4EA7-80FF-F8F7C69681B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60D04-3E27-43BD-B35E-F2A8189356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38835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6A136F-0141-489B-9ABD-34024E0867B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3031AC-3C89-4449-AFE2-FADFF656B3A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796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AC2022-98C9-4916-866C-67A454EAB81E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879BB2-47CA-475E-B420-4407767A8E0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29336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9D3F0F-9ADC-4E0C-8E83-E3D3F3FB627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2B8C02-DA86-4B6B-AAC7-DD3F5041427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20017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3114F-675F-48E2-9804-52BF97A47CA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65F94-83FC-494F-BBA3-4C951C7F01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272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47E3A-98B5-4AB4-805A-7D5CF381AD8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9DD188-EE4A-426B-B673-C91A4D74BA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2796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1DB3F6-13D6-42D9-9465-B14C42D6511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C54FBD-B90F-40C5-8DEC-0AB73F587F8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35534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BEE8A0-DE7B-46DF-8468-27D1F9EB8EC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EC46FB-EA8D-4EE6-90F1-329116EE84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884111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69DDB-3EC5-480E-8D7F-85659EAB11D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0B0E5-5D8B-4937-ACE4-B50EF67E66D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299901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1F44A-C867-46E2-8AB1-67E6F1FE3A2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516711-FFAF-4EAC-9017-66EB0AEB0C5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97931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5C6CD1-31FC-4259-A7D2-6F95D2F776A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BEF1D5-FDFA-4C9E-A9B9-2525D38DD1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85020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177DB-42DF-455D-8675-A1ED6017600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805AD2-E3FD-40AA-8DDC-D708FEDB831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01316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2239D5-1423-4157-AB1A-41F8A33498D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B66FBD-452C-4B49-BF89-D07A44FC347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63250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237FB-DCE2-4679-8EBE-89FBA1FA940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81FA9-CE06-431F-8E8C-D5768392D0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66210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6CF6E-0A5A-4B74-923C-AB8FC3AD2F5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3DC6F9-C6AC-4B6B-93E6-D64BFB64D90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351019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8060E9-BD60-4ED1-BE90-46FF3F9EEEE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D5B75D-D2E6-40F5-B21B-EB1B849A454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914899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4C1787-0BDA-45C7-BDA0-BC49C77058A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A1B340-C10A-4B5A-B977-22D7EF75A2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4898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65F05-2AC6-49C4-9CD7-9C2550931B6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677A8-8B37-4D73-BBDB-E4C0311710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05912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B7870-B6B4-405C-934C-3D5071CB224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38BA0-8774-4197-9DAE-4535291ACC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11744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2E109-4692-4EBD-9049-40F8F7BD7F6A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F12640-1235-4829-AC8D-E3908DE669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80925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881D7-0093-4BE4-B2E8-869E41E5267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E7CED-62B1-4702-8EBB-2D33A0F1F1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14036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0D3ABE-C09E-4EC6-8CC3-17138DFF87B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3534B-6641-4F52-B64A-9CCBD5EA09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39876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C7693-1266-4F32-87A9-0BB5FF5A3C2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48CBE0-9DCC-4B2A-B750-0AB05D3D49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651300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B470F0-17E0-42B8-9337-5EE4464C110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28371-B9F6-44E1-B668-193C81A1418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9613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E70A3-0331-4F59-AA71-D24A0D0C212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E7AD3-EF4E-4173-8FD9-1E5B995131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6769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6C11D3-D528-408C-804F-A2C62F6BDD7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F16F82-1582-4DCA-B750-5A779AF22E8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768509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6BBD2-AD75-4015-B95A-17E0F2A7C8A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F3B0E-D381-4C78-8724-67DD07B490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860205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B27B1-D50F-4D40-899B-B3796EDA56E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754EB-3F29-4CCE-ACC1-60EF12A3BC3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3346596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700C4-4C8C-433D-BB34-6877633F079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8FA5B1-6566-4EF3-96FD-A94FD2BE19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63094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0D9407-581B-462D-9C1B-71DDB4C049E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1739F-36EA-47A7-A6D5-06F492DB0D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01124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D42CF-C730-4121-BDD4-A3742D7A1CA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6EF817-9EEF-4098-B39F-05CAA7968C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920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7D14F-0B20-4D36-87B3-BFCDBC7036F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926CAA-A43E-4164-A613-F0F8AA51055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00304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43813-5E43-4DE7-91E1-8C0FA0D5647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D789F-588F-43D9-8A66-5E6A8A8E28B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938831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4990C8-B87A-4718-8159-9CF2334462C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14AAC-00BE-4204-B6CB-A569B58E6F5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359114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FFF7A7-F47F-4E9F-A6EF-3A274D93E80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C1C094-959F-4FA9-9207-126A58263C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9669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6B0DE9-2A8D-436F-8E0B-BB234AC0368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43AD8D-1AA8-43CD-A981-20CB9C36350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48079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CA8CA-C8B4-4F39-8180-9FD9616FD55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40254-A00A-4EC5-ADAB-381EFDB934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7133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280F11-F2B8-4DCC-A96A-593518CEDB6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E90BCF-A2D7-4308-B5CE-5DBEF394FEE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173222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06170-72E0-4592-98D7-158D42E1B7ED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B363A6-FF84-45FE-8B0B-059DACD084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945779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F3A469-7AFE-4278-8922-2F0A59A1BEF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8955B8-724F-4464-A1AB-E09F79A6672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387642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50210-8C14-4D3B-966C-C20E2F7129B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2D53F8-BBD7-4134-B228-032AD4B7C3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845557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33A290-2A39-4996-AF3D-166EDA662CB6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B015C7-7155-47B2-9D46-2444820CB01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5689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C0AF2-208A-499B-BDC5-D5EA97F3085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AFA794-C94D-4357-9B46-C50BC3B825F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08707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61623-2FAC-4FFA-B13E-806A8F0660E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F9BBC5-951D-4419-B0CB-EB5E487712F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12352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D4C85C-3CE1-48C9-A83B-B2E819AA949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ED308A-21A5-4D93-95E1-D1B03B31BD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6392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58B70F-5BEB-4EC6-B26E-9063E2CD7CA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E41997-6090-45D9-989B-33723B40FBD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51688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21EFA0-4AD3-4312-9A3F-C6B5AA708240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437CC4-9EE8-4A55-80DD-8F7BC104EEE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80164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4C1104-15BE-4FDA-84F4-CFA3A47B66D8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3357FD-37CF-4514-A4FE-492D526DF2F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88692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773F79-2EC3-4B75-A6EF-ED03C7D05BC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7A403-0BCC-4A43-BB32-B438CB02DD2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87507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10D16-9C7F-4287-A4A2-B6855F4D16F6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D2BC9-6E96-4BCC-B93E-7D8F2A41F23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097521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4B2F53-F104-473C-9385-19BB7E0CEE9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D59D0-5514-49B2-BE53-199E40475F5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930609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43C54C-5647-4571-9CBB-91E43800674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3374D-F8F4-4F92-8193-D61FCF420B4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553801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B278E-67D6-4A8F-80C2-345E05FC706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99ECB4-6881-487D-B977-938EB14F09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75783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46A7DE-EC01-42E0-A090-7401B3666704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CAB5D-DBFB-415D-AC2E-E0DD183193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72783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AEEC99-54E1-4EC2-8846-AE8EF3179582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446660-FE81-45B2-BD69-9783382F1E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99045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6C2CD2-1196-4664-8836-18B9BB192E8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2EE216-EE5B-4EB4-8D31-EBEC025985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384746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144492-06C7-4B76-8D66-E24D10A7133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A99CB-F386-4915-B14D-9C2C4C1F08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63317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420DB-9793-4420-B9AB-DD46494443D1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1771E3-3DA4-4BC0-A12C-E687A335B7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45669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A2EB1-6506-492C-82B3-B94B809D73F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83ABBA-C16D-414A-B9E3-C927256642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04056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DDE593-B046-4815-9501-73F96CE5358B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4D477-C814-4541-A51B-89C10B0DCCF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48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8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3.xml"/><Relationship Id="rId1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21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20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9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8.xml"/><Relationship Id="rId11" Type="http://schemas.openxmlformats.org/officeDocument/2006/relationships/slideLayout" Target="../slideLayouts/slideLayout133.xml"/><Relationship Id="rId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26.xml"/><Relationship Id="rId9" Type="http://schemas.openxmlformats.org/officeDocument/2006/relationships/slideLayout" Target="../slideLayouts/slideLayout1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7A417D26-EDF2-4181-804C-938B4691CDE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7105CC6-271B-4270-B114-54BF87683FC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4016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307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39E3387-0EB5-43A9-9E75-230114D8A04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307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68F8132-E874-4C25-A55C-6B00567DB01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307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410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674A5DF-7E07-4E3D-B8CB-50BFDD6BF71A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410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047DD7A-D636-43DF-B727-FE3F20EC0B0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512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614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68FAB5A-6E46-4F4B-9A14-B60E2A5ABB68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614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5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506B908-BA91-4492-A44F-970147B607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  <p:sldLayoutId id="2147483918" r:id="rId2"/>
    <p:sldLayoutId id="2147483919" r:id="rId3"/>
    <p:sldLayoutId id="2147483920" r:id="rId4"/>
    <p:sldLayoutId id="2147483921" r:id="rId5"/>
    <p:sldLayoutId id="2147483922" r:id="rId6"/>
    <p:sldLayoutId id="2147483923" r:id="rId7"/>
    <p:sldLayoutId id="2147483924" r:id="rId8"/>
    <p:sldLayoutId id="2147483925" r:id="rId9"/>
    <p:sldLayoutId id="2147483926" r:id="rId10"/>
    <p:sldLayoutId id="2147483927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614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7172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B793DB7-5A3B-4F09-9951-01B773328CEF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7173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A4A522F-E649-470A-954F-68FF9FBAC9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717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8196" name="日期占位符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3EC39311-CB55-43EC-85F8-240A1F1A2B3E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8197" name="页脚占位符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198" name="灯片编号占位符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9B5C497-EC6D-4A8F-BAF0-4F7B4E3337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1" r:id="rId3"/>
    <p:sldLayoutId id="2147483942" r:id="rId4"/>
    <p:sldLayoutId id="2147483943" r:id="rId5"/>
    <p:sldLayoutId id="2147483944" r:id="rId6"/>
    <p:sldLayoutId id="2147483945" r:id="rId7"/>
    <p:sldLayoutId id="2147483946" r:id="rId8"/>
    <p:sldLayoutId id="2147483947" r:id="rId9"/>
    <p:sldLayoutId id="2147483948" r:id="rId10"/>
    <p:sldLayoutId id="214748394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819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9220" name="日期占位符 2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D9CD102-D4C2-417B-AD51-D06923964B97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9221" name="页脚占位符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22" name="灯片编号占位符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9A4740F-D19D-4AFF-AEF8-9144026C0E8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9219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0244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FB96FE0-E21A-44A2-A6E1-9EFAD9283673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10245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246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0E7B087-46E9-4126-8D49-65F92FC3C95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0243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1268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6618F7B-5CE7-4136-AAD1-E61CA99F114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11269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1270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AEF1B26-3E79-4815-B289-125658CFA50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2" r:id="rId1"/>
    <p:sldLayoutId id="2147483973" r:id="rId2"/>
    <p:sldLayoutId id="2147483974" r:id="rId3"/>
    <p:sldLayoutId id="2147483975" r:id="rId4"/>
    <p:sldLayoutId id="2147483976" r:id="rId5"/>
    <p:sldLayoutId id="2147483977" r:id="rId6"/>
    <p:sldLayoutId id="2147483978" r:id="rId7"/>
    <p:sldLayoutId id="2147483979" r:id="rId8"/>
    <p:sldLayoutId id="2147483980" r:id="rId9"/>
    <p:sldLayoutId id="2147483981" r:id="rId10"/>
    <p:sldLayoutId id="2147483982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126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2292" name="日期占位符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F91368C-9A98-4064-865F-53606B4BD63C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12293" name="页脚占位符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4" name="灯片编号占位符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BC28EFE-1542-44A2-876B-BF3016937B3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229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3316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DDF03E36-CE38-499F-9774-0D6502B5BCC9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13317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8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5753044-D586-4741-AA3B-2B27E35F572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单击此处编辑母版标题样式</a:t>
            </a:r>
          </a:p>
        </p:txBody>
      </p:sp>
      <p:sp>
        <p:nvSpPr>
          <p:cNvPr id="13315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第二级</a:t>
            </a:r>
          </a:p>
          <a:p>
            <a:pPr lvl="2"/>
            <a:r>
              <a:rPr lang="zh-CN"/>
              <a:t>第三级</a:t>
            </a:r>
          </a:p>
          <a:p>
            <a:pPr lvl="3"/>
            <a:r>
              <a:rPr lang="zh-CN"/>
              <a:t>第四级</a:t>
            </a:r>
          </a:p>
          <a:p>
            <a:pPr lvl="4"/>
            <a:r>
              <a:rPr lang="zh-CN"/>
              <a:t>第五级</a:t>
            </a:r>
          </a:p>
        </p:txBody>
      </p:sp>
      <p:sp>
        <p:nvSpPr>
          <p:cNvPr id="14340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815179B-9ED1-4A86-9D49-AF4A07173905}" type="datetimeFigureOut">
              <a:rPr lang="zh-CN" altLang="en-US"/>
              <a:pPr>
                <a:defRPr/>
              </a:pPr>
              <a:t>2025/4/8</a:t>
            </a:fld>
            <a:endParaRPr lang="zh-CN" altLang="en-US"/>
          </a:p>
        </p:txBody>
      </p:sp>
      <p:sp>
        <p:nvSpPr>
          <p:cNvPr id="14341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342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buFont typeface="Arial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8D4BCE0-283F-4804-9AB2-DA73E251A0C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宋体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itchFamily="34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26">
            <a:extLst>
              <a:ext uri="{FF2B5EF4-FFF2-40B4-BE49-F238E27FC236}">
                <a16:creationId xmlns:a16="http://schemas.microsoft.com/office/drawing/2014/main" id="{3860CC1F-67B2-487D-AAF4-22986DB3FB2E}"/>
              </a:ext>
            </a:extLst>
          </p:cNvPr>
          <p:cNvSpPr txBox="1"/>
          <p:nvPr/>
        </p:nvSpPr>
        <p:spPr>
          <a:xfrm>
            <a:off x="1154801" y="3565728"/>
            <a:ext cx="51845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田峻硕 陈政润 刘超然 谢廷武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 </a:t>
            </a:r>
            <a:r>
              <a:rPr lang="zh-CN" altLang="en-US" sz="1600" noProof="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/>
                <a:ea typeface="微软雅黑"/>
                <a:cs typeface="+mn-ea"/>
                <a:sym typeface="+mn-lt"/>
              </a:rPr>
              <a:t>邢艺龙 胡盈玥 武哲宇 罗浩凌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微软雅黑"/>
              <a:ea typeface="微软雅黑"/>
              <a:cs typeface="+mn-ea"/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BEAD35-CCF1-4AE9-A8F7-A17F28D16F3A}"/>
              </a:ext>
            </a:extLst>
          </p:cNvPr>
          <p:cNvSpPr/>
          <p:nvPr/>
        </p:nvSpPr>
        <p:spPr>
          <a:xfrm>
            <a:off x="652090" y="2705934"/>
            <a:ext cx="6839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defTabSz="1219170">
              <a:defRPr/>
            </a:pPr>
            <a:r>
              <a:rPr kumimoji="0" lang="zh-CN" altLang="en-US" sz="4800" b="1" i="0" u="none" strike="noStrike" kern="1200" cap="none" spc="40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无刷驱动电路设计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9812351-1D8B-4096-B067-C1161FBF2107}"/>
              </a:ext>
            </a:extLst>
          </p:cNvPr>
          <p:cNvSpPr/>
          <p:nvPr/>
        </p:nvSpPr>
        <p:spPr>
          <a:xfrm rot="18932100">
            <a:off x="6898898" y="-3090723"/>
            <a:ext cx="5051305" cy="5051305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E98E0E8-560D-4C7C-B4C7-601F790AC01C}"/>
              </a:ext>
            </a:extLst>
          </p:cNvPr>
          <p:cNvSpPr/>
          <p:nvPr/>
        </p:nvSpPr>
        <p:spPr>
          <a:xfrm rot="18958199">
            <a:off x="10979399" y="4155207"/>
            <a:ext cx="2416461" cy="241646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A0532D0-C157-4B54-A4F4-C7746F4FEED9}"/>
              </a:ext>
            </a:extLst>
          </p:cNvPr>
          <p:cNvSpPr/>
          <p:nvPr/>
        </p:nvSpPr>
        <p:spPr>
          <a:xfrm rot="18958199">
            <a:off x="9596217" y="3086976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DCDC5953-4481-488D-B130-6C383D6F3DB9}"/>
              </a:ext>
            </a:extLst>
          </p:cNvPr>
          <p:cNvSpPr/>
          <p:nvPr/>
        </p:nvSpPr>
        <p:spPr>
          <a:xfrm rot="18958199">
            <a:off x="10844604" y="2261553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91E0EB6-FC66-4DB0-A4E7-52899D503FAD}"/>
              </a:ext>
            </a:extLst>
          </p:cNvPr>
          <p:cNvSpPr/>
          <p:nvPr/>
        </p:nvSpPr>
        <p:spPr>
          <a:xfrm rot="18932100">
            <a:off x="-397864" y="5036713"/>
            <a:ext cx="5748920" cy="5748920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99ED593-7DE7-41AB-83AB-C67C840702B5}"/>
              </a:ext>
            </a:extLst>
          </p:cNvPr>
          <p:cNvSpPr/>
          <p:nvPr/>
        </p:nvSpPr>
        <p:spPr>
          <a:xfrm rot="18958199">
            <a:off x="6646784" y="4697134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E9A17F5-5639-42CA-8230-4924A1FC5289}"/>
              </a:ext>
            </a:extLst>
          </p:cNvPr>
          <p:cNvSpPr/>
          <p:nvPr/>
        </p:nvSpPr>
        <p:spPr>
          <a:xfrm rot="18958199">
            <a:off x="9043563" y="5076293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278" y="871467"/>
            <a:ext cx="1532662" cy="152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41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8" presetID="2" presetClass="entr" presetSubtype="3" fill="hold" grpId="0" nodeType="after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1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4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8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9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42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43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4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4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42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4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+.1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1750"/>
                                </p:stCondLst>
                                <p:childTnLst>
                                  <p:par>
                                    <p:cTn id="28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2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4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5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/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6" name="矩形 11"/>
          <p:cNvSpPr>
            <a:spLocks noChangeArrowheads="1"/>
          </p:cNvSpPr>
          <p:nvPr/>
        </p:nvSpPr>
        <p:spPr bwMode="auto">
          <a:xfrm>
            <a:off x="2746513" y="2786371"/>
            <a:ext cx="2823258" cy="33855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6427" name="Rectangle 6"/>
          <p:cNvSpPr>
            <a:spLocks noChangeArrowheads="1"/>
          </p:cNvSpPr>
          <p:nvPr/>
        </p:nvSpPr>
        <p:spPr bwMode="auto">
          <a:xfrm>
            <a:off x="3113722" y="2755885"/>
            <a:ext cx="2771279" cy="399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无刷电机原理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24" name="矩形 9"/>
          <p:cNvSpPr>
            <a:spLocks noChangeArrowheads="1"/>
          </p:cNvSpPr>
          <p:nvPr/>
        </p:nvSpPr>
        <p:spPr bwMode="auto">
          <a:xfrm>
            <a:off x="1232038" y="2786371"/>
            <a:ext cx="1328738" cy="48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25" name="文本框 10"/>
          <p:cNvSpPr txBox="1">
            <a:spLocks noChangeArrowheads="1"/>
          </p:cNvSpPr>
          <p:nvPr/>
        </p:nvSpPr>
        <p:spPr bwMode="auto">
          <a:xfrm>
            <a:off x="1408349" y="2823351"/>
            <a:ext cx="961988" cy="3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16420" name="矩形 18"/>
          <p:cNvSpPr>
            <a:spLocks noChangeArrowheads="1"/>
          </p:cNvSpPr>
          <p:nvPr/>
        </p:nvSpPr>
        <p:spPr bwMode="auto">
          <a:xfrm>
            <a:off x="2746513" y="3446771"/>
            <a:ext cx="2823258" cy="33855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6421" name="Rectangle 6"/>
          <p:cNvSpPr>
            <a:spLocks noChangeArrowheads="1"/>
          </p:cNvSpPr>
          <p:nvPr/>
        </p:nvSpPr>
        <p:spPr bwMode="auto">
          <a:xfrm>
            <a:off x="3113722" y="3416285"/>
            <a:ext cx="340517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硬件电路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18" name="矩形 16"/>
          <p:cNvSpPr>
            <a:spLocks noChangeArrowheads="1"/>
          </p:cNvSpPr>
          <p:nvPr/>
        </p:nvSpPr>
        <p:spPr bwMode="auto">
          <a:xfrm>
            <a:off x="1232038" y="3446771"/>
            <a:ext cx="1328738" cy="48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19" name="文本框 17"/>
          <p:cNvSpPr txBox="1">
            <a:spLocks noChangeArrowheads="1"/>
          </p:cNvSpPr>
          <p:nvPr/>
        </p:nvSpPr>
        <p:spPr bwMode="auto">
          <a:xfrm>
            <a:off x="1408349" y="3483751"/>
            <a:ext cx="961988" cy="3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第二章</a:t>
            </a:r>
          </a:p>
        </p:txBody>
      </p:sp>
      <p:sp>
        <p:nvSpPr>
          <p:cNvPr id="16414" name="矩形 25"/>
          <p:cNvSpPr>
            <a:spLocks noChangeArrowheads="1"/>
          </p:cNvSpPr>
          <p:nvPr/>
        </p:nvSpPr>
        <p:spPr bwMode="auto">
          <a:xfrm>
            <a:off x="2743338" y="4107171"/>
            <a:ext cx="2826433" cy="33855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6415" name="Rectangle 6"/>
          <p:cNvSpPr>
            <a:spLocks noChangeArrowheads="1"/>
          </p:cNvSpPr>
          <p:nvPr/>
        </p:nvSpPr>
        <p:spPr bwMode="auto">
          <a:xfrm>
            <a:off x="3110547" y="4076685"/>
            <a:ext cx="27712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rPr>
              <a:t>仿真验证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412" name="矩形 23"/>
          <p:cNvSpPr>
            <a:spLocks noChangeArrowheads="1"/>
          </p:cNvSpPr>
          <p:nvPr/>
        </p:nvSpPr>
        <p:spPr bwMode="auto">
          <a:xfrm>
            <a:off x="1228863" y="4107171"/>
            <a:ext cx="1328738" cy="48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413" name="文本框 24"/>
          <p:cNvSpPr txBox="1">
            <a:spLocks noChangeArrowheads="1"/>
          </p:cNvSpPr>
          <p:nvPr/>
        </p:nvSpPr>
        <p:spPr bwMode="auto">
          <a:xfrm>
            <a:off x="1405174" y="4144151"/>
            <a:ext cx="961988" cy="3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20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第三章</a:t>
            </a:r>
          </a:p>
        </p:txBody>
      </p:sp>
      <p:sp>
        <p:nvSpPr>
          <p:cNvPr id="16402" name="文本框 37"/>
          <p:cNvSpPr txBox="1">
            <a:spLocks noChangeArrowheads="1"/>
          </p:cNvSpPr>
          <p:nvPr/>
        </p:nvSpPr>
        <p:spPr bwMode="auto">
          <a:xfrm>
            <a:off x="874851" y="995432"/>
            <a:ext cx="1432517" cy="64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目</a:t>
            </a:r>
            <a:r>
              <a:rPr lang="zh-CN" sz="3600" b="1" dirty="0">
                <a:solidFill>
                  <a:schemeClr val="accent3"/>
                </a:solidFill>
                <a:latin typeface="微软雅黑" pitchFamily="34" charset="-122"/>
                <a:ea typeface="微软雅黑" pitchFamily="34" charset="-122"/>
              </a:rPr>
              <a:t>录</a:t>
            </a:r>
          </a:p>
        </p:txBody>
      </p:sp>
      <p:cxnSp>
        <p:nvCxnSpPr>
          <p:cNvPr id="16403" name="直接连接符 38"/>
          <p:cNvCxnSpPr>
            <a:cxnSpLocks noChangeShapeType="1"/>
          </p:cNvCxnSpPr>
          <p:nvPr/>
        </p:nvCxnSpPr>
        <p:spPr bwMode="auto">
          <a:xfrm>
            <a:off x="1025663" y="1846332"/>
            <a:ext cx="2551113" cy="0"/>
          </a:xfrm>
          <a:prstGeom prst="line">
            <a:avLst/>
          </a:prstGeom>
          <a:noFill/>
          <a:ln w="6350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01" name="文本框 36"/>
          <p:cNvSpPr txBox="1">
            <a:spLocks noChangeArrowheads="1"/>
          </p:cNvSpPr>
          <p:nvPr/>
        </p:nvSpPr>
        <p:spPr bwMode="auto">
          <a:xfrm>
            <a:off x="1402782" y="1495106"/>
            <a:ext cx="1432517" cy="400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Contents</a:t>
            </a:r>
            <a:endParaRPr lang="zh-CN" altLang="en-US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矩形 25">
            <a:extLst>
              <a:ext uri="{FF2B5EF4-FFF2-40B4-BE49-F238E27FC236}">
                <a16:creationId xmlns:a16="http://schemas.microsoft.com/office/drawing/2014/main" id="{20F823FE-780D-D889-28B7-617578630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338" y="4798057"/>
            <a:ext cx="2826433" cy="338554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8B9E2E5-EB2A-2BA7-805C-9658D212C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0547" y="4767571"/>
            <a:ext cx="277127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  <a:sym typeface="Arial" pitchFamily="34" charset="0"/>
              </a:rPr>
              <a:t>成果展示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23">
            <a:extLst>
              <a:ext uri="{FF2B5EF4-FFF2-40B4-BE49-F238E27FC236}">
                <a16:creationId xmlns:a16="http://schemas.microsoft.com/office/drawing/2014/main" id="{6DE91069-C3D6-BEE4-DC00-8C940FAF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863" y="4798057"/>
            <a:ext cx="1328738" cy="4889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5" name="文本框 24">
            <a:extLst>
              <a:ext uri="{FF2B5EF4-FFF2-40B4-BE49-F238E27FC236}">
                <a16:creationId xmlns:a16="http://schemas.microsoft.com/office/drawing/2014/main" id="{592AF9F2-9FC7-BBFB-3AE3-9486DD157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5174" y="4835037"/>
            <a:ext cx="961988" cy="3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平行四边形 4"/>
          <p:cNvSpPr>
            <a:spLocks noChangeArrowheads="1"/>
          </p:cNvSpPr>
          <p:nvPr/>
        </p:nvSpPr>
        <p:spPr bwMode="auto">
          <a:xfrm>
            <a:off x="1471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445" name="组合 10"/>
          <p:cNvGrpSpPr>
            <a:grpSpLocks/>
          </p:cNvGrpSpPr>
          <p:nvPr/>
        </p:nvGrpSpPr>
        <p:grpSpPr bwMode="auto">
          <a:xfrm>
            <a:off x="7037062" y="3129969"/>
            <a:ext cx="619125" cy="472157"/>
            <a:chOff x="0" y="0"/>
            <a:chExt cx="877513" cy="643017"/>
          </a:xfrm>
        </p:grpSpPr>
        <p:sp>
          <p:nvSpPr>
            <p:cNvPr id="17447" name="平行四边形 9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8" name="平行四边形 8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46" name="文本框 11"/>
          <p:cNvSpPr txBox="1">
            <a:spLocks noChangeArrowheads="1"/>
          </p:cNvSpPr>
          <p:nvPr/>
        </p:nvSpPr>
        <p:spPr bwMode="auto">
          <a:xfrm>
            <a:off x="7139409" y="3099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41" name="组合 14"/>
          <p:cNvGrpSpPr>
            <a:grpSpLocks/>
          </p:cNvGrpSpPr>
          <p:nvPr/>
        </p:nvGrpSpPr>
        <p:grpSpPr bwMode="auto">
          <a:xfrm>
            <a:off x="7037062" y="3891969"/>
            <a:ext cx="619125" cy="472157"/>
            <a:chOff x="0" y="0"/>
            <a:chExt cx="877513" cy="643017"/>
          </a:xfrm>
        </p:grpSpPr>
        <p:sp>
          <p:nvSpPr>
            <p:cNvPr id="17443" name="平行四边形 16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7444" name="平行四边形 17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442" name="文本框 15"/>
          <p:cNvSpPr txBox="1">
            <a:spLocks noChangeArrowheads="1"/>
          </p:cNvSpPr>
          <p:nvPr/>
        </p:nvSpPr>
        <p:spPr bwMode="auto">
          <a:xfrm>
            <a:off x="7139409" y="3861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19" name="平行四边形 33"/>
          <p:cNvSpPr>
            <a:spLocks noChangeArrowheads="1"/>
          </p:cNvSpPr>
          <p:nvPr/>
        </p:nvSpPr>
        <p:spPr bwMode="auto">
          <a:xfrm>
            <a:off x="7681587" y="3197786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0" name="Rectangle 6"/>
          <p:cNvSpPr>
            <a:spLocks noChangeArrowheads="1"/>
          </p:cNvSpPr>
          <p:nvPr/>
        </p:nvSpPr>
        <p:spPr bwMode="auto">
          <a:xfrm>
            <a:off x="8087987" y="3200961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电机结构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1" name="平行四边形 35"/>
          <p:cNvSpPr>
            <a:spLocks noChangeArrowheads="1"/>
          </p:cNvSpPr>
          <p:nvPr/>
        </p:nvSpPr>
        <p:spPr bwMode="auto">
          <a:xfrm>
            <a:off x="7681587" y="3945498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2" name="Rectangle 6"/>
          <p:cNvSpPr>
            <a:spLocks noChangeArrowheads="1"/>
          </p:cNvSpPr>
          <p:nvPr/>
        </p:nvSpPr>
        <p:spPr bwMode="auto">
          <a:xfrm>
            <a:off x="8087987" y="3948673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1AC654-7A20-4DDB-80F4-2699C423F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90" y="0"/>
            <a:ext cx="9027710" cy="1085850"/>
          </a:xfrm>
          <a:prstGeom prst="rect">
            <a:avLst/>
          </a:prstGeom>
        </p:spPr>
      </p:pic>
      <p:sp>
        <p:nvSpPr>
          <p:cNvPr id="50" name="平行四边形 5">
            <a:extLst>
              <a:ext uri="{FF2B5EF4-FFF2-40B4-BE49-F238E27FC236}">
                <a16:creationId xmlns:a16="http://schemas.microsoft.com/office/drawing/2014/main" id="{5231F5B0-6775-4966-BD89-592487CEE5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51" name="文本框 5">
            <a:extLst>
              <a:ext uri="{FF2B5EF4-FFF2-40B4-BE49-F238E27FC236}">
                <a16:creationId xmlns:a16="http://schemas.microsoft.com/office/drawing/2014/main" id="{91A85A5A-65F5-4FE3-808C-85F23527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0257" y="2453249"/>
            <a:ext cx="1652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第一章</a:t>
            </a:r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21822B91-7E52-4681-93C8-53D02057C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757" y="3050753"/>
            <a:ext cx="3757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无刷电机原理</a:t>
            </a:r>
            <a:endParaRPr 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6" grpId="0"/>
      <p:bldP spid="17442" grpId="0"/>
      <p:bldP spid="17419" grpId="0" animBg="1"/>
      <p:bldP spid="17420" grpId="0"/>
      <p:bldP spid="17421" grpId="0" animBg="1"/>
      <p:bldP spid="174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电机结构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62E102-A3E8-4F6F-99C5-BA0BD5B13B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361"/>
          <a:stretch/>
        </p:blipFill>
        <p:spPr>
          <a:xfrm>
            <a:off x="817563" y="1824214"/>
            <a:ext cx="4354195" cy="32050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4135EC4-CF27-4F55-8257-8BF9AD5AA6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080" y="1824214"/>
            <a:ext cx="3979490" cy="32050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9E3BC1-CDB3-404D-AAA1-AF1C686171E1}"/>
              </a:ext>
            </a:extLst>
          </p:cNvPr>
          <p:cNvSpPr txBox="1"/>
          <p:nvPr/>
        </p:nvSpPr>
        <p:spPr>
          <a:xfrm>
            <a:off x="758825" y="142826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有刷电机结构：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9F3168-30D0-4AFF-8567-D034F31DD4B9}"/>
              </a:ext>
            </a:extLst>
          </p:cNvPr>
          <p:cNvSpPr txBox="1"/>
          <p:nvPr/>
        </p:nvSpPr>
        <p:spPr>
          <a:xfrm>
            <a:off x="6096000" y="148284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无刷电机结构：</a:t>
            </a:r>
          </a:p>
        </p:txBody>
      </p:sp>
    </p:spTree>
    <p:extLst>
      <p:ext uri="{BB962C8B-B14F-4D97-AF65-F5344CB8AC3E}">
        <p14:creationId xmlns:p14="http://schemas.microsoft.com/office/powerpoint/2010/main" val="3938731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AE6FC4E-CA8B-49F0-909C-7964AA2C1AF7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5" t="12851" r="19024" b="9620"/>
          <a:stretch/>
        </p:blipFill>
        <p:spPr>
          <a:xfrm>
            <a:off x="707747" y="2090420"/>
            <a:ext cx="3051176" cy="208788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66448785-8B86-4A90-A8F6-81FC4CA979E0}"/>
              </a:ext>
            </a:extLst>
          </p:cNvPr>
          <p:cNvSpPr txBox="1"/>
          <p:nvPr/>
        </p:nvSpPr>
        <p:spPr>
          <a:xfrm>
            <a:off x="377686" y="14732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结构简化图：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62673E-44AB-4B6A-8CDE-B646610C108A}"/>
              </a:ext>
            </a:extLst>
          </p:cNvPr>
          <p:cNvSpPr txBox="1"/>
          <p:nvPr/>
        </p:nvSpPr>
        <p:spPr>
          <a:xfrm>
            <a:off x="758825" y="4582637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三个线圈进行星形连接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A5CE08A-20BD-41BB-91B5-FECB0EEAFE1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13226" r="19772" b="3286"/>
          <a:stretch/>
        </p:blipFill>
        <p:spPr>
          <a:xfrm>
            <a:off x="5976619" y="1134349"/>
            <a:ext cx="4165601" cy="3140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6385F05-4C7B-4497-9A6C-279FC73A16E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1769" y="4309746"/>
            <a:ext cx="2897505" cy="1987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8E933CE-5B9A-4E07-A4B7-765AB30E450A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49465" y="4263866"/>
            <a:ext cx="2956561" cy="2022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0207020-55AE-40B6-80F6-A22CA7131C4D}"/>
              </a:ext>
            </a:extLst>
          </p:cNvPr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67161" y="4252912"/>
            <a:ext cx="2956561" cy="20221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93232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C71A86C-FF38-4A66-8374-702C7810C5A1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5" t="13226" r="19772" b="3286"/>
          <a:stretch/>
        </p:blipFill>
        <p:spPr>
          <a:xfrm>
            <a:off x="63499" y="1716881"/>
            <a:ext cx="4914901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219FF89-2BE8-48F0-A9DA-0308A122AA0D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25636" y="2705258"/>
            <a:ext cx="5274310" cy="17570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9705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旋转原理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D219FF89-2BE8-48F0-A9DA-0308A122AA0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71286" y="1390808"/>
            <a:ext cx="5274310" cy="175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2ED19CAE-4DC4-4227-A004-C41AF44336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9797" y="3362488"/>
            <a:ext cx="9161905" cy="2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98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平行四边形 4"/>
          <p:cNvSpPr>
            <a:spLocks noChangeArrowheads="1"/>
          </p:cNvSpPr>
          <p:nvPr/>
        </p:nvSpPr>
        <p:spPr bwMode="auto">
          <a:xfrm>
            <a:off x="1471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445" name="组合 10"/>
          <p:cNvGrpSpPr>
            <a:grpSpLocks/>
          </p:cNvGrpSpPr>
          <p:nvPr/>
        </p:nvGrpSpPr>
        <p:grpSpPr bwMode="auto">
          <a:xfrm>
            <a:off x="7037062" y="3129969"/>
            <a:ext cx="619125" cy="472157"/>
            <a:chOff x="0" y="0"/>
            <a:chExt cx="877513" cy="643017"/>
          </a:xfrm>
        </p:grpSpPr>
        <p:sp>
          <p:nvSpPr>
            <p:cNvPr id="17447" name="平行四边形 9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8" name="平行四边形 8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46" name="文本框 11"/>
          <p:cNvSpPr txBox="1">
            <a:spLocks noChangeArrowheads="1"/>
          </p:cNvSpPr>
          <p:nvPr/>
        </p:nvSpPr>
        <p:spPr bwMode="auto">
          <a:xfrm>
            <a:off x="7139409" y="3099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41" name="组合 14"/>
          <p:cNvGrpSpPr>
            <a:grpSpLocks/>
          </p:cNvGrpSpPr>
          <p:nvPr/>
        </p:nvGrpSpPr>
        <p:grpSpPr bwMode="auto">
          <a:xfrm>
            <a:off x="7037062" y="3891969"/>
            <a:ext cx="619125" cy="472157"/>
            <a:chOff x="0" y="0"/>
            <a:chExt cx="877513" cy="643017"/>
          </a:xfrm>
        </p:grpSpPr>
        <p:sp>
          <p:nvSpPr>
            <p:cNvPr id="17443" name="平行四边形 16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7444" name="平行四边形 17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442" name="文本框 15"/>
          <p:cNvSpPr txBox="1">
            <a:spLocks noChangeArrowheads="1"/>
          </p:cNvSpPr>
          <p:nvPr/>
        </p:nvSpPr>
        <p:spPr bwMode="auto">
          <a:xfrm>
            <a:off x="7139409" y="3861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37" name="组合 19"/>
          <p:cNvGrpSpPr>
            <a:grpSpLocks/>
          </p:cNvGrpSpPr>
          <p:nvPr/>
        </p:nvGrpSpPr>
        <p:grpSpPr bwMode="auto">
          <a:xfrm>
            <a:off x="7037062" y="4653969"/>
            <a:ext cx="619125" cy="472157"/>
            <a:chOff x="0" y="0"/>
            <a:chExt cx="877513" cy="643017"/>
          </a:xfrm>
        </p:grpSpPr>
        <p:sp>
          <p:nvSpPr>
            <p:cNvPr id="17439" name="平行四边形 21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0" name="平行四边形 22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38" name="文本框 20"/>
          <p:cNvSpPr txBox="1">
            <a:spLocks noChangeArrowheads="1"/>
          </p:cNvSpPr>
          <p:nvPr/>
        </p:nvSpPr>
        <p:spPr bwMode="auto">
          <a:xfrm>
            <a:off x="7139409" y="4623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19" name="平行四边形 33"/>
          <p:cNvSpPr>
            <a:spLocks noChangeArrowheads="1"/>
          </p:cNvSpPr>
          <p:nvPr/>
        </p:nvSpPr>
        <p:spPr bwMode="auto">
          <a:xfrm>
            <a:off x="7681587" y="3197786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0" name="Rectangle 6"/>
          <p:cNvSpPr>
            <a:spLocks noChangeArrowheads="1"/>
          </p:cNvSpPr>
          <p:nvPr/>
        </p:nvSpPr>
        <p:spPr bwMode="auto">
          <a:xfrm>
            <a:off x="8087987" y="3200961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整体设计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1" name="平行四边形 35"/>
          <p:cNvSpPr>
            <a:spLocks noChangeArrowheads="1"/>
          </p:cNvSpPr>
          <p:nvPr/>
        </p:nvSpPr>
        <p:spPr bwMode="auto">
          <a:xfrm>
            <a:off x="7681587" y="3945498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2" name="Rectangle 6"/>
          <p:cNvSpPr>
            <a:spLocks noChangeArrowheads="1"/>
          </p:cNvSpPr>
          <p:nvPr/>
        </p:nvSpPr>
        <p:spPr bwMode="auto">
          <a:xfrm>
            <a:off x="8087987" y="3948673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MOS</a:t>
            </a: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选型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3" name="平行四边形 37"/>
          <p:cNvSpPr>
            <a:spLocks noChangeArrowheads="1"/>
          </p:cNvSpPr>
          <p:nvPr/>
        </p:nvSpPr>
        <p:spPr bwMode="auto">
          <a:xfrm>
            <a:off x="7681586" y="4696386"/>
            <a:ext cx="2533369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4" name="Rectangle 6"/>
          <p:cNvSpPr>
            <a:spLocks noChangeArrowheads="1"/>
          </p:cNvSpPr>
          <p:nvPr/>
        </p:nvSpPr>
        <p:spPr bwMode="auto">
          <a:xfrm>
            <a:off x="8087987" y="4701148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原理图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1AC654-7A20-4DDB-80F4-2699C423F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90" y="0"/>
            <a:ext cx="9027710" cy="1085850"/>
          </a:xfrm>
          <a:prstGeom prst="rect">
            <a:avLst/>
          </a:prstGeom>
        </p:spPr>
      </p:pic>
      <p:sp>
        <p:nvSpPr>
          <p:cNvPr id="50" name="平行四边形 5">
            <a:extLst>
              <a:ext uri="{FF2B5EF4-FFF2-40B4-BE49-F238E27FC236}">
                <a16:creationId xmlns:a16="http://schemas.microsoft.com/office/drawing/2014/main" id="{5231F5B0-6775-4966-BD89-592487CEE5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51" name="文本框 5">
            <a:extLst>
              <a:ext uri="{FF2B5EF4-FFF2-40B4-BE49-F238E27FC236}">
                <a16:creationId xmlns:a16="http://schemas.microsoft.com/office/drawing/2014/main" id="{91A85A5A-65F5-4FE3-808C-85F23527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757" y="2477294"/>
            <a:ext cx="1652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zh-CN" altLang="en-US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二</a:t>
            </a: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章</a:t>
            </a:r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21822B91-7E52-4681-93C8-53D02057C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135" y="3143102"/>
            <a:ext cx="3757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硬件电路</a:t>
            </a:r>
            <a:endParaRPr 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750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74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6" grpId="0"/>
      <p:bldP spid="17442" grpId="0"/>
      <p:bldP spid="17438" grpId="0"/>
      <p:bldP spid="17419" grpId="0" animBg="1"/>
      <p:bldP spid="17420" grpId="0"/>
      <p:bldP spid="17421" grpId="0" animBg="1"/>
      <p:bldP spid="17422" grpId="0"/>
      <p:bldP spid="17423" grpId="0" animBg="1"/>
      <p:bldP spid="174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整体设计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7B29FE4-2DDB-A9BC-080E-1200C0F9A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287" y="1228518"/>
            <a:ext cx="83534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5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24769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预驱及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MOS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选型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38D45B4-B036-4277-AE1E-BB9A3DD64DBE}"/>
              </a:ext>
            </a:extLst>
          </p:cNvPr>
          <p:cNvSpPr txBox="1"/>
          <p:nvPr/>
        </p:nvSpPr>
        <p:spPr>
          <a:xfrm>
            <a:off x="1119545" y="1368490"/>
            <a:ext cx="190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预驱：</a:t>
            </a:r>
            <a:r>
              <a:rPr lang="fr-FR" altLang="zh-CN" dirty="0"/>
              <a:t>AUIRS2181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54F340F-F095-496D-8B7C-901362E6F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545" y="2092386"/>
            <a:ext cx="1980952" cy="160952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EAC26C0-4BC0-45CD-8E91-BD736B95815F}"/>
              </a:ext>
            </a:extLst>
          </p:cNvPr>
          <p:cNvSpPr txBox="1"/>
          <p:nvPr/>
        </p:nvSpPr>
        <p:spPr>
          <a:xfrm>
            <a:off x="6096000" y="1358571"/>
            <a:ext cx="2162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MOS</a:t>
            </a:r>
            <a:r>
              <a:rPr lang="zh-CN" altLang="en-US" dirty="0"/>
              <a:t>：</a:t>
            </a:r>
            <a:r>
              <a:rPr lang="fr-FR" altLang="zh-CN" dirty="0"/>
              <a:t>BSC014N04LS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2FB6F4-E735-4C3E-9989-DC9282A48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799817" y="1869556"/>
            <a:ext cx="1412226" cy="20569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7FFAF5E-B51B-4853-9991-BCE713559C26}"/>
              </a:ext>
            </a:extLst>
          </p:cNvPr>
          <p:cNvSpPr txBox="1"/>
          <p:nvPr/>
        </p:nvSpPr>
        <p:spPr>
          <a:xfrm>
            <a:off x="6397625" y="4049486"/>
            <a:ext cx="262283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最大电流</a:t>
            </a:r>
            <a:r>
              <a:rPr lang="en-US" altLang="zh-CN" dirty="0"/>
              <a:t>198A</a:t>
            </a: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10V</a:t>
            </a:r>
            <a:r>
              <a:rPr lang="zh-CN" altLang="en-US" dirty="0"/>
              <a:t>时，内阻仅</a:t>
            </a:r>
            <a:r>
              <a:rPr lang="en-US" altLang="zh-CN" dirty="0"/>
              <a:t>1.4mΩ</a:t>
            </a:r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开启电压非常低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7ACF2E6-8673-45CD-BC99-CD9350488AE0}"/>
              </a:ext>
            </a:extLst>
          </p:cNvPr>
          <p:cNvSpPr/>
          <p:nvPr/>
        </p:nvSpPr>
        <p:spPr>
          <a:xfrm>
            <a:off x="501650" y="4141232"/>
            <a:ext cx="39560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驱动能力强，峰值</a:t>
            </a:r>
            <a:r>
              <a:rPr lang="en-US" altLang="zh-CN" dirty="0"/>
              <a:t>1.9A</a:t>
            </a: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支持电压</a:t>
            </a:r>
            <a:r>
              <a:rPr lang="en-US" altLang="zh-CN" dirty="0"/>
              <a:t>10~20V</a:t>
            </a:r>
            <a:r>
              <a:rPr lang="zh-CN" altLang="en-US" dirty="0"/>
              <a:t>，带有欠压保护</a:t>
            </a: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兼容</a:t>
            </a:r>
            <a:r>
              <a:rPr lang="en-US" altLang="zh-CN" dirty="0"/>
              <a:t>3.3V</a:t>
            </a:r>
            <a:r>
              <a:rPr lang="zh-CN" altLang="en-US" dirty="0"/>
              <a:t>和</a:t>
            </a:r>
            <a:r>
              <a:rPr lang="en-US" altLang="zh-CN" dirty="0"/>
              <a:t>5V</a:t>
            </a:r>
            <a:r>
              <a:rPr lang="zh-CN" altLang="en-US" dirty="0"/>
              <a:t>输入逻辑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设置有死区时间，防止高低侧直通</a:t>
            </a:r>
          </a:p>
        </p:txBody>
      </p:sp>
    </p:spTree>
    <p:extLst>
      <p:ext uri="{BB962C8B-B14F-4D97-AF65-F5344CB8AC3E}">
        <p14:creationId xmlns:p14="http://schemas.microsoft.com/office/powerpoint/2010/main" val="1255521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7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电路原理图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0C7C6E-7F58-453E-981C-589DE1338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318" y="1149557"/>
            <a:ext cx="2542857" cy="5019048"/>
          </a:xfrm>
          <a:prstGeom prst="rect">
            <a:avLst/>
          </a:prstGeom>
        </p:spPr>
      </p:pic>
      <p:pic>
        <p:nvPicPr>
          <p:cNvPr id="7" name="图片 6" descr="图示, 示意图&#10;&#10;AI 生成的内容可能不正确。">
            <a:extLst>
              <a:ext uri="{FF2B5EF4-FFF2-40B4-BE49-F238E27FC236}">
                <a16:creationId xmlns:a16="http://schemas.microsoft.com/office/drawing/2014/main" id="{AE6A1A2F-FD69-694D-A592-F3FAE49FF8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5" t="11852" r="14136" b="6180"/>
          <a:stretch/>
        </p:blipFill>
        <p:spPr>
          <a:xfrm>
            <a:off x="603250" y="1295820"/>
            <a:ext cx="7924800" cy="50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64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电路原理图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850589-0D75-471E-9E52-44066DB6FC25}"/>
                  </a:ext>
                </a:extLst>
              </p:cNvPr>
              <p:cNvSpPr txBox="1"/>
              <p:nvPr/>
            </p:nvSpPr>
            <p:spPr>
              <a:xfrm>
                <a:off x="7863792" y="3022102"/>
                <a:ext cx="3344185" cy="38113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b="0" i="1" dirty="0">
                    <a:latin typeface="Cambria Math" panose="02040503050406030204" pitchFamily="18" charset="0"/>
                  </a:rPr>
                  <a:t>满足</a:t>
                </a:r>
                <a:r>
                  <a:rPr lang="en-US" altLang="zh-CN" b="0" i="1" dirty="0">
                    <a:latin typeface="Cambria Math" panose="02040503050406030204" pitchFamily="18" charset="0"/>
                  </a:rPr>
                  <a:t>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43+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44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47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49</m:t>
                        </m:r>
                      </m:den>
                    </m:f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𝐶𝑈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40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43+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44</m:t>
                        </m:r>
                      </m:den>
                    </m:f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* (IA-ISUM) +VREF</a:t>
                </a:r>
              </a:p>
              <a:p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𝐶𝑈</m:t>
                    </m:r>
                    <m:r>
                      <m:rPr>
                        <m:lit/>
                      </m:rPr>
                      <a:rPr lang="en-US" altLang="zh-CN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=75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* (IA-ISUM) +VREF</a:t>
                </a:r>
              </a:p>
              <a:p>
                <a:endParaRPr lang="en-US" altLang="zh-CN" dirty="0"/>
              </a:p>
              <a:p>
                <a:r>
                  <a:rPr lang="zh-CN" altLang="en-US" sz="1200" dirty="0"/>
                  <a:t>假设单片机</a:t>
                </a:r>
                <a:r>
                  <a:rPr lang="en-US" altLang="zh-CN" sz="1200" dirty="0"/>
                  <a:t>12</a:t>
                </a:r>
                <a:r>
                  <a:rPr lang="zh-CN" altLang="en-US" sz="1200" dirty="0"/>
                  <a:t>位采集值为：</a:t>
                </a:r>
                <a:r>
                  <a:rPr lang="en-US" altLang="zh-CN" sz="1200" dirty="0"/>
                  <a:t>2400</a:t>
                </a:r>
              </a:p>
              <a:p>
                <a:r>
                  <a:rPr lang="zh-CN" altLang="en-US" sz="1200" dirty="0"/>
                  <a:t>那么电流计算如下：</a:t>
                </a:r>
                <a:endParaRPr lang="en-US" altLang="zh-CN" sz="1200" dirty="0"/>
              </a:p>
              <a:p>
                <a:endParaRPr lang="en-US" altLang="zh-CN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2400−2048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4096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∗3.3 ÷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75÷0.002≈1.89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sz="1200" b="0" dirty="0">
                  <a:ea typeface="Cambria Math" panose="02040503050406030204" pitchFamily="18" charset="0"/>
                </a:endParaRPr>
              </a:p>
              <a:p>
                <a:endParaRPr lang="en-US" altLang="zh-CN" sz="1200" b="0" dirty="0">
                  <a:ea typeface="Cambria Math" panose="02040503050406030204" pitchFamily="18" charset="0"/>
                </a:endParaRP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B850589-0D75-471E-9E52-44066DB6F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792" y="3022102"/>
                <a:ext cx="3344185" cy="3811364"/>
              </a:xfrm>
              <a:prstGeom prst="rect">
                <a:avLst/>
              </a:prstGeom>
              <a:blipFill>
                <a:blip r:embed="rId3"/>
                <a:stretch>
                  <a:fillRect l="-4372" t="-1120" r="-3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FB2366E-E458-4CE5-B705-D0BE4020EA35}"/>
              </a:ext>
            </a:extLst>
          </p:cNvPr>
          <p:cNvCxnSpPr>
            <a:cxnSpLocks/>
          </p:cNvCxnSpPr>
          <p:nvPr/>
        </p:nvCxnSpPr>
        <p:spPr bwMode="auto">
          <a:xfrm>
            <a:off x="8142514" y="2202024"/>
            <a:ext cx="278674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E819452-926D-4E48-B369-FE44F7350AA5}"/>
              </a:ext>
            </a:extLst>
          </p:cNvPr>
          <p:cNvCxnSpPr>
            <a:cxnSpLocks/>
          </p:cNvCxnSpPr>
          <p:nvPr/>
        </p:nvCxnSpPr>
        <p:spPr bwMode="auto">
          <a:xfrm flipV="1">
            <a:off x="8329128" y="1138336"/>
            <a:ext cx="0" cy="12938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173DE016-389A-43D2-B091-6258A1F949A6}"/>
              </a:ext>
            </a:extLst>
          </p:cNvPr>
          <p:cNvSpPr/>
          <p:nvPr/>
        </p:nvSpPr>
        <p:spPr bwMode="auto">
          <a:xfrm>
            <a:off x="8329126" y="1913114"/>
            <a:ext cx="2369974" cy="550862"/>
          </a:xfrm>
          <a:custGeom>
            <a:avLst/>
            <a:gdLst>
              <a:gd name="connsiteX0" fmla="*/ 0 w 1747934"/>
              <a:gd name="connsiteY0" fmla="*/ 421215 h 806889"/>
              <a:gd name="connsiteX1" fmla="*/ 317240 w 1747934"/>
              <a:gd name="connsiteY1" fmla="*/ 10668 h 806889"/>
              <a:gd name="connsiteX2" fmla="*/ 740228 w 1747934"/>
              <a:gd name="connsiteY2" fmla="*/ 806880 h 806889"/>
              <a:gd name="connsiteX3" fmla="*/ 1088571 w 1747934"/>
              <a:gd name="connsiteY3" fmla="*/ 29329 h 806889"/>
              <a:gd name="connsiteX4" fmla="*/ 1511559 w 1747934"/>
              <a:gd name="connsiteY4" fmla="*/ 800660 h 806889"/>
              <a:gd name="connsiteX5" fmla="*/ 1747934 w 1747934"/>
              <a:gd name="connsiteY5" fmla="*/ 35550 h 80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7934" h="806889">
                <a:moveTo>
                  <a:pt x="0" y="421215"/>
                </a:moveTo>
                <a:cubicBezTo>
                  <a:pt x="96934" y="183803"/>
                  <a:pt x="193869" y="-53609"/>
                  <a:pt x="317240" y="10668"/>
                </a:cubicBezTo>
                <a:cubicBezTo>
                  <a:pt x="440611" y="74945"/>
                  <a:pt x="611673" y="803770"/>
                  <a:pt x="740228" y="806880"/>
                </a:cubicBezTo>
                <a:cubicBezTo>
                  <a:pt x="868783" y="809990"/>
                  <a:pt x="960016" y="30366"/>
                  <a:pt x="1088571" y="29329"/>
                </a:cubicBezTo>
                <a:cubicBezTo>
                  <a:pt x="1217126" y="28292"/>
                  <a:pt x="1401665" y="799623"/>
                  <a:pt x="1511559" y="800660"/>
                </a:cubicBezTo>
                <a:cubicBezTo>
                  <a:pt x="1621453" y="801697"/>
                  <a:pt x="1639077" y="37623"/>
                  <a:pt x="1747934" y="3555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C0127BB-FF5F-488F-A8E0-FBF10226076D}"/>
              </a:ext>
            </a:extLst>
          </p:cNvPr>
          <p:cNvSpPr txBox="1"/>
          <p:nvPr/>
        </p:nvSpPr>
        <p:spPr>
          <a:xfrm>
            <a:off x="10860833" y="2003879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CA281B4-D938-4F64-9497-17C8361A07A7}"/>
              </a:ext>
            </a:extLst>
          </p:cNvPr>
          <p:cNvSpPr txBox="1"/>
          <p:nvPr/>
        </p:nvSpPr>
        <p:spPr>
          <a:xfrm>
            <a:off x="8050338" y="860710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4B22F32-6BDA-4CCF-8B3E-1075F5DE6B06}"/>
              </a:ext>
            </a:extLst>
          </p:cNvPr>
          <p:cNvSpPr txBox="1"/>
          <p:nvPr/>
        </p:nvSpPr>
        <p:spPr>
          <a:xfrm>
            <a:off x="8097418" y="21302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4B4D7A6-59FC-4378-BD0D-E287E9247B8A}"/>
              </a:ext>
            </a:extLst>
          </p:cNvPr>
          <p:cNvCxnSpPr>
            <a:cxnSpLocks/>
          </p:cNvCxnSpPr>
          <p:nvPr/>
        </p:nvCxnSpPr>
        <p:spPr bwMode="auto">
          <a:xfrm>
            <a:off x="8329126" y="1873655"/>
            <a:ext cx="2531707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24D6A589-23CB-427B-A530-83F695619CCC}"/>
              </a:ext>
            </a:extLst>
          </p:cNvPr>
          <p:cNvSpPr txBox="1"/>
          <p:nvPr/>
        </p:nvSpPr>
        <p:spPr>
          <a:xfrm>
            <a:off x="7925692" y="1693515"/>
            <a:ext cx="483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V</a:t>
            </a:r>
            <a:r>
              <a:rPr lang="en-US" altLang="zh-CN" baseline="-25000" dirty="0" err="1"/>
              <a:t>ref</a:t>
            </a:r>
            <a:endParaRPr lang="zh-CN" altLang="en-US" baseline="-25000" dirty="0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7920840E-CC90-4A45-B6AB-21342D046759}"/>
              </a:ext>
            </a:extLst>
          </p:cNvPr>
          <p:cNvSpPr/>
          <p:nvPr/>
        </p:nvSpPr>
        <p:spPr bwMode="auto">
          <a:xfrm>
            <a:off x="8329126" y="1595107"/>
            <a:ext cx="2369974" cy="550862"/>
          </a:xfrm>
          <a:custGeom>
            <a:avLst/>
            <a:gdLst>
              <a:gd name="connsiteX0" fmla="*/ 0 w 1747934"/>
              <a:gd name="connsiteY0" fmla="*/ 421215 h 806889"/>
              <a:gd name="connsiteX1" fmla="*/ 317240 w 1747934"/>
              <a:gd name="connsiteY1" fmla="*/ 10668 h 806889"/>
              <a:gd name="connsiteX2" fmla="*/ 740228 w 1747934"/>
              <a:gd name="connsiteY2" fmla="*/ 806880 h 806889"/>
              <a:gd name="connsiteX3" fmla="*/ 1088571 w 1747934"/>
              <a:gd name="connsiteY3" fmla="*/ 29329 h 806889"/>
              <a:gd name="connsiteX4" fmla="*/ 1511559 w 1747934"/>
              <a:gd name="connsiteY4" fmla="*/ 800660 h 806889"/>
              <a:gd name="connsiteX5" fmla="*/ 1747934 w 1747934"/>
              <a:gd name="connsiteY5" fmla="*/ 35550 h 806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47934" h="806889">
                <a:moveTo>
                  <a:pt x="0" y="421215"/>
                </a:moveTo>
                <a:cubicBezTo>
                  <a:pt x="96934" y="183803"/>
                  <a:pt x="193869" y="-53609"/>
                  <a:pt x="317240" y="10668"/>
                </a:cubicBezTo>
                <a:cubicBezTo>
                  <a:pt x="440611" y="74945"/>
                  <a:pt x="611673" y="803770"/>
                  <a:pt x="740228" y="806880"/>
                </a:cubicBezTo>
                <a:cubicBezTo>
                  <a:pt x="868783" y="809990"/>
                  <a:pt x="960016" y="30366"/>
                  <a:pt x="1088571" y="29329"/>
                </a:cubicBezTo>
                <a:cubicBezTo>
                  <a:pt x="1217126" y="28292"/>
                  <a:pt x="1401665" y="799623"/>
                  <a:pt x="1511559" y="800660"/>
                </a:cubicBezTo>
                <a:cubicBezTo>
                  <a:pt x="1621453" y="801697"/>
                  <a:pt x="1639077" y="37623"/>
                  <a:pt x="1747934" y="3555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itchFamily="34" charset="0"/>
              <a:ea typeface="宋体" pitchFamily="2" charset="-122"/>
            </a:endParaRPr>
          </a:p>
        </p:txBody>
      </p:sp>
      <p:pic>
        <p:nvPicPr>
          <p:cNvPr id="6" name="图片 5" descr="图示, 示意图&#10;&#10;AI 生成的内容可能不正确。">
            <a:extLst>
              <a:ext uri="{FF2B5EF4-FFF2-40B4-BE49-F238E27FC236}">
                <a16:creationId xmlns:a16="http://schemas.microsoft.com/office/drawing/2014/main" id="{46CAA468-44E7-C72D-A4E1-674EC35FC1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03" t="8264" r="8019" b="7375"/>
          <a:stretch/>
        </p:blipFill>
        <p:spPr>
          <a:xfrm>
            <a:off x="603250" y="1290307"/>
            <a:ext cx="7069263" cy="4829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523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18" grpId="0"/>
      <p:bldP spid="26" grpId="0"/>
      <p:bldP spid="19" grpId="0"/>
      <p:bldP spid="24" grpId="0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72354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电路原理图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 dirty="0">
              <a:solidFill>
                <a:srgbClr val="FFFFFF"/>
              </a:solidFill>
            </a:endParaRPr>
          </a:p>
        </p:txBody>
      </p:sp>
      <p:pic>
        <p:nvPicPr>
          <p:cNvPr id="4" name="图片 3" descr="图示, 示意图&#10;&#10;AI 生成的内容可能不正确。">
            <a:extLst>
              <a:ext uri="{FF2B5EF4-FFF2-40B4-BE49-F238E27FC236}">
                <a16:creationId xmlns:a16="http://schemas.microsoft.com/office/drawing/2014/main" id="{CBC6BE09-AAFD-0C4B-11F8-AAF647780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5" t="18168" r="7826" b="56329"/>
          <a:stretch/>
        </p:blipFill>
        <p:spPr>
          <a:xfrm>
            <a:off x="1839843" y="1792356"/>
            <a:ext cx="6327913" cy="1348408"/>
          </a:xfrm>
          <a:prstGeom prst="rect">
            <a:avLst/>
          </a:prstGeom>
        </p:spPr>
      </p:pic>
      <p:pic>
        <p:nvPicPr>
          <p:cNvPr id="6" name="图片 5" descr="图示, 示意图&#10;&#10;AI 生成的内容可能不正确。">
            <a:extLst>
              <a:ext uri="{FF2B5EF4-FFF2-40B4-BE49-F238E27FC236}">
                <a16:creationId xmlns:a16="http://schemas.microsoft.com/office/drawing/2014/main" id="{A37B7D0E-1C12-3DE9-E112-4539C65F5D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2" t="17839" r="3768" b="11093"/>
          <a:stretch/>
        </p:blipFill>
        <p:spPr>
          <a:xfrm>
            <a:off x="1617427" y="3067448"/>
            <a:ext cx="7341705" cy="389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89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平行四边形 4"/>
          <p:cNvSpPr>
            <a:spLocks noChangeArrowheads="1"/>
          </p:cNvSpPr>
          <p:nvPr/>
        </p:nvSpPr>
        <p:spPr bwMode="auto">
          <a:xfrm>
            <a:off x="1471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445" name="组合 10"/>
          <p:cNvGrpSpPr>
            <a:grpSpLocks/>
          </p:cNvGrpSpPr>
          <p:nvPr/>
        </p:nvGrpSpPr>
        <p:grpSpPr bwMode="auto">
          <a:xfrm>
            <a:off x="7037062" y="3129969"/>
            <a:ext cx="619125" cy="472157"/>
            <a:chOff x="0" y="0"/>
            <a:chExt cx="877513" cy="643017"/>
          </a:xfrm>
        </p:grpSpPr>
        <p:sp>
          <p:nvSpPr>
            <p:cNvPr id="17447" name="平行四边形 9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8" name="平行四边形 8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46" name="文本框 11"/>
          <p:cNvSpPr txBox="1">
            <a:spLocks noChangeArrowheads="1"/>
          </p:cNvSpPr>
          <p:nvPr/>
        </p:nvSpPr>
        <p:spPr bwMode="auto">
          <a:xfrm>
            <a:off x="7139409" y="3099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7441" name="组合 14"/>
          <p:cNvGrpSpPr>
            <a:grpSpLocks/>
          </p:cNvGrpSpPr>
          <p:nvPr/>
        </p:nvGrpSpPr>
        <p:grpSpPr bwMode="auto">
          <a:xfrm>
            <a:off x="7037062" y="3891969"/>
            <a:ext cx="619125" cy="472157"/>
            <a:chOff x="0" y="0"/>
            <a:chExt cx="877513" cy="643017"/>
          </a:xfrm>
        </p:grpSpPr>
        <p:sp>
          <p:nvSpPr>
            <p:cNvPr id="17443" name="平行四边形 16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  <p:sp>
          <p:nvSpPr>
            <p:cNvPr id="17444" name="平行四边形 17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sp>
        <p:nvSpPr>
          <p:cNvPr id="17442" name="文本框 15"/>
          <p:cNvSpPr txBox="1">
            <a:spLocks noChangeArrowheads="1"/>
          </p:cNvSpPr>
          <p:nvPr/>
        </p:nvSpPr>
        <p:spPr bwMode="auto">
          <a:xfrm>
            <a:off x="7139409" y="3861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19" name="平行四边形 33"/>
          <p:cNvSpPr>
            <a:spLocks noChangeArrowheads="1"/>
          </p:cNvSpPr>
          <p:nvPr/>
        </p:nvSpPr>
        <p:spPr bwMode="auto">
          <a:xfrm>
            <a:off x="7681587" y="3197786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0" name="Rectangle 6"/>
          <p:cNvSpPr>
            <a:spLocks noChangeArrowheads="1"/>
          </p:cNvSpPr>
          <p:nvPr/>
        </p:nvSpPr>
        <p:spPr bwMode="auto">
          <a:xfrm>
            <a:off x="8087987" y="3200961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仿真电路</a:t>
            </a:r>
            <a:endParaRPr lang="zh-CN" alt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21" name="平行四边形 35"/>
          <p:cNvSpPr>
            <a:spLocks noChangeArrowheads="1"/>
          </p:cNvSpPr>
          <p:nvPr/>
        </p:nvSpPr>
        <p:spPr bwMode="auto">
          <a:xfrm>
            <a:off x="7681587" y="3945498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2" name="Rectangle 6"/>
          <p:cNvSpPr>
            <a:spLocks noChangeArrowheads="1"/>
          </p:cNvSpPr>
          <p:nvPr/>
        </p:nvSpPr>
        <p:spPr bwMode="auto">
          <a:xfrm>
            <a:off x="8087987" y="3948673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仿真运行结果</a:t>
            </a:r>
            <a:endParaRPr lang="zh-CN" alt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1AC654-7A20-4DDB-80F4-2699C423F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90" y="0"/>
            <a:ext cx="9027710" cy="1085850"/>
          </a:xfrm>
          <a:prstGeom prst="rect">
            <a:avLst/>
          </a:prstGeom>
        </p:spPr>
      </p:pic>
      <p:sp>
        <p:nvSpPr>
          <p:cNvPr id="50" name="平行四边形 5">
            <a:extLst>
              <a:ext uri="{FF2B5EF4-FFF2-40B4-BE49-F238E27FC236}">
                <a16:creationId xmlns:a16="http://schemas.microsoft.com/office/drawing/2014/main" id="{5231F5B0-6775-4966-BD89-592487CEE5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51" name="文本框 5">
            <a:extLst>
              <a:ext uri="{FF2B5EF4-FFF2-40B4-BE49-F238E27FC236}">
                <a16:creationId xmlns:a16="http://schemas.microsoft.com/office/drawing/2014/main" id="{91A85A5A-65F5-4FE3-808C-85F23527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757" y="2477294"/>
            <a:ext cx="1652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zh-CN" altLang="en-US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三</a:t>
            </a: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章</a:t>
            </a:r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21822B91-7E52-4681-93C8-53D02057C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135" y="3143102"/>
            <a:ext cx="3757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仿真验证</a:t>
            </a:r>
            <a:endParaRPr 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6259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6" grpId="0"/>
      <p:bldP spid="17442" grpId="0"/>
      <p:bldP spid="17419" grpId="0" animBg="1"/>
      <p:bldP spid="17420" grpId="0"/>
      <p:bldP spid="17421" grpId="0" animBg="1"/>
      <p:bldP spid="174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14157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仿真电路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5" name="图片 4" descr="图表, 箱线图&#10;&#10;AI 生成的内容可能不正确。">
            <a:extLst>
              <a:ext uri="{FF2B5EF4-FFF2-40B4-BE49-F238E27FC236}">
                <a16:creationId xmlns:a16="http://schemas.microsoft.com/office/drawing/2014/main" id="{80525EE0-5998-EFAE-49D7-335805E6D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034" y="974725"/>
            <a:ext cx="9991932" cy="563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807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仿真运行结果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E0140F8E-2486-C124-1B14-B61F0EEC7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006" y="974725"/>
            <a:ext cx="10127238" cy="554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439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/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/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/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/>
          <p:cNvSpPr>
            <a:spLocks noChangeArrowheads="1"/>
          </p:cNvSpPr>
          <p:nvPr/>
        </p:nvSpPr>
        <p:spPr bwMode="auto">
          <a:xfrm>
            <a:off x="817563" y="423863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仿真运行结果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/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/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140F8E-2486-C124-1B14-B61F0EEC7B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8233" y="1030288"/>
            <a:ext cx="9998783" cy="554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4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53B2-6EDC-C020-237C-4A636224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>
            <a:extLst>
              <a:ext uri="{FF2B5EF4-FFF2-40B4-BE49-F238E27FC236}">
                <a16:creationId xmlns:a16="http://schemas.microsoft.com/office/drawing/2014/main" id="{BD8254B2-0E20-E796-A906-D099A7F70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>
            <a:extLst>
              <a:ext uri="{FF2B5EF4-FFF2-40B4-BE49-F238E27FC236}">
                <a16:creationId xmlns:a16="http://schemas.microsoft.com/office/drawing/2014/main" id="{C4DF73A9-E73A-2F0F-171A-FA5912CD3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>
            <a:extLst>
              <a:ext uri="{FF2B5EF4-FFF2-40B4-BE49-F238E27FC236}">
                <a16:creationId xmlns:a16="http://schemas.microsoft.com/office/drawing/2014/main" id="{46A086EE-1C1D-3BCC-0986-095BB497B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>
            <a:extLst>
              <a:ext uri="{FF2B5EF4-FFF2-40B4-BE49-F238E27FC236}">
                <a16:creationId xmlns:a16="http://schemas.microsoft.com/office/drawing/2014/main" id="{2C09A0C9-9D5E-3FF3-B4D2-EA80C7C1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423863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仿真运行结果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>
            <a:extLst>
              <a:ext uri="{FF2B5EF4-FFF2-40B4-BE49-F238E27FC236}">
                <a16:creationId xmlns:a16="http://schemas.microsoft.com/office/drawing/2014/main" id="{7411C85B-27B3-3DC5-E4ED-A6E32FBAA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>
            <a:extLst>
              <a:ext uri="{FF2B5EF4-FFF2-40B4-BE49-F238E27FC236}">
                <a16:creationId xmlns:a16="http://schemas.microsoft.com/office/drawing/2014/main" id="{40A658EB-60A3-212E-03E9-CCD136C871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94EC0C-365F-D1C9-57F6-2F1FDFB28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25" y="1075518"/>
            <a:ext cx="10945753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04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053B2-6EDC-C020-237C-4A636224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平行四边形 3">
            <a:extLst>
              <a:ext uri="{FF2B5EF4-FFF2-40B4-BE49-F238E27FC236}">
                <a16:creationId xmlns:a16="http://schemas.microsoft.com/office/drawing/2014/main" id="{BD8254B2-0E20-E796-A906-D099A7F70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0" y="363538"/>
            <a:ext cx="11588750" cy="550862"/>
          </a:xfrm>
          <a:prstGeom prst="parallelogram">
            <a:avLst>
              <a:gd name="adj" fmla="val 41491"/>
            </a:avLst>
          </a:prstGeom>
          <a:solidFill>
            <a:schemeClr val="accent4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59" name="平行四边形 4">
            <a:extLst>
              <a:ext uri="{FF2B5EF4-FFF2-40B4-BE49-F238E27FC236}">
                <a16:creationId xmlns:a16="http://schemas.microsoft.com/office/drawing/2014/main" id="{C4DF73A9-E73A-2F0F-171A-FA5912CD3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" y="363538"/>
            <a:ext cx="752475" cy="550862"/>
          </a:xfrm>
          <a:prstGeom prst="parallelogram">
            <a:avLst>
              <a:gd name="adj" fmla="val 4151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60" name="文本框 5">
            <a:extLst>
              <a:ext uri="{FF2B5EF4-FFF2-40B4-BE49-F238E27FC236}">
                <a16:creationId xmlns:a16="http://schemas.microsoft.com/office/drawing/2014/main" id="{46A086EE-1C1D-3BCC-0986-095BB497B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406400"/>
            <a:ext cx="6318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61" name="矩形 6">
            <a:extLst>
              <a:ext uri="{FF2B5EF4-FFF2-40B4-BE49-F238E27FC236}">
                <a16:creationId xmlns:a16="http://schemas.microsoft.com/office/drawing/2014/main" id="{2C09A0C9-9D5E-3FF3-B4D2-EA80C7C1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3" y="423863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仿真运行结果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484" name="椭圆 74">
            <a:extLst>
              <a:ext uri="{FF2B5EF4-FFF2-40B4-BE49-F238E27FC236}">
                <a16:creationId xmlns:a16="http://schemas.microsoft.com/office/drawing/2014/main" id="{7411C85B-27B3-3DC5-E4ED-A6E32FBAA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80800" y="479425"/>
            <a:ext cx="333375" cy="333375"/>
          </a:xfrm>
          <a:prstGeom prst="ellips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485" name="等腰三角形 75">
            <a:extLst>
              <a:ext uri="{FF2B5EF4-FFF2-40B4-BE49-F238E27FC236}">
                <a16:creationId xmlns:a16="http://schemas.microsoft.com/office/drawing/2014/main" id="{40A658EB-60A3-212E-03E9-CCD136C8714D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11562555" y="561181"/>
            <a:ext cx="212725" cy="182562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94EC0C-365F-D1C9-57F6-2F1FDFB28A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8825" y="1077782"/>
            <a:ext cx="10945753" cy="577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5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平行四边形 4"/>
          <p:cNvSpPr>
            <a:spLocks noChangeArrowheads="1"/>
          </p:cNvSpPr>
          <p:nvPr/>
        </p:nvSpPr>
        <p:spPr bwMode="auto">
          <a:xfrm>
            <a:off x="14710" y="342900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noFill/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445" name="组合 10"/>
          <p:cNvGrpSpPr>
            <a:grpSpLocks/>
          </p:cNvGrpSpPr>
          <p:nvPr/>
        </p:nvGrpSpPr>
        <p:grpSpPr bwMode="auto">
          <a:xfrm>
            <a:off x="7037062" y="3129969"/>
            <a:ext cx="619125" cy="472157"/>
            <a:chOff x="0" y="0"/>
            <a:chExt cx="877513" cy="643017"/>
          </a:xfrm>
        </p:grpSpPr>
        <p:sp>
          <p:nvSpPr>
            <p:cNvPr id="17447" name="平行四边形 9"/>
            <p:cNvSpPr>
              <a:spLocks noChangeArrowheads="1"/>
            </p:cNvSpPr>
            <p:nvPr/>
          </p:nvSpPr>
          <p:spPr bwMode="auto">
            <a:xfrm>
              <a:off x="31500" y="72900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7448" name="平行四边形 8"/>
            <p:cNvSpPr>
              <a:spLocks noChangeArrowheads="1"/>
            </p:cNvSpPr>
            <p:nvPr/>
          </p:nvSpPr>
          <p:spPr bwMode="auto">
            <a:xfrm>
              <a:off x="0" y="-607"/>
              <a:ext cx="846013" cy="570760"/>
            </a:xfrm>
            <a:prstGeom prst="parallelogram">
              <a:avLst>
                <a:gd name="adj" fmla="val 4151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>
                <a:buFont typeface="Arial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</p:grpSp>
      <p:sp>
        <p:nvSpPr>
          <p:cNvPr id="17446" name="文本框 11"/>
          <p:cNvSpPr txBox="1">
            <a:spLocks noChangeArrowheads="1"/>
          </p:cNvSpPr>
          <p:nvPr/>
        </p:nvSpPr>
        <p:spPr bwMode="auto">
          <a:xfrm>
            <a:off x="7139409" y="3099361"/>
            <a:ext cx="63107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en-US" altLang="zh-CN" sz="28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CN" altLang="en-US" sz="28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419" name="平行四边形 33"/>
          <p:cNvSpPr>
            <a:spLocks noChangeArrowheads="1"/>
          </p:cNvSpPr>
          <p:nvPr/>
        </p:nvSpPr>
        <p:spPr bwMode="auto">
          <a:xfrm>
            <a:off x="7681587" y="3197786"/>
            <a:ext cx="2533368" cy="436781"/>
          </a:xfrm>
          <a:prstGeom prst="parallelogram">
            <a:avLst>
              <a:gd name="adj" fmla="val 37966"/>
            </a:avLst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Font typeface="Arial" pitchFamily="34" charset="0"/>
              <a:buNone/>
            </a:pPr>
            <a:endParaRPr lang="zh-CN" altLang="en-US" sz="1600" b="1">
              <a:solidFill>
                <a:schemeClr val="accent2"/>
              </a:solidFill>
              <a:latin typeface="Arial" pitchFamily="34" charset="0"/>
            </a:endParaRPr>
          </a:p>
        </p:txBody>
      </p:sp>
      <p:sp>
        <p:nvSpPr>
          <p:cNvPr id="17420" name="Rectangle 6"/>
          <p:cNvSpPr>
            <a:spLocks noChangeArrowheads="1"/>
          </p:cNvSpPr>
          <p:nvPr/>
        </p:nvSpPr>
        <p:spPr bwMode="auto">
          <a:xfrm>
            <a:off x="8087987" y="3200961"/>
            <a:ext cx="2771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buFont typeface="Arial" pitchFamily="34" charset="0"/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itchFamily="34" charset="-122"/>
                <a:ea typeface="微软雅黑" pitchFamily="34" charset="-122"/>
              </a:rPr>
              <a:t>视频展示</a:t>
            </a:r>
            <a:endParaRPr lang="zh-CN" sz="2000" b="1" dirty="0">
              <a:solidFill>
                <a:schemeClr val="accent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31AC654-7A20-4DDB-80F4-2699C423F0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290" y="0"/>
            <a:ext cx="9027710" cy="1085850"/>
          </a:xfrm>
          <a:prstGeom prst="rect">
            <a:avLst/>
          </a:prstGeom>
        </p:spPr>
      </p:pic>
      <p:sp>
        <p:nvSpPr>
          <p:cNvPr id="50" name="平行四边形 5">
            <a:extLst>
              <a:ext uri="{FF2B5EF4-FFF2-40B4-BE49-F238E27FC236}">
                <a16:creationId xmlns:a16="http://schemas.microsoft.com/office/drawing/2014/main" id="{5231F5B0-6775-4966-BD89-592487CEE5F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0"/>
            <a:ext cx="5676900" cy="3429000"/>
          </a:xfrm>
          <a:prstGeom prst="parallelogram">
            <a:avLst>
              <a:gd name="adj" fmla="val 72837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anchor="ctr"/>
          <a:lstStyle/>
          <a:p>
            <a:pPr algn="ctr">
              <a:buFont typeface="Arial" pitchFamily="34" charset="0"/>
              <a:buNone/>
            </a:pP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51" name="文本框 5">
            <a:extLst>
              <a:ext uri="{FF2B5EF4-FFF2-40B4-BE49-F238E27FC236}">
                <a16:creationId xmlns:a16="http://schemas.microsoft.com/office/drawing/2014/main" id="{91A85A5A-65F5-4FE3-808C-85F23527B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7757" y="2477294"/>
            <a:ext cx="16525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zh-CN" altLang="en-US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四</a:t>
            </a:r>
            <a:r>
              <a:rPr lang="zh-CN" sz="3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章</a:t>
            </a:r>
          </a:p>
        </p:txBody>
      </p:sp>
      <p:sp>
        <p:nvSpPr>
          <p:cNvPr id="52" name="文本框 6">
            <a:extLst>
              <a:ext uri="{FF2B5EF4-FFF2-40B4-BE49-F238E27FC236}">
                <a16:creationId xmlns:a16="http://schemas.microsoft.com/office/drawing/2014/main" id="{21822B91-7E52-4681-93C8-53D02057C8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135" y="3143102"/>
            <a:ext cx="375761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Arial" pitchFamily="34" charset="0"/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成果展示</a:t>
            </a:r>
            <a:endParaRPr lang="zh-CN" sz="4000" b="1" dirty="0">
              <a:solidFill>
                <a:srgbClr val="FFFFFF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080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46" grpId="0"/>
      <p:bldP spid="17419" grpId="0" animBg="1"/>
      <p:bldP spid="174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8BEAD35-CCF1-4AE9-A8F7-A17F28D16F3A}"/>
              </a:ext>
            </a:extLst>
          </p:cNvPr>
          <p:cNvSpPr/>
          <p:nvPr/>
        </p:nvSpPr>
        <p:spPr>
          <a:xfrm>
            <a:off x="983698" y="2731056"/>
            <a:ext cx="68390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40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微软雅黑"/>
                <a:ea typeface="微软雅黑"/>
                <a:cs typeface="+mn-ea"/>
                <a:sym typeface="+mn-lt"/>
              </a:rPr>
              <a:t>感谢观看！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9812351-1D8B-4096-B067-C1161FBF2107}"/>
              </a:ext>
            </a:extLst>
          </p:cNvPr>
          <p:cNvSpPr/>
          <p:nvPr/>
        </p:nvSpPr>
        <p:spPr>
          <a:xfrm rot="18932100">
            <a:off x="6751304" y="-3090723"/>
            <a:ext cx="5051305" cy="5051305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2E98E0E8-560D-4C7C-B4C7-601F790AC01C}"/>
              </a:ext>
            </a:extLst>
          </p:cNvPr>
          <p:cNvSpPr/>
          <p:nvPr/>
        </p:nvSpPr>
        <p:spPr>
          <a:xfrm rot="18958199">
            <a:off x="10979399" y="4155207"/>
            <a:ext cx="2416461" cy="241646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A0532D0-C157-4B54-A4F4-C7746F4FEED9}"/>
              </a:ext>
            </a:extLst>
          </p:cNvPr>
          <p:cNvSpPr/>
          <p:nvPr/>
        </p:nvSpPr>
        <p:spPr>
          <a:xfrm rot="18958199">
            <a:off x="9596217" y="3086976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DCDC5953-4481-488D-B130-6C383D6F3DB9}"/>
              </a:ext>
            </a:extLst>
          </p:cNvPr>
          <p:cNvSpPr/>
          <p:nvPr/>
        </p:nvSpPr>
        <p:spPr>
          <a:xfrm rot="18958199">
            <a:off x="10844604" y="2261553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591E0EB6-FC66-4DB0-A4E7-52899D503FAD}"/>
              </a:ext>
            </a:extLst>
          </p:cNvPr>
          <p:cNvSpPr/>
          <p:nvPr/>
        </p:nvSpPr>
        <p:spPr>
          <a:xfrm rot="18932100">
            <a:off x="187085" y="5171349"/>
            <a:ext cx="5748920" cy="5748920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999ED593-7DE7-41AB-83AB-C67C840702B5}"/>
              </a:ext>
            </a:extLst>
          </p:cNvPr>
          <p:cNvSpPr/>
          <p:nvPr/>
        </p:nvSpPr>
        <p:spPr>
          <a:xfrm rot="18958199">
            <a:off x="6646784" y="4697134"/>
            <a:ext cx="1542281" cy="1542281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7E9A17F5-5639-42CA-8230-4924A1FC5289}"/>
              </a:ext>
            </a:extLst>
          </p:cNvPr>
          <p:cNvSpPr/>
          <p:nvPr/>
        </p:nvSpPr>
        <p:spPr>
          <a:xfrm rot="18958199">
            <a:off x="9043563" y="5076293"/>
            <a:ext cx="617256" cy="617256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8831" y="1085793"/>
            <a:ext cx="1442920" cy="143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46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2" presetClass="entr" presetSubtype="3" fill="hold" grpId="0" nodeType="after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24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25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28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29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2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3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36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3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3" fill="hold" grpId="0" nodeType="withEffect" p14:presetBounceEnd="34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4000">
                                          <p:cBhvr additive="base">
                                            <p:cTn id="40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4000">
                                          <p:cBhvr additive="base">
                                            <p:cTn id="41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" dur="75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0" dur="75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" presetID="3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3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4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5" dur="75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6" dur="75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750"/>
                                </p:stCondLst>
                                <p:childTnLst>
                                  <p:par>
                                    <p:cTn id="18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0" dur="5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250"/>
                                </p:stCondLst>
                                <p:childTnLst>
                                  <p:par>
                                    <p:cTn id="22" presetID="2" presetClass="entr" presetSubtype="3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4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10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2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3" dur="10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6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7" dur="1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8" presetID="2" presetClass="entr" presetSubtype="3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0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1" dur="1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4" grpId="0" animBg="1"/>
          <p:bldP spid="16" grpId="0" animBg="1"/>
          <p:bldP spid="17" grpId="0" animBg="1"/>
          <p:bldP spid="19" grpId="0" animBg="1"/>
          <p:bldP spid="20" grpId="0" animBg="1"/>
          <p:bldP spid="21" grpId="0" animBg="1"/>
          <p:bldP spid="22" grpId="0" animBg="1"/>
        </p:bldLst>
      </p:timing>
    </mc:Fallback>
  </mc:AlternateContent>
</p:sld>
</file>

<file path=ppt/theme/theme1.xml><?xml version="1.0" encoding="utf-8"?>
<a:theme xmlns:a="http://schemas.openxmlformats.org/drawingml/2006/main" name="1_Office 主题">
  <a:themeElements>
    <a:clrScheme name="自定义 7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00B0F0"/>
      </a:accent1>
      <a:accent2>
        <a:srgbClr val="0070C0"/>
      </a:accent2>
      <a:accent3>
        <a:srgbClr val="297FD5"/>
      </a:accent3>
      <a:accent4>
        <a:srgbClr val="40404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3_Office 主题">
  <a:themeElements>
    <a:clrScheme name="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Office 主题">
  <a:themeElements>
    <a:clrScheme name="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6_Office 主题">
  <a:themeElements>
    <a:clrScheme name="6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6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6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7_Office 主题">
  <a:themeElements>
    <a:clrScheme name="7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7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7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8_Office 主题">
  <a:themeElements>
    <a:clrScheme name="8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8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8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Office 主题">
  <a:themeElements>
    <a:clrScheme name="9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9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9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10_Office 主题">
  <a:themeElements>
    <a:clrScheme name="10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0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0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1_Office 主题">
  <a:themeElements>
    <a:clrScheme name="1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1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2_Office 主题">
  <a:themeElements>
    <a:clrScheme name="12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2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2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3_Office 主题">
  <a:themeElements>
    <a:clrScheme name="13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3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3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4_Office 主题">
  <a:themeElements>
    <a:clrScheme name="14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14_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宋体" pitchFamily="2" charset="-122"/>
          </a:defRPr>
        </a:defPPr>
      </a:lstStyle>
    </a:lnDef>
  </a:objectDefaults>
  <a:extraClrSchemeLst>
    <a:extraClrScheme>
      <a:clrScheme name="14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5109</TotalTime>
  <Pages>0</Pages>
  <Words>277</Words>
  <Characters>0</Characters>
  <Application>Microsoft Office PowerPoint</Application>
  <DocSecurity>0</DocSecurity>
  <PresentationFormat>宽屏</PresentationFormat>
  <Lines>0</Lines>
  <Paragraphs>119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21</vt:i4>
      </vt:variant>
    </vt:vector>
  </HeadingPairs>
  <TitlesOfParts>
    <vt:vector size="39" baseType="lpstr">
      <vt:lpstr>微软雅黑</vt:lpstr>
      <vt:lpstr>Arial</vt:lpstr>
      <vt:lpstr>Calibri</vt:lpstr>
      <vt:lpstr>Calibri Light</vt:lpstr>
      <vt:lpstr>Cambria Math</vt:lpstr>
      <vt:lpstr>Wingdings</vt:lpstr>
      <vt:lpstr>1_Office 主题</vt:lpstr>
      <vt:lpstr>3_Office 主题</vt:lpstr>
      <vt:lpstr>4_Office 主题</vt:lpstr>
      <vt:lpstr>6_Office 主题</vt:lpstr>
      <vt:lpstr>7_Office 主题</vt:lpstr>
      <vt:lpstr>8_Office 主题</vt:lpstr>
      <vt:lpstr>9_Office 主题</vt:lpstr>
      <vt:lpstr>10_Office 主题</vt:lpstr>
      <vt:lpstr>11_Office 主题</vt:lpstr>
      <vt:lpstr>12_Office 主题</vt:lpstr>
      <vt:lpstr>13_Office 主题</vt:lpstr>
      <vt:lpstr>14_Office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范兵</dc:creator>
  <cp:lastModifiedBy>超然 刘</cp:lastModifiedBy>
  <cp:revision>402</cp:revision>
  <dcterms:created xsi:type="dcterms:W3CDTF">2015-08-12T02:06:50Z</dcterms:created>
  <dcterms:modified xsi:type="dcterms:W3CDTF">2025-04-08T05:04:45Z</dcterms:modified>
</cp:coreProperties>
</file>
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5" r:id="rId2"/>
    <p:sldMasterId id="2147483707" r:id="rId3"/>
    <p:sldMasterId id="2147483709" r:id="rId4"/>
    <p:sldMasterId id="2147483710" r:id="rId5"/>
    <p:sldMasterId id="2147483711" r:id="rId6"/>
    <p:sldMasterId id="2147483712" r:id="rId7"/>
    <p:sldMasterId id="2147483713" r:id="rId8"/>
    <p:sldMasterId id="2147483714" r:id="rId9"/>
    <p:sldMasterId id="2147483715" r:id="rId10"/>
    <p:sldMasterId id="2147483716" r:id="rId11"/>
    <p:sldMasterId id="2147483717" r:id="rId12"/>
  </p:sldMasterIdLst>
  <p:notesMasterIdLst>
    <p:notesMasterId r:id="rId26"/>
  </p:notesMasterIdLst>
  <p:sldIdLst>
    <p:sldId id="258" r:id="rId13"/>
    <p:sldId id="259" r:id="rId14"/>
    <p:sldId id="328" r:id="rId15"/>
    <p:sldId id="330" r:id="rId16"/>
    <p:sldId id="332" r:id="rId17"/>
    <p:sldId id="333" r:id="rId18"/>
    <p:sldId id="329" r:id="rId19"/>
    <p:sldId id="334" r:id="rId20"/>
    <p:sldId id="335" r:id="rId21"/>
    <p:sldId id="336" r:id="rId22"/>
    <p:sldId id="337" r:id="rId23"/>
    <p:sldId id="338" r:id="rId24"/>
    <p:sldId id="339" r:id="rId25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99CA0F"/>
    <a:srgbClr val="014493"/>
    <a:srgbClr val="0061AE"/>
    <a:srgbClr val="1170E8"/>
    <a:srgbClr val="F19914"/>
    <a:srgbClr val="008BBC"/>
    <a:srgbClr val="0C29A2"/>
    <a:srgbClr val="0070C0"/>
    <a:srgbClr val="004D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98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68" y="52"/>
      </p:cViewPr>
      <p:guideLst>
        <p:guide orient="horz" pos="222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E3C1FC-B7CD-4705-A494-DC2FF45D299B}" type="datetimeFigureOut">
              <a:rPr lang="zh-CN" altLang="en-US" smtClean="0"/>
              <a:t>2025/4/6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8356B3-60DA-4B07-A2A8-EA7AF390C3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06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164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467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108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949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616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32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322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467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2103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576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98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6958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566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5CAF67-648C-4A5D-A1D8-E17EE8BE1816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AFEECA-72D4-489A-B527-3F0428B3915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443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E8F06D-124D-4483-A457-0E7C67C8AF46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FBE0B-D013-4E00-8318-67A3C0B5916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789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0DDA28-31D1-449C-82AE-FE3E7597BCAF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09024B-2582-4751-9AA3-76863DC3CB8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317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73ABF0-6D72-4EE4-AD3F-2273AC6EEBFC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6CA68C-A723-456E-8E2D-DB65E08401D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42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FDD07-6DBF-45E9-9F2E-327B6C68F693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74FD6-1C3E-4838-A2FC-0DB482A7E4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034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2C444D-5E25-4603-AB3D-92BB9DDE353E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97E7F1-CFE2-44E0-82BF-50EC7CE6920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774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1BC5FE-320F-40C6-A075-B92C0253CE92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7D5239-5333-4890-A7DB-4062CB5AB51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29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FEE3D5-3B97-437F-AEF7-D6FACFA4C30D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FCA21D-C2A2-4125-9D73-8FBB9555E1D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303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9EE0B9-D730-4F85-AAAA-431844A5FA44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303DE3-1078-45CA-82BC-16A5920271F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490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3FD74-4F08-4346-9683-7E9F45CA38A9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B09C2-97A2-45BE-9DCA-816945C2D2D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459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C4DCDF-D270-4C9D-A8ED-D756FB34A91A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99A34D-85DD-4618-98B3-6863041EE0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337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3C8E9D-15DB-4E1B-A636-E4465F78E54C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0C4F44-F256-4DD1-A079-C5437EC7B73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163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5AF739-B0BC-4414-99C3-40DA79AA5825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56BA36-02C0-4F29-8DE3-8B134C7BA3B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663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90F265-56FE-4808-9393-079465B068DA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4C69CB-1D44-41C9-895C-286DD3241A5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479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5B1622-103B-4A2B-A541-6F4BC6E9641E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80B4F3-D5CB-4B3E-8F9D-50874D5B821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9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CE0E63-3956-4838-BF8F-847C4C2C7476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DD165D-E6D1-452C-9348-93F180199C6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110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2F8E2-F933-44BA-A10C-DB3A8BDF2435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385A3E-7CCA-4B74-A574-B885907C753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4900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466589-31C6-4946-BE63-0709B6E5D410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6E2DA0-63D8-4C89-AEB3-DA86F54E625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7004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10CB1A-E781-48A8-AED8-64768D7778BE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DA7E56-EA4D-47CF-A927-2BDF4372244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0805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F88E47-AEAD-4BC8-9777-6744ED7E1387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BBED2D-0DD4-459A-BC71-902B3B58860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7834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8DD792-027E-46FD-B7B0-ABE539F93247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ED3F7E-F499-4E36-9803-244847A1C5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0861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5F9EFB-CC0F-4696-BF49-90F973CEAB0D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9745A6-2C23-4363-8285-69DBCA7B8DF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6803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A708FF-C4CC-4C4C-86CC-D3E44DCCE904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C7C27-4155-4F9B-B5EF-58475FC7E3C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6817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CD5A88-BB15-4265-83D6-FDFF380C80D2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D35A2E-6309-40F1-A605-0D793D867FD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9908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465DF8-600E-471C-A328-DF7AF5E32D80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C9C397-928F-4970-8465-633702078EB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9437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DE56D-E0F3-405D-BEE5-6BFF05BAD2AF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C80F0-AB2A-4819-8C8B-E1808E76D3C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5072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3DBEB-E625-4DEF-B1D6-369952A2786B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A5CB3-FDE4-430D-8E96-F9A2CF185A4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6537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2FA5AF-8C62-4F50-8B14-C99B6692F79D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15F82B-AAC1-427A-A0D2-1864D8819C8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9469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86598-0D15-4EBC-B52F-FF75899D6D09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A8B31-3433-4E95-AE6A-C071FB09753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9333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275AF-D76B-45CA-83D3-E829655C16A2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40C557-9417-4B81-8894-CB724E34181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302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539D35-F735-4366-8E04-6C1D0E7B7658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D90A18-DB7A-4501-BFF5-A0F9C837E87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880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A7F574-9D26-4C5E-93D6-7D58B7C10451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C94AC4-5CE7-4158-AF3D-B9CCEE17236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5685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2F7F25-C772-4808-A4C8-0E3CAD8825DB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3FDF07-4B91-47C1-B843-3173F09533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7721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9EA1DA-7EDC-4016-8644-C42F66D2890A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49ABCE-73ED-47B0-B768-AAD87829678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8519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AD2DA9-23BA-4DDC-8827-D97497DFEDFB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7F4B0B-F2AD-4BFA-BEB8-8CB2D2CA601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8313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A7CBF7-6443-403C-805C-D0B32BCA3D33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C70148-257C-4CE5-96C9-CB614AADE5F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5461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19224F-911A-4BDE-8D92-E68D4AAE3EB6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2F620C-0D7A-4967-8119-FADA01AC5D1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0206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52F79E-E999-4D6A-9CC9-09D04DF8735C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6CF28E-3D38-42B6-B257-D760AB32112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7734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C7807F-8341-4F8F-B2D2-761520D2FC28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88FF00-44DD-4784-888E-112BF9FA567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1922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A6BFF7-5AEC-4661-8ECA-353B6D31C1F9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5C1937-6115-4010-8806-AF4A41332F2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9837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B0D85E-51FD-47C9-B7B2-7843D87525A1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7C8AE7-6984-40D9-86DA-F0EB421C59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16967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1789DD-A2DA-449C-A354-F0B2A025A65C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72595-BF7D-4B56-A5E6-CC6A8EBCA09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10378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14DE9-3C02-4C2A-A24D-B32A5BAC9286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B574F6-CCE5-4E96-9816-A706F33542E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0574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7B8795-271F-4F75-9457-D683781B83BC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392A78-80CB-41FF-9952-D810AD9C900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2209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C4AC7-F2DE-4B74-987B-BA9D544BA46B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200F09-F689-4D9E-8816-636B8569DEE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51698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FE4D58-A820-4DED-AD9D-B0DAA2EA531C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E2ABD-C7B6-40BC-A516-9EDB6C56E96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4884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7073A9-6D88-4AD8-B86A-C5566F07E37D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0AE636-8CC6-4A98-B8D1-0F8F947548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78147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C34D6-C1D7-455E-85B0-B528999E207E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D4154D-23D8-4D6B-8157-4003C8C3744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49409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7795F8-C903-49D3-AFC7-E3FEA8395A2D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0F61AE-80A4-442E-BD3F-66A69794752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3541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A07995-96FE-47D3-9CC1-F33C0B9B9751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8627CF-1CC5-4702-B377-638728F9B8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71027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2925E0-2E59-425F-8C25-C3163E6F71B0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14B267-2F9E-4505-B622-4CF6C6DB908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13182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4F1D0-A358-4081-BB4D-4C7EAC591AC3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84C529-031B-4071-AC97-672FF2449C8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935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03F4F3-A8ED-413A-A313-064055E0BE4D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EC3656-6F4D-4A17-8C4D-38A12A5B355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50122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31A537-957F-495C-AFB5-8FAEEFCB5480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4E7A87-1564-4781-BD6B-2204B74B051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24935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DF490C-86A4-4942-8CC6-1BE52C0005B5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9FD8C3-2F69-4C51-870C-A640F0B33F7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95291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0EA014-CF7C-423A-A750-942CCFF69321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0ABC1A-3157-4013-89BD-7C8BB11E1FC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25193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717397-E5F5-4C96-AFB4-3A94CDCE0444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5F90D4-D80B-4F5D-A4CA-8D0B57F46BB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2842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1B6510-BFB3-434F-8A90-7B67B8E229A7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40ACC4-8AE0-4ECA-AF49-E8F3C49370F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44324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831C8A-35F3-4E8F-ACB1-15736D094CAC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2FE0EB-7DE8-4F28-9CAA-7E268FA43D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59524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DA6827-73C2-4905-A75F-D61B2E9574C4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8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CD7D9-88D1-47DD-ABD8-A7D8F18E8DB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64904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42D987-8BC9-45A5-A6E3-00A94B6C903A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4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DE7CFC-F841-4765-ADE8-A2A42B746EE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87658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978AC9-9EFB-486A-96DB-58A73F0AAA8C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3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2472F2-D298-457C-8BD5-BA35A0E28A9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22656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6997FF-6906-49FE-B725-5E8B1D7FB0D2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014972-0104-45FC-BB83-BF98BEA9655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85222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F0A270-870D-4AB3-842B-D730EEC8FB8B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D0780D-3D91-4EB0-9E90-16DA2B9926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26273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488EBD-EB14-4115-A07D-8C5296584CF1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15CAA8-8515-4861-8D59-4C9448267DA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22554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89C1DD-6EF7-4D77-9BF8-57BF7DAE3011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B3BE3A-B87E-4168-A004-78C4B514BC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13512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87254D-C720-4F75-966B-BAECFBC32EDF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1D23CA-EBAA-4E00-A14E-0025145AE95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51564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551B69-F9AC-49C1-94D6-3D528AE47977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F3F208-F7F1-4E13-ABF1-324110DEA26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64073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AC2FEA-3556-4094-B0A1-E8459E67C0E2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5A315D-5DED-4DE3-AA95-EA7E8B329E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31857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0E7624-3158-439C-9A1A-952B62D8267D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8D7FB0-D8ED-481D-AC80-A7734A1E7B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47033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DE61E-2C51-4949-8135-207DA2076A89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8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BA4A31-9806-44EA-A18B-7EA441F3AE5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6088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C1B4A6-41F3-440C-8A4F-5E6C4CC10F93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4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9B6A2-F1F9-4EBF-A9FF-78949B285E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19843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3A9FB0-D16F-4EA7-80FF-F8F7C69681B3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3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560D04-3E27-43BD-B35E-F2A8189356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38835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6A136F-0141-489B-9ABD-34024E0867BF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3031AC-3C89-4449-AFE2-FADFF656B3A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7965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AC2022-98C9-4916-866C-67A454EAB81E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879BB2-47CA-475E-B420-4407767A8E0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29336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9D3F0F-9ADC-4E0C-8E83-E3D3F3FB6277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2B8C02-DA86-4B6B-AAC7-DD3F5041427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20017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3114F-675F-48E2-9804-52BF97A47CAD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65F94-83FC-494F-BBA3-4C951C7F01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272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47E3A-98B5-4AB4-805A-7D5CF381AD83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9DD188-EE4A-426B-B673-C91A4D74BAC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82796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1DB3F6-13D6-42D9-9465-B14C42D65114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C54FBD-B90F-40C5-8DEC-0AB73F587F8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3553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BEE8A0-DE7B-46DF-8468-27D1F9EB8ECC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EC46FB-EA8D-4EE6-90F1-329116EE84D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88411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69DDB-3EC5-480E-8D7F-85659EAB11D4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B0B0E5-5D8B-4937-ACE4-B50EF67E66D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99901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21F44A-C867-46E2-8AB1-67E6F1FE3A22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8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516711-FFAF-4EAC-9017-66EB0AEB0C5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97931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5C6CD1-31FC-4259-A7D2-6F95D2F776AC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4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BEF1D5-FDFA-4C9E-A9B9-2525D38DD1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85020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D177DB-42DF-455D-8675-A1ED60176004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3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805AD2-E3FD-40AA-8DDC-D708FEDB831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01316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239D5-1423-4157-AB1A-41F8A33498D5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B66FBD-452C-4B49-BF89-D07A44FC347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63250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D237FB-DCE2-4679-8EBE-89FBA1FA940D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081FA9-CE06-431F-8E8C-D5768392D00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6621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6CF6E-0A5A-4B74-923C-AB8FC3AD2F53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3DC6F9-C6AC-4B6B-93E6-D64BFB64D90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51019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8060E9-BD60-4ED1-BE90-46FF3F9EEEEB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5B75D-D2E6-40F5-B21B-EB1B849A45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14899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4C1787-0BDA-45C7-BDA0-BC49C77058AD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A1B340-C10A-4B5A-B977-22D7EF75A2E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4898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F65F05-2AC6-49C4-9CD7-9C2550931B6B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D677A8-8B37-4D73-BBDB-E4C03117108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05912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B7870-B6B4-405C-934C-3D5071CB2244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38BA0-8774-4197-9DAE-4535291ACCC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11744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92E109-4692-4EBD-9049-40F8F7BD7F6A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F12640-1235-4829-AC8D-E3908DE669F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80925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2881D7-0093-4BE4-B2E8-869E41E52677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4E7CED-62B1-4702-8EBB-2D33A0F1F1D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14036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0D3ABE-C09E-4EC6-8CC3-17138DFF87B2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3534B-6641-4F52-B64A-9CCBD5EA096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39876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9C7693-1266-4F32-87A9-0BB5FF5A3C20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48CBE0-9DCC-4B2A-B750-0AB05D3D49A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51300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B470F0-17E0-42B8-9337-5EE4464C1107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28371-B9F6-44E1-B668-193C81A1418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09613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2E70A3-0331-4F59-AA71-D24A0D0C2129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2E7AD3-EF4E-4173-8FD9-1E5B995131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6769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6C11D3-D528-408C-804F-A2C62F6BDD7F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F16F82-1582-4DCA-B750-5A779AF22E8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76850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C6BBD2-AD75-4015-B95A-17E0F2A7C8AD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F3B0E-D381-4C78-8724-67DD07B4905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60205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3B27B1-D50F-4D40-899B-B3796EDA56E1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754EB-3F29-4CCE-ACC1-60EF12A3BC3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34659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C700C4-4C8C-433D-BB34-6877633F0794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8FA5B1-6566-4EF3-96FD-A94FD2BE195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63094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0D9407-581B-462D-9C1B-71DDB4C049E2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1739F-36EA-47A7-A6D5-06F492DB0DB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01124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D42CF-C730-4121-BDD4-A3742D7A1CA7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6EF817-9EEF-4098-B39F-05CAA7968C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8920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A7D14F-0B20-4D36-87B3-BFCDBC7036F0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926CAA-A43E-4164-A613-F0F8AA51055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00304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443813-5E43-4DE7-91E1-8C0FA0D5647F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1D789F-588F-43D9-8A66-5E6A8A8E28B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938831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4990C8-B87A-4718-8159-9CF2334462CC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514AAC-00BE-4204-B6CB-A569B58E6F5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359114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FFF7A7-F47F-4E9F-A6EF-3A274D93E809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C1C094-959F-4FA9-9207-126A58263CD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966997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6B0DE9-2A8D-436F-8E0B-BB234AC0368F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43AD8D-1AA8-43CD-A981-20CB9C36350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48079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CA8CA-C8B4-4F39-8180-9FD9616FD554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40254-A00A-4EC5-ADAB-381EFDB9346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471336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280F11-F2B8-4DCC-A96A-593518CEDB65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E90BCF-A2D7-4308-B5CE-5DBEF394FEE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17322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006170-72E0-4592-98D7-158D42E1B7ED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B363A6-FF84-45FE-8B0B-059DACD0845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457794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F3A469-7AFE-4278-8922-2F0A59A1BEFB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8955B8-724F-4464-A1AB-E09F79A6672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387642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250210-8C14-4D3B-966C-C20E2F7129B7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2D53F8-BBD7-4134-B228-032AD4B7C3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455575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33A290-2A39-4996-AF3D-166EDA662CB6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015C7-7155-47B2-9D46-2444820CB01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5689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AC0AF2-208A-499B-BDC5-D5EA97F30859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AFA794-C94D-4357-9B46-C50BC3B825F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08707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261623-2FAC-4FFA-B13E-806A8F0660E5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F9BBC5-951D-4419-B0CB-EB5E487712F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123529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D4C85C-3CE1-48C9-A83B-B2E819AA9493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D308A-21A5-4D93-95E1-D1B03B31BD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463928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58B70F-5BEB-4EC6-B26E-9063E2CD7CA0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E41997-6090-45D9-989B-33723B40FBD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516882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21EFA0-4AD3-4312-9A3F-C6B5AA708240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437CC4-9EE8-4A55-80DD-8F7BC104EEE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08016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4C1104-15BE-4FDA-84F4-CFA3A47B66D8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3357FD-37CF-4514-A4FE-492D526DF2F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886924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773F79-2EC3-4B75-A6EF-ED03C7D05BC4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57A403-0BCC-4A43-BB32-B438CB02DD2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87507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F10D16-9C7F-4287-A4A2-B6855F4D16F6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D2BC9-6E96-4BCC-B93E-7D8F2A41F23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97521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4B2F53-F104-473C-9385-19BB7E0CEE91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AD59D0-5514-49B2-BE53-199E40475F5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93060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43C54C-5647-4571-9CBB-91E43800674C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3374D-F8F4-4F92-8193-D61FCF420B4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55380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FB278E-67D6-4A8F-80C2-345E05FC706B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99ECB4-6881-487D-B977-938EB14F09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757830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46A7DE-EC01-42E0-A090-7401B3666704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CAB5D-DBFB-415D-AC2E-E0DD1831934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72783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EEC99-54E1-4EC2-8846-AE8EF3179582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446660-FE81-45B2-BD69-9783382F1E8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990454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6C2CD2-1196-4664-8836-18B9BB192E8C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EE216-EE5B-4EB4-8D31-EBEC025985D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38474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144492-06C7-4B76-8D66-E24D10A7133B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A99CB-F386-4915-B14D-9C2C4C1F082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633175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E420DB-9793-4420-B9AB-DD46494443D1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1771E3-3DA4-4BC0-A12C-E687A335B73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45669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0A2EB1-6506-492C-82B3-B94B809D73F9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83ABBA-C16D-414A-B9E3-C927256642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040561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DDE593-B046-4815-9501-73F96CE5358B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14D477-C814-4541-A51B-89C10B0DCCF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486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A417D26-EDF2-4181-804C-938B4691CDE5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7105CC6-271B-4270-B114-54BF87683F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51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3076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39E3387-0EB5-43A9-9E75-230114D8A045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3077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8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68F8132-E874-4C25-A55C-6B00567DB01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3075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410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674A5DF-7E07-4E3D-B8CB-50BFDD6BF71A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410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0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047DD7A-D636-43DF-B727-FE3F20EC0B0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5123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614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68FAB5A-6E46-4F4B-9A14-B60E2A5ABB68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614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506B908-BA91-4492-A44F-970147B607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614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7172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B793DB7-5A3B-4F09-9951-01B773328CEF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7173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4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A4A522F-E649-470A-954F-68FF9FBAC99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7171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8196" name="日期占位符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EC39311-CB55-43EC-85F8-240A1F1A2B3E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8197" name="页脚占位符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198" name="灯片编号占位符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9B5C497-EC6D-4A8F-BAF0-4F7B4E33371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  <p:sldLayoutId id="2147483948" r:id="rId10"/>
    <p:sldLayoutId id="214748394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8195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9220" name="日期占位符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D9CD102-D4C2-417B-AD51-D06923964B97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9221" name="页脚占位符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22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9A4740F-D19D-4AFF-AEF8-9144026C0E8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  <p:sldLayoutId id="2147483951" r:id="rId2"/>
    <p:sldLayoutId id="2147483952" r:id="rId3"/>
    <p:sldLayoutId id="2147483953" r:id="rId4"/>
    <p:sldLayoutId id="2147483954" r:id="rId5"/>
    <p:sldLayoutId id="2147483955" r:id="rId6"/>
    <p:sldLayoutId id="2147483956" r:id="rId7"/>
    <p:sldLayoutId id="2147483957" r:id="rId8"/>
    <p:sldLayoutId id="2147483958" r:id="rId9"/>
    <p:sldLayoutId id="2147483959" r:id="rId10"/>
    <p:sldLayoutId id="2147483960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9219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0244" name="日期占位符 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FB96FE0-E21A-44A2-A6E1-9EFAD9283673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10245" name="页脚占位符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4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0E7B087-46E9-4126-8D49-65F92FC3C95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0243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1268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6618F7B-5CE7-4136-AAD1-E61CA99F1145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11269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270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AEF1B26-3E79-4815-B289-125658CFA50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126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2292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F91368C-9A98-4064-865F-53606B4BD63C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12293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4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BC28EFE-1542-44A2-876B-BF3016937B3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  <p:sldLayoutId id="2147483984" r:id="rId2"/>
    <p:sldLayoutId id="2147483985" r:id="rId3"/>
    <p:sldLayoutId id="2147483986" r:id="rId4"/>
    <p:sldLayoutId id="2147483987" r:id="rId5"/>
    <p:sldLayoutId id="2147483988" r:id="rId6"/>
    <p:sldLayoutId id="2147483989" r:id="rId7"/>
    <p:sldLayoutId id="2147483990" r:id="rId8"/>
    <p:sldLayoutId id="2147483991" r:id="rId9"/>
    <p:sldLayoutId id="2147483992" r:id="rId10"/>
    <p:sldLayoutId id="2147483993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2291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3316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DF03E36-CE38-499F-9774-0D6502B5BCC9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13317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8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5753044-D586-4741-AA3B-2B27E35F572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  <p:sldLayoutId id="2147483995" r:id="rId2"/>
    <p:sldLayoutId id="2147483996" r:id="rId3"/>
    <p:sldLayoutId id="2147483997" r:id="rId4"/>
    <p:sldLayoutId id="2147483998" r:id="rId5"/>
    <p:sldLayoutId id="2147483999" r:id="rId6"/>
    <p:sldLayoutId id="2147484000" r:id="rId7"/>
    <p:sldLayoutId id="2147484001" r:id="rId8"/>
    <p:sldLayoutId id="2147484002" r:id="rId9"/>
    <p:sldLayoutId id="2147484003" r:id="rId10"/>
    <p:sldLayoutId id="2147484004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3315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434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815179B-9ED1-4A86-9D49-AF4A07173905}" type="datetimeFigureOut">
              <a:rPr lang="zh-CN" altLang="en-US"/>
              <a:pPr>
                <a:defRPr/>
              </a:pPr>
              <a:t>2025/4/6</a:t>
            </a:fld>
            <a:endParaRPr lang="zh-CN" altLang="en-US"/>
          </a:p>
        </p:txBody>
      </p:sp>
      <p:sp>
        <p:nvSpPr>
          <p:cNvPr id="1434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34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8D4BCE0-283F-4804-9AB2-DA73E251A0C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4006" r:id="rId2"/>
    <p:sldLayoutId id="2147484007" r:id="rId3"/>
    <p:sldLayoutId id="2147484008" r:id="rId4"/>
    <p:sldLayoutId id="2147484009" r:id="rId5"/>
    <p:sldLayoutId id="2147484010" r:id="rId6"/>
    <p:sldLayoutId id="2147484011" r:id="rId7"/>
    <p:sldLayoutId id="2147484012" r:id="rId8"/>
    <p:sldLayoutId id="2147484013" r:id="rId9"/>
    <p:sldLayoutId id="2147484014" r:id="rId10"/>
    <p:sldLayoutId id="2147484015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6" name="矩形 11"/>
          <p:cNvSpPr>
            <a:spLocks noChangeArrowheads="1"/>
          </p:cNvSpPr>
          <p:nvPr/>
        </p:nvSpPr>
        <p:spPr bwMode="auto">
          <a:xfrm>
            <a:off x="2362200" y="3508614"/>
            <a:ext cx="2823258" cy="338554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itchFamily="34" charset="0"/>
              <a:buNone/>
            </a:pPr>
            <a:endParaRPr lang="zh-CN" altLang="en-US" sz="1600" b="1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16427" name="Rectangle 6"/>
          <p:cNvSpPr>
            <a:spLocks noChangeArrowheads="1"/>
          </p:cNvSpPr>
          <p:nvPr/>
        </p:nvSpPr>
        <p:spPr bwMode="auto">
          <a:xfrm>
            <a:off x="2729409" y="3478128"/>
            <a:ext cx="2771279" cy="399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无刷电机原理</a:t>
            </a:r>
            <a:endParaRPr lang="zh-CN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424" name="矩形 9"/>
          <p:cNvSpPr>
            <a:spLocks noChangeArrowheads="1"/>
          </p:cNvSpPr>
          <p:nvPr/>
        </p:nvSpPr>
        <p:spPr bwMode="auto">
          <a:xfrm>
            <a:off x="847725" y="3508614"/>
            <a:ext cx="1328738" cy="488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425" name="文本框 10"/>
          <p:cNvSpPr txBox="1">
            <a:spLocks noChangeArrowheads="1"/>
          </p:cNvSpPr>
          <p:nvPr/>
        </p:nvSpPr>
        <p:spPr bwMode="auto">
          <a:xfrm>
            <a:off x="1024036" y="3545594"/>
            <a:ext cx="961988" cy="39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zh-CN" sz="20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第一章</a:t>
            </a:r>
          </a:p>
        </p:txBody>
      </p:sp>
      <p:sp>
        <p:nvSpPr>
          <p:cNvPr id="16420" name="矩形 18"/>
          <p:cNvSpPr>
            <a:spLocks noChangeArrowheads="1"/>
          </p:cNvSpPr>
          <p:nvPr/>
        </p:nvSpPr>
        <p:spPr bwMode="auto">
          <a:xfrm>
            <a:off x="2362200" y="4169014"/>
            <a:ext cx="2823258" cy="338554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itchFamily="34" charset="0"/>
              <a:buNone/>
            </a:pPr>
            <a:endParaRPr lang="zh-CN" altLang="en-US" sz="1600" b="1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16421" name="Rectangle 6"/>
          <p:cNvSpPr>
            <a:spLocks noChangeArrowheads="1"/>
          </p:cNvSpPr>
          <p:nvPr/>
        </p:nvSpPr>
        <p:spPr bwMode="auto">
          <a:xfrm>
            <a:off x="2729409" y="4138528"/>
            <a:ext cx="34051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硬件部分</a:t>
            </a:r>
            <a:endParaRPr lang="zh-CN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418" name="矩形 16"/>
          <p:cNvSpPr>
            <a:spLocks noChangeArrowheads="1"/>
          </p:cNvSpPr>
          <p:nvPr/>
        </p:nvSpPr>
        <p:spPr bwMode="auto">
          <a:xfrm>
            <a:off x="847725" y="4169014"/>
            <a:ext cx="1328738" cy="488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419" name="文本框 17"/>
          <p:cNvSpPr txBox="1">
            <a:spLocks noChangeArrowheads="1"/>
          </p:cNvSpPr>
          <p:nvPr/>
        </p:nvSpPr>
        <p:spPr bwMode="auto">
          <a:xfrm>
            <a:off x="1024036" y="4205994"/>
            <a:ext cx="961988" cy="39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zh-CN" sz="20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第二章</a:t>
            </a:r>
          </a:p>
        </p:txBody>
      </p:sp>
      <p:sp>
        <p:nvSpPr>
          <p:cNvPr id="16414" name="矩形 25"/>
          <p:cNvSpPr>
            <a:spLocks noChangeArrowheads="1"/>
          </p:cNvSpPr>
          <p:nvPr/>
        </p:nvSpPr>
        <p:spPr bwMode="auto">
          <a:xfrm>
            <a:off x="2359025" y="4829414"/>
            <a:ext cx="2826433" cy="338554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itchFamily="34" charset="0"/>
              <a:buNone/>
            </a:pPr>
            <a:endParaRPr lang="zh-CN" altLang="en-US" sz="1600" b="1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16415" name="Rectangle 6"/>
          <p:cNvSpPr>
            <a:spLocks noChangeArrowheads="1"/>
          </p:cNvSpPr>
          <p:nvPr/>
        </p:nvSpPr>
        <p:spPr bwMode="auto">
          <a:xfrm>
            <a:off x="2726234" y="4798928"/>
            <a:ext cx="277127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Arial" pitchFamily="34" charset="0"/>
              </a:rPr>
              <a:t>软件部分</a:t>
            </a:r>
            <a:endParaRPr lang="zh-CN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412" name="矩形 23"/>
          <p:cNvSpPr>
            <a:spLocks noChangeArrowheads="1"/>
          </p:cNvSpPr>
          <p:nvPr/>
        </p:nvSpPr>
        <p:spPr bwMode="auto">
          <a:xfrm>
            <a:off x="844550" y="4829414"/>
            <a:ext cx="1328738" cy="488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413" name="文本框 24"/>
          <p:cNvSpPr txBox="1">
            <a:spLocks noChangeArrowheads="1"/>
          </p:cNvSpPr>
          <p:nvPr/>
        </p:nvSpPr>
        <p:spPr bwMode="auto">
          <a:xfrm>
            <a:off x="1020861" y="4866394"/>
            <a:ext cx="961988" cy="39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zh-CN" sz="20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第三章</a:t>
            </a:r>
          </a:p>
        </p:txBody>
      </p:sp>
      <p:sp>
        <p:nvSpPr>
          <p:cNvPr id="16402" name="文本框 37"/>
          <p:cNvSpPr txBox="1">
            <a:spLocks noChangeArrowheads="1"/>
          </p:cNvSpPr>
          <p:nvPr/>
        </p:nvSpPr>
        <p:spPr bwMode="auto">
          <a:xfrm>
            <a:off x="490538" y="1717675"/>
            <a:ext cx="1432517" cy="64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zh-CN" sz="36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目</a:t>
            </a:r>
            <a:r>
              <a:rPr lang="zh-CN" sz="3600" b="1" dirty="0">
                <a:solidFill>
                  <a:schemeClr val="accent3"/>
                </a:solidFill>
                <a:latin typeface="微软雅黑" pitchFamily="34" charset="-122"/>
                <a:ea typeface="微软雅黑" pitchFamily="34" charset="-122"/>
              </a:rPr>
              <a:t>录</a:t>
            </a:r>
          </a:p>
        </p:txBody>
      </p:sp>
      <p:cxnSp>
        <p:nvCxnSpPr>
          <p:cNvPr id="16403" name="直接连接符 38"/>
          <p:cNvCxnSpPr>
            <a:cxnSpLocks noChangeShapeType="1"/>
          </p:cNvCxnSpPr>
          <p:nvPr/>
        </p:nvCxnSpPr>
        <p:spPr bwMode="auto">
          <a:xfrm>
            <a:off x="641350" y="2568575"/>
            <a:ext cx="2551113" cy="0"/>
          </a:xfrm>
          <a:prstGeom prst="line">
            <a:avLst/>
          </a:prstGeom>
          <a:noFill/>
          <a:ln w="6350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1" name="文本框 36"/>
          <p:cNvSpPr txBox="1">
            <a:spLocks noChangeArrowheads="1"/>
          </p:cNvSpPr>
          <p:nvPr/>
        </p:nvSpPr>
        <p:spPr bwMode="auto">
          <a:xfrm>
            <a:off x="1018469" y="2217349"/>
            <a:ext cx="1432517" cy="400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Contents</a:t>
            </a:r>
            <a:endParaRPr lang="zh-CN" altLang="en-US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4A5832E-984B-4210-A1CE-644EAC5D3A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475" y="6253163"/>
            <a:ext cx="1590942" cy="4834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平行四边形 4"/>
          <p:cNvSpPr>
            <a:spLocks noChangeArrowheads="1"/>
          </p:cNvSpPr>
          <p:nvPr/>
        </p:nvSpPr>
        <p:spPr bwMode="auto">
          <a:xfrm>
            <a:off x="14710" y="3429000"/>
            <a:ext cx="5676900" cy="3429000"/>
          </a:xfrm>
          <a:prstGeom prst="parallelogram">
            <a:avLst>
              <a:gd name="adj" fmla="val 7283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17445" name="组合 10"/>
          <p:cNvGrpSpPr>
            <a:grpSpLocks/>
          </p:cNvGrpSpPr>
          <p:nvPr/>
        </p:nvGrpSpPr>
        <p:grpSpPr bwMode="auto">
          <a:xfrm>
            <a:off x="7037062" y="3129969"/>
            <a:ext cx="619125" cy="472157"/>
            <a:chOff x="0" y="0"/>
            <a:chExt cx="877513" cy="643017"/>
          </a:xfrm>
        </p:grpSpPr>
        <p:sp>
          <p:nvSpPr>
            <p:cNvPr id="17447" name="平行四边形 9"/>
            <p:cNvSpPr>
              <a:spLocks noChangeArrowheads="1"/>
            </p:cNvSpPr>
            <p:nvPr/>
          </p:nvSpPr>
          <p:spPr bwMode="auto">
            <a:xfrm>
              <a:off x="31500" y="72900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448" name="平行四边形 8"/>
            <p:cNvSpPr>
              <a:spLocks noChangeArrowheads="1"/>
            </p:cNvSpPr>
            <p:nvPr/>
          </p:nvSpPr>
          <p:spPr bwMode="auto">
            <a:xfrm>
              <a:off x="0" y="-607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17446" name="文本框 11"/>
          <p:cNvSpPr txBox="1">
            <a:spLocks noChangeArrowheads="1"/>
          </p:cNvSpPr>
          <p:nvPr/>
        </p:nvSpPr>
        <p:spPr bwMode="auto">
          <a:xfrm>
            <a:off x="7139409" y="3099361"/>
            <a:ext cx="63107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7441" name="组合 14"/>
          <p:cNvGrpSpPr>
            <a:grpSpLocks/>
          </p:cNvGrpSpPr>
          <p:nvPr/>
        </p:nvGrpSpPr>
        <p:grpSpPr bwMode="auto">
          <a:xfrm>
            <a:off x="7037062" y="3891969"/>
            <a:ext cx="619125" cy="472157"/>
            <a:chOff x="0" y="0"/>
            <a:chExt cx="877513" cy="643017"/>
          </a:xfrm>
        </p:grpSpPr>
        <p:sp>
          <p:nvSpPr>
            <p:cNvPr id="17443" name="平行四边形 16"/>
            <p:cNvSpPr>
              <a:spLocks noChangeArrowheads="1"/>
            </p:cNvSpPr>
            <p:nvPr/>
          </p:nvSpPr>
          <p:spPr bwMode="auto">
            <a:xfrm>
              <a:off x="31500" y="72900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17444" name="平行四边形 17"/>
            <p:cNvSpPr>
              <a:spLocks noChangeArrowheads="1"/>
            </p:cNvSpPr>
            <p:nvPr/>
          </p:nvSpPr>
          <p:spPr bwMode="auto">
            <a:xfrm>
              <a:off x="0" y="-607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7442" name="文本框 15"/>
          <p:cNvSpPr txBox="1">
            <a:spLocks noChangeArrowheads="1"/>
          </p:cNvSpPr>
          <p:nvPr/>
        </p:nvSpPr>
        <p:spPr bwMode="auto">
          <a:xfrm>
            <a:off x="7139409" y="3861361"/>
            <a:ext cx="63107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7437" name="组合 19"/>
          <p:cNvGrpSpPr>
            <a:grpSpLocks/>
          </p:cNvGrpSpPr>
          <p:nvPr/>
        </p:nvGrpSpPr>
        <p:grpSpPr bwMode="auto">
          <a:xfrm>
            <a:off x="7037062" y="4653969"/>
            <a:ext cx="619125" cy="472157"/>
            <a:chOff x="0" y="0"/>
            <a:chExt cx="877513" cy="643017"/>
          </a:xfrm>
        </p:grpSpPr>
        <p:sp>
          <p:nvSpPr>
            <p:cNvPr id="17439" name="平行四边形 21"/>
            <p:cNvSpPr>
              <a:spLocks noChangeArrowheads="1"/>
            </p:cNvSpPr>
            <p:nvPr/>
          </p:nvSpPr>
          <p:spPr bwMode="auto">
            <a:xfrm>
              <a:off x="31500" y="72900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440" name="平行四边形 22"/>
            <p:cNvSpPr>
              <a:spLocks noChangeArrowheads="1"/>
            </p:cNvSpPr>
            <p:nvPr/>
          </p:nvSpPr>
          <p:spPr bwMode="auto">
            <a:xfrm>
              <a:off x="0" y="-607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17438" name="文本框 20"/>
          <p:cNvSpPr txBox="1">
            <a:spLocks noChangeArrowheads="1"/>
          </p:cNvSpPr>
          <p:nvPr/>
        </p:nvSpPr>
        <p:spPr bwMode="auto">
          <a:xfrm>
            <a:off x="7139409" y="4623361"/>
            <a:ext cx="63107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2800" b="1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419" name="平行四边形 33"/>
          <p:cNvSpPr>
            <a:spLocks noChangeArrowheads="1"/>
          </p:cNvSpPr>
          <p:nvPr/>
        </p:nvSpPr>
        <p:spPr bwMode="auto">
          <a:xfrm>
            <a:off x="7681587" y="3197786"/>
            <a:ext cx="2533368" cy="436781"/>
          </a:xfrm>
          <a:prstGeom prst="parallelogram">
            <a:avLst>
              <a:gd name="adj" fmla="val 37966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itchFamily="34" charset="0"/>
              <a:buNone/>
            </a:pPr>
            <a:endParaRPr lang="zh-CN" altLang="en-US" sz="1600" b="1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17420" name="Rectangle 6"/>
          <p:cNvSpPr>
            <a:spLocks noChangeArrowheads="1"/>
          </p:cNvSpPr>
          <p:nvPr/>
        </p:nvSpPr>
        <p:spPr bwMode="auto">
          <a:xfrm>
            <a:off x="8087987" y="3200961"/>
            <a:ext cx="27717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电机结构</a:t>
            </a:r>
            <a:endParaRPr lang="zh-CN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421" name="平行四边形 35"/>
          <p:cNvSpPr>
            <a:spLocks noChangeArrowheads="1"/>
          </p:cNvSpPr>
          <p:nvPr/>
        </p:nvSpPr>
        <p:spPr bwMode="auto">
          <a:xfrm>
            <a:off x="7681587" y="3945498"/>
            <a:ext cx="2533368" cy="436781"/>
          </a:xfrm>
          <a:prstGeom prst="parallelogram">
            <a:avLst>
              <a:gd name="adj" fmla="val 37966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itchFamily="34" charset="0"/>
              <a:buNone/>
            </a:pPr>
            <a:endParaRPr lang="zh-CN" altLang="en-US" sz="1600" b="1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17422" name="Rectangle 6"/>
          <p:cNvSpPr>
            <a:spLocks noChangeArrowheads="1"/>
          </p:cNvSpPr>
          <p:nvPr/>
        </p:nvSpPr>
        <p:spPr bwMode="auto">
          <a:xfrm>
            <a:off x="8087987" y="3948673"/>
            <a:ext cx="27717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旋转原理</a:t>
            </a:r>
            <a:endParaRPr lang="zh-CN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423" name="平行四边形 37"/>
          <p:cNvSpPr>
            <a:spLocks noChangeArrowheads="1"/>
          </p:cNvSpPr>
          <p:nvPr/>
        </p:nvSpPr>
        <p:spPr bwMode="auto">
          <a:xfrm>
            <a:off x="7681586" y="4696386"/>
            <a:ext cx="2533369" cy="436781"/>
          </a:xfrm>
          <a:prstGeom prst="parallelogram">
            <a:avLst>
              <a:gd name="adj" fmla="val 37966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itchFamily="34" charset="0"/>
              <a:buNone/>
            </a:pPr>
            <a:endParaRPr lang="zh-CN" altLang="en-US" sz="1600" b="1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17424" name="Rectangle 6"/>
          <p:cNvSpPr>
            <a:spLocks noChangeArrowheads="1"/>
          </p:cNvSpPr>
          <p:nvPr/>
        </p:nvSpPr>
        <p:spPr bwMode="auto">
          <a:xfrm>
            <a:off x="8087987" y="4701148"/>
            <a:ext cx="27717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霍尔结构</a:t>
            </a:r>
            <a:endParaRPr lang="zh-CN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1AC654-7A20-4DDB-80F4-2699C423F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290" y="0"/>
            <a:ext cx="9027710" cy="1085850"/>
          </a:xfrm>
          <a:prstGeom prst="rect">
            <a:avLst/>
          </a:prstGeom>
        </p:spPr>
      </p:pic>
      <p:sp>
        <p:nvSpPr>
          <p:cNvPr id="50" name="平行四边形 5">
            <a:extLst>
              <a:ext uri="{FF2B5EF4-FFF2-40B4-BE49-F238E27FC236}">
                <a16:creationId xmlns:a16="http://schemas.microsoft.com/office/drawing/2014/main" id="{5231F5B0-6775-4966-BD89-592487CEE5F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0"/>
            <a:ext cx="5676900" cy="3429000"/>
          </a:xfrm>
          <a:prstGeom prst="parallelogram">
            <a:avLst>
              <a:gd name="adj" fmla="val 72837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51" name="文本框 5">
            <a:extLst>
              <a:ext uri="{FF2B5EF4-FFF2-40B4-BE49-F238E27FC236}">
                <a16:creationId xmlns:a16="http://schemas.microsoft.com/office/drawing/2014/main" id="{91A85A5A-65F5-4FE3-808C-85F23527B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0257" y="2453249"/>
            <a:ext cx="16525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zh-CN" sz="36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第一章</a:t>
            </a:r>
          </a:p>
        </p:txBody>
      </p:sp>
      <p:sp>
        <p:nvSpPr>
          <p:cNvPr id="52" name="文本框 6">
            <a:extLst>
              <a:ext uri="{FF2B5EF4-FFF2-40B4-BE49-F238E27FC236}">
                <a16:creationId xmlns:a16="http://schemas.microsoft.com/office/drawing/2014/main" id="{21822B91-7E52-4681-93C8-53D02057C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7757" y="3050753"/>
            <a:ext cx="375761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无刷电机原理</a:t>
            </a:r>
            <a:endParaRPr lang="zh-CN" sz="40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0EAC75FA-824B-4DB0-83FF-4E6EAA0325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475" y="6253163"/>
            <a:ext cx="1590942" cy="4834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46" grpId="0"/>
      <p:bldP spid="17442" grpId="0"/>
      <p:bldP spid="17438" grpId="0"/>
      <p:bldP spid="17419" grpId="0" animBg="1"/>
      <p:bldP spid="17420" grpId="0"/>
      <p:bldP spid="17421" grpId="0" animBg="1"/>
      <p:bldP spid="17422" grpId="0"/>
      <p:bldP spid="17423" grpId="0" animBg="1"/>
      <p:bldP spid="174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/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/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/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/>
          <p:cNvSpPr>
            <a:spLocks noChangeArrowheads="1"/>
          </p:cNvSpPr>
          <p:nvPr/>
        </p:nvSpPr>
        <p:spPr bwMode="auto">
          <a:xfrm>
            <a:off x="817563" y="423863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电机结构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/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/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475" y="6253163"/>
            <a:ext cx="1590942" cy="48342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462E102-A3E8-4F6F-99C5-BA0BD5B13B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7361"/>
          <a:stretch/>
        </p:blipFill>
        <p:spPr>
          <a:xfrm>
            <a:off x="817563" y="1824214"/>
            <a:ext cx="4354195" cy="32050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4135EC4-CF27-4F55-8257-8BF9AD5AA6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080" y="1824214"/>
            <a:ext cx="3979490" cy="320503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F9E3BC1-CDB3-404D-AAA1-AF1C686171E1}"/>
              </a:ext>
            </a:extLst>
          </p:cNvPr>
          <p:cNvSpPr txBox="1"/>
          <p:nvPr/>
        </p:nvSpPr>
        <p:spPr>
          <a:xfrm>
            <a:off x="758825" y="142826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有刷电机结构：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99F3168-30D0-4AFF-8567-D034F31DD4B9}"/>
              </a:ext>
            </a:extLst>
          </p:cNvPr>
          <p:cNvSpPr txBox="1"/>
          <p:nvPr/>
        </p:nvSpPr>
        <p:spPr>
          <a:xfrm>
            <a:off x="6096000" y="148284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无刷电机结构：</a:t>
            </a:r>
          </a:p>
        </p:txBody>
      </p:sp>
    </p:spTree>
    <p:extLst>
      <p:ext uri="{BB962C8B-B14F-4D97-AF65-F5344CB8AC3E}">
        <p14:creationId xmlns:p14="http://schemas.microsoft.com/office/powerpoint/2010/main" val="3938731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/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/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/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/>
          <p:cNvSpPr>
            <a:spLocks noChangeArrowheads="1"/>
          </p:cNvSpPr>
          <p:nvPr/>
        </p:nvSpPr>
        <p:spPr bwMode="auto">
          <a:xfrm>
            <a:off x="817563" y="423863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旋转原理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/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/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475" y="6253163"/>
            <a:ext cx="1590942" cy="48342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AE6FC4E-CA8B-49F0-909C-7964AA2C1AF7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5" t="12851" r="19024" b="9620"/>
          <a:stretch/>
        </p:blipFill>
        <p:spPr>
          <a:xfrm>
            <a:off x="707747" y="2090420"/>
            <a:ext cx="3051176" cy="20878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6448785-8B86-4A90-A8F6-81FC4CA979E0}"/>
              </a:ext>
            </a:extLst>
          </p:cNvPr>
          <p:cNvSpPr txBox="1"/>
          <p:nvPr/>
        </p:nvSpPr>
        <p:spPr>
          <a:xfrm>
            <a:off x="377686" y="147320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结构简化图：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562673E-44AB-4B6A-8CDE-B646610C108A}"/>
              </a:ext>
            </a:extLst>
          </p:cNvPr>
          <p:cNvSpPr txBox="1"/>
          <p:nvPr/>
        </p:nvSpPr>
        <p:spPr>
          <a:xfrm>
            <a:off x="758825" y="4582637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三个线圈进行星形连接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A5CE08A-20BD-41BB-91B5-FECB0EEAFE14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5" t="13226" r="19772" b="3286"/>
          <a:stretch/>
        </p:blipFill>
        <p:spPr>
          <a:xfrm>
            <a:off x="5976619" y="1134349"/>
            <a:ext cx="4165601" cy="3140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6385F05-4C7B-4497-9A6C-279FC73A16E7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31769" y="4309746"/>
            <a:ext cx="2897505" cy="1987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8E933CE-5B9A-4E07-A4B7-765AB30E450A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49465" y="4263866"/>
            <a:ext cx="2956561" cy="2022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0207020-55AE-40B6-80F6-A22CA7131C4D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67161" y="4252912"/>
            <a:ext cx="2956561" cy="20221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3232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/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/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/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/>
          <p:cNvSpPr>
            <a:spLocks noChangeArrowheads="1"/>
          </p:cNvSpPr>
          <p:nvPr/>
        </p:nvSpPr>
        <p:spPr bwMode="auto">
          <a:xfrm>
            <a:off x="817563" y="423863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旋转原理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/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/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475" y="6253163"/>
            <a:ext cx="1590942" cy="48342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C71A86C-FF38-4A66-8374-702C7810C5A1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5" t="13226" r="19772" b="3286"/>
          <a:stretch/>
        </p:blipFill>
        <p:spPr>
          <a:xfrm>
            <a:off x="63499" y="1716881"/>
            <a:ext cx="4914901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219FF89-2BE8-48F0-A9DA-0308A122AA0D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25636" y="2705258"/>
            <a:ext cx="5274310" cy="17570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970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/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/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/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/>
          <p:cNvSpPr>
            <a:spLocks noChangeArrowheads="1"/>
          </p:cNvSpPr>
          <p:nvPr/>
        </p:nvSpPr>
        <p:spPr bwMode="auto">
          <a:xfrm>
            <a:off x="817563" y="423863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旋转原理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/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/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475" y="6253163"/>
            <a:ext cx="1590942" cy="48342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219FF89-2BE8-48F0-A9DA-0308A122AA0D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71286" y="1390808"/>
            <a:ext cx="5274310" cy="1757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2ED19CAE-4DC4-4227-A004-C41AF4433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797" y="3362488"/>
            <a:ext cx="9161905" cy="2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8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/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/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/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/>
          <p:cNvSpPr>
            <a:spLocks noChangeArrowheads="1"/>
          </p:cNvSpPr>
          <p:nvPr/>
        </p:nvSpPr>
        <p:spPr bwMode="auto">
          <a:xfrm>
            <a:off x="817563" y="423863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霍尔结构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/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/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475" y="6253163"/>
            <a:ext cx="1590942" cy="48342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CBF4335-9707-4034-9A83-2990B4042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50" y="1085550"/>
            <a:ext cx="3101893" cy="249823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C297CB9-6941-4AD8-883C-10E3C9929E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25" y="4285297"/>
            <a:ext cx="2499360" cy="214884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7B02D27-4F7E-47E4-9391-3357B73B3842}"/>
              </a:ext>
            </a:extLst>
          </p:cNvPr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" r="67340"/>
          <a:stretch/>
        </p:blipFill>
        <p:spPr>
          <a:xfrm>
            <a:off x="4821025" y="1390241"/>
            <a:ext cx="5524500" cy="296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2E2781B-36C9-4243-88D3-878B06155F70}"/>
              </a:ext>
            </a:extLst>
          </p:cNvPr>
          <p:cNvSpPr/>
          <p:nvPr/>
        </p:nvSpPr>
        <p:spPr bwMode="auto">
          <a:xfrm>
            <a:off x="4895670" y="1419809"/>
            <a:ext cx="503644" cy="2904366"/>
          </a:xfrm>
          <a:prstGeom prst="rect">
            <a:avLst/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noFill/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4FA1331B-8C0A-4F98-9F53-15149D047DCA}"/>
              </a:ext>
            </a:extLst>
          </p:cNvPr>
          <p:cNvSpPr/>
          <p:nvPr/>
        </p:nvSpPr>
        <p:spPr bwMode="auto">
          <a:xfrm rot="16200000">
            <a:off x="4775417" y="4679000"/>
            <a:ext cx="744151" cy="27348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174DC8-A070-4E18-B6BB-D8D727C26F0D}"/>
              </a:ext>
            </a:extLst>
          </p:cNvPr>
          <p:cNvSpPr txBox="1"/>
          <p:nvPr/>
        </p:nvSpPr>
        <p:spPr>
          <a:xfrm>
            <a:off x="4879630" y="108555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010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B7CE92-DC94-4A13-9D5E-D8A21605F783}"/>
              </a:ext>
            </a:extLst>
          </p:cNvPr>
          <p:cNvSpPr txBox="1"/>
          <p:nvPr/>
        </p:nvSpPr>
        <p:spPr>
          <a:xfrm>
            <a:off x="5010748" y="51750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86109F0-B9B9-4B94-9003-3B2782F69D75}"/>
              </a:ext>
            </a:extLst>
          </p:cNvPr>
          <p:cNvSpPr/>
          <p:nvPr/>
        </p:nvSpPr>
        <p:spPr bwMode="auto">
          <a:xfrm>
            <a:off x="5513237" y="1384736"/>
            <a:ext cx="503644" cy="2904366"/>
          </a:xfrm>
          <a:prstGeom prst="rect">
            <a:avLst/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noFill/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89C660FA-23E3-42FF-9A30-BA380B6B2038}"/>
              </a:ext>
            </a:extLst>
          </p:cNvPr>
          <p:cNvSpPr/>
          <p:nvPr/>
        </p:nvSpPr>
        <p:spPr bwMode="auto">
          <a:xfrm rot="16200000">
            <a:off x="5393472" y="4661122"/>
            <a:ext cx="744151" cy="27348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7DA1F32-1520-4929-B2AA-CD43DD95E453}"/>
              </a:ext>
            </a:extLst>
          </p:cNvPr>
          <p:cNvSpPr txBox="1"/>
          <p:nvPr/>
        </p:nvSpPr>
        <p:spPr>
          <a:xfrm>
            <a:off x="5489999" y="108555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110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FC0074B-344D-4481-A7C7-06670F6E392D}"/>
              </a:ext>
            </a:extLst>
          </p:cNvPr>
          <p:cNvSpPr txBox="1"/>
          <p:nvPr/>
        </p:nvSpPr>
        <p:spPr>
          <a:xfrm>
            <a:off x="5637741" y="51699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DE52532-41F2-4F70-A5D5-BF6F4096F525}"/>
              </a:ext>
            </a:extLst>
          </p:cNvPr>
          <p:cNvSpPr/>
          <p:nvPr/>
        </p:nvSpPr>
        <p:spPr bwMode="auto">
          <a:xfrm>
            <a:off x="6254133" y="1401932"/>
            <a:ext cx="503644" cy="2904366"/>
          </a:xfrm>
          <a:prstGeom prst="rect">
            <a:avLst/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noFill/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AE984D7F-C796-4CAA-B4D5-7EC5C2E89191}"/>
              </a:ext>
            </a:extLst>
          </p:cNvPr>
          <p:cNvSpPr/>
          <p:nvPr/>
        </p:nvSpPr>
        <p:spPr bwMode="auto">
          <a:xfrm rot="16200000">
            <a:off x="6133880" y="4661123"/>
            <a:ext cx="744151" cy="27348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165D573-B7C7-4A36-8320-61D61424C719}"/>
              </a:ext>
            </a:extLst>
          </p:cNvPr>
          <p:cNvSpPr txBox="1"/>
          <p:nvPr/>
        </p:nvSpPr>
        <p:spPr>
          <a:xfrm>
            <a:off x="6238093" y="106767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100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3F8C03D-93C3-4F97-BC7C-275FA4670225}"/>
              </a:ext>
            </a:extLst>
          </p:cNvPr>
          <p:cNvSpPr txBox="1"/>
          <p:nvPr/>
        </p:nvSpPr>
        <p:spPr>
          <a:xfrm>
            <a:off x="6369211" y="51571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1D25834-9D85-4455-865A-26D940FD9E27}"/>
              </a:ext>
            </a:extLst>
          </p:cNvPr>
          <p:cNvSpPr/>
          <p:nvPr/>
        </p:nvSpPr>
        <p:spPr bwMode="auto">
          <a:xfrm>
            <a:off x="6957406" y="1419809"/>
            <a:ext cx="503644" cy="2904366"/>
          </a:xfrm>
          <a:prstGeom prst="rect">
            <a:avLst/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noFill/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BE0EA613-6F93-4BC0-8CFF-EE164BCB10D5}"/>
              </a:ext>
            </a:extLst>
          </p:cNvPr>
          <p:cNvSpPr/>
          <p:nvPr/>
        </p:nvSpPr>
        <p:spPr bwMode="auto">
          <a:xfrm rot="16200000">
            <a:off x="6837153" y="4679000"/>
            <a:ext cx="744151" cy="27348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5F8D232-D4F9-484E-8170-F3A276BF1D76}"/>
              </a:ext>
            </a:extLst>
          </p:cNvPr>
          <p:cNvSpPr txBox="1"/>
          <p:nvPr/>
        </p:nvSpPr>
        <p:spPr>
          <a:xfrm>
            <a:off x="6941366" y="108555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101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53F9072-4453-461D-9F46-214776355048}"/>
              </a:ext>
            </a:extLst>
          </p:cNvPr>
          <p:cNvSpPr txBox="1"/>
          <p:nvPr/>
        </p:nvSpPr>
        <p:spPr>
          <a:xfrm>
            <a:off x="7072484" y="51750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DDF56A1-B337-4A0E-9D5D-1FFB1478EE17}"/>
              </a:ext>
            </a:extLst>
          </p:cNvPr>
          <p:cNvSpPr/>
          <p:nvPr/>
        </p:nvSpPr>
        <p:spPr bwMode="auto">
          <a:xfrm>
            <a:off x="7752250" y="1419809"/>
            <a:ext cx="503644" cy="2904366"/>
          </a:xfrm>
          <a:prstGeom prst="rect">
            <a:avLst/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noFill/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BBF4DEAE-6ED4-4EEB-B85D-B5CF3354C46B}"/>
              </a:ext>
            </a:extLst>
          </p:cNvPr>
          <p:cNvSpPr/>
          <p:nvPr/>
        </p:nvSpPr>
        <p:spPr bwMode="auto">
          <a:xfrm rot="16200000">
            <a:off x="7631997" y="4679000"/>
            <a:ext cx="744151" cy="27348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90BEC50-2B86-472D-850C-4450E0D55AAE}"/>
              </a:ext>
            </a:extLst>
          </p:cNvPr>
          <p:cNvSpPr txBox="1"/>
          <p:nvPr/>
        </p:nvSpPr>
        <p:spPr>
          <a:xfrm>
            <a:off x="7736210" y="108555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001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5DB068D-6847-4609-B43E-00D25DAF7E5F}"/>
              </a:ext>
            </a:extLst>
          </p:cNvPr>
          <p:cNvSpPr txBox="1"/>
          <p:nvPr/>
        </p:nvSpPr>
        <p:spPr>
          <a:xfrm>
            <a:off x="7867328" y="51750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7E3C27D-CF7D-4E24-9C63-1D3F3FC4DE43}"/>
              </a:ext>
            </a:extLst>
          </p:cNvPr>
          <p:cNvSpPr/>
          <p:nvPr/>
        </p:nvSpPr>
        <p:spPr bwMode="auto">
          <a:xfrm>
            <a:off x="8446987" y="1419809"/>
            <a:ext cx="503644" cy="2904366"/>
          </a:xfrm>
          <a:prstGeom prst="rect">
            <a:avLst/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noFill/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9A4194FD-CF12-4A88-9C41-BDECF4C58F9F}"/>
              </a:ext>
            </a:extLst>
          </p:cNvPr>
          <p:cNvSpPr/>
          <p:nvPr/>
        </p:nvSpPr>
        <p:spPr bwMode="auto">
          <a:xfrm rot="16200000">
            <a:off x="8326734" y="4679000"/>
            <a:ext cx="744151" cy="27348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600B833-5513-4465-BDF0-7B598F07D7EA}"/>
              </a:ext>
            </a:extLst>
          </p:cNvPr>
          <p:cNvSpPr txBox="1"/>
          <p:nvPr/>
        </p:nvSpPr>
        <p:spPr>
          <a:xfrm>
            <a:off x="8430947" y="108555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011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0CEC035-430A-4842-B7C0-8268A9E5705E}"/>
              </a:ext>
            </a:extLst>
          </p:cNvPr>
          <p:cNvSpPr txBox="1"/>
          <p:nvPr/>
        </p:nvSpPr>
        <p:spPr>
          <a:xfrm>
            <a:off x="8562065" y="51750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623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/>
      <p:bldP spid="6" grpId="0"/>
      <p:bldP spid="16" grpId="0" animBg="1"/>
      <p:bldP spid="17" grpId="0" animBg="1"/>
      <p:bldP spid="18" grpId="0"/>
      <p:bldP spid="19" grpId="0"/>
      <p:bldP spid="28" grpId="0" animBg="1"/>
      <p:bldP spid="30" grpId="0" animBg="1"/>
      <p:bldP spid="31" grpId="0"/>
      <p:bldP spid="32" grpId="0"/>
      <p:bldP spid="33" grpId="0" animBg="1"/>
      <p:bldP spid="34" grpId="0" animBg="1"/>
      <p:bldP spid="35" grpId="0"/>
      <p:bldP spid="36" grpId="0"/>
      <p:bldP spid="37" grpId="0" animBg="1"/>
      <p:bldP spid="38" grpId="0" animBg="1"/>
      <p:bldP spid="39" grpId="0"/>
      <p:bldP spid="40" grpId="0"/>
      <p:bldP spid="41" grpId="0" animBg="1"/>
      <p:bldP spid="42" grpId="0" animBg="1"/>
      <p:bldP spid="43" grpId="0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平行四边形 4"/>
          <p:cNvSpPr>
            <a:spLocks noChangeArrowheads="1"/>
          </p:cNvSpPr>
          <p:nvPr/>
        </p:nvSpPr>
        <p:spPr bwMode="auto">
          <a:xfrm>
            <a:off x="14710" y="3429000"/>
            <a:ext cx="5676900" cy="3429000"/>
          </a:xfrm>
          <a:prstGeom prst="parallelogram">
            <a:avLst>
              <a:gd name="adj" fmla="val 7283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17445" name="组合 10"/>
          <p:cNvGrpSpPr>
            <a:grpSpLocks/>
          </p:cNvGrpSpPr>
          <p:nvPr/>
        </p:nvGrpSpPr>
        <p:grpSpPr bwMode="auto">
          <a:xfrm>
            <a:off x="7037062" y="3129969"/>
            <a:ext cx="619125" cy="472157"/>
            <a:chOff x="0" y="0"/>
            <a:chExt cx="877513" cy="643017"/>
          </a:xfrm>
        </p:grpSpPr>
        <p:sp>
          <p:nvSpPr>
            <p:cNvPr id="17447" name="平行四边形 9"/>
            <p:cNvSpPr>
              <a:spLocks noChangeArrowheads="1"/>
            </p:cNvSpPr>
            <p:nvPr/>
          </p:nvSpPr>
          <p:spPr bwMode="auto">
            <a:xfrm>
              <a:off x="31500" y="72900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448" name="平行四边形 8"/>
            <p:cNvSpPr>
              <a:spLocks noChangeArrowheads="1"/>
            </p:cNvSpPr>
            <p:nvPr/>
          </p:nvSpPr>
          <p:spPr bwMode="auto">
            <a:xfrm>
              <a:off x="0" y="-607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17446" name="文本框 11"/>
          <p:cNvSpPr txBox="1">
            <a:spLocks noChangeArrowheads="1"/>
          </p:cNvSpPr>
          <p:nvPr/>
        </p:nvSpPr>
        <p:spPr bwMode="auto">
          <a:xfrm>
            <a:off x="7139409" y="3099361"/>
            <a:ext cx="63107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7441" name="组合 14"/>
          <p:cNvGrpSpPr>
            <a:grpSpLocks/>
          </p:cNvGrpSpPr>
          <p:nvPr/>
        </p:nvGrpSpPr>
        <p:grpSpPr bwMode="auto">
          <a:xfrm>
            <a:off x="7037062" y="3891969"/>
            <a:ext cx="619125" cy="472157"/>
            <a:chOff x="0" y="0"/>
            <a:chExt cx="877513" cy="643017"/>
          </a:xfrm>
        </p:grpSpPr>
        <p:sp>
          <p:nvSpPr>
            <p:cNvPr id="17443" name="平行四边形 16"/>
            <p:cNvSpPr>
              <a:spLocks noChangeArrowheads="1"/>
            </p:cNvSpPr>
            <p:nvPr/>
          </p:nvSpPr>
          <p:spPr bwMode="auto">
            <a:xfrm>
              <a:off x="31500" y="72900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17444" name="平行四边形 17"/>
            <p:cNvSpPr>
              <a:spLocks noChangeArrowheads="1"/>
            </p:cNvSpPr>
            <p:nvPr/>
          </p:nvSpPr>
          <p:spPr bwMode="auto">
            <a:xfrm>
              <a:off x="0" y="-607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7442" name="文本框 15"/>
          <p:cNvSpPr txBox="1">
            <a:spLocks noChangeArrowheads="1"/>
          </p:cNvSpPr>
          <p:nvPr/>
        </p:nvSpPr>
        <p:spPr bwMode="auto">
          <a:xfrm>
            <a:off x="7139409" y="3861361"/>
            <a:ext cx="63107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7437" name="组合 19"/>
          <p:cNvGrpSpPr>
            <a:grpSpLocks/>
          </p:cNvGrpSpPr>
          <p:nvPr/>
        </p:nvGrpSpPr>
        <p:grpSpPr bwMode="auto">
          <a:xfrm>
            <a:off x="7037062" y="4653969"/>
            <a:ext cx="619125" cy="472157"/>
            <a:chOff x="0" y="0"/>
            <a:chExt cx="877513" cy="643017"/>
          </a:xfrm>
        </p:grpSpPr>
        <p:sp>
          <p:nvSpPr>
            <p:cNvPr id="17439" name="平行四边形 21"/>
            <p:cNvSpPr>
              <a:spLocks noChangeArrowheads="1"/>
            </p:cNvSpPr>
            <p:nvPr/>
          </p:nvSpPr>
          <p:spPr bwMode="auto">
            <a:xfrm>
              <a:off x="31500" y="72900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440" name="平行四边形 22"/>
            <p:cNvSpPr>
              <a:spLocks noChangeArrowheads="1"/>
            </p:cNvSpPr>
            <p:nvPr/>
          </p:nvSpPr>
          <p:spPr bwMode="auto">
            <a:xfrm>
              <a:off x="0" y="-607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17438" name="文本框 20"/>
          <p:cNvSpPr txBox="1">
            <a:spLocks noChangeArrowheads="1"/>
          </p:cNvSpPr>
          <p:nvPr/>
        </p:nvSpPr>
        <p:spPr bwMode="auto">
          <a:xfrm>
            <a:off x="7139409" y="4623361"/>
            <a:ext cx="63107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2800" b="1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419" name="平行四边形 33"/>
          <p:cNvSpPr>
            <a:spLocks noChangeArrowheads="1"/>
          </p:cNvSpPr>
          <p:nvPr/>
        </p:nvSpPr>
        <p:spPr bwMode="auto">
          <a:xfrm>
            <a:off x="7681587" y="3197786"/>
            <a:ext cx="2533368" cy="436781"/>
          </a:xfrm>
          <a:prstGeom prst="parallelogram">
            <a:avLst>
              <a:gd name="adj" fmla="val 37966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itchFamily="34" charset="0"/>
              <a:buNone/>
            </a:pPr>
            <a:endParaRPr lang="zh-CN" altLang="en-US" sz="1600" b="1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17420" name="Rectangle 6"/>
          <p:cNvSpPr>
            <a:spLocks noChangeArrowheads="1"/>
          </p:cNvSpPr>
          <p:nvPr/>
        </p:nvSpPr>
        <p:spPr bwMode="auto">
          <a:xfrm>
            <a:off x="8087987" y="3200961"/>
            <a:ext cx="27717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芯片选型</a:t>
            </a:r>
            <a:endParaRPr lang="zh-CN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421" name="平行四边形 35"/>
          <p:cNvSpPr>
            <a:spLocks noChangeArrowheads="1"/>
          </p:cNvSpPr>
          <p:nvPr/>
        </p:nvSpPr>
        <p:spPr bwMode="auto">
          <a:xfrm>
            <a:off x="7681587" y="3945498"/>
            <a:ext cx="2533368" cy="436781"/>
          </a:xfrm>
          <a:prstGeom prst="parallelogram">
            <a:avLst>
              <a:gd name="adj" fmla="val 37966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itchFamily="34" charset="0"/>
              <a:buNone/>
            </a:pPr>
            <a:endParaRPr lang="zh-CN" altLang="en-US" sz="1600" b="1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17422" name="Rectangle 6"/>
          <p:cNvSpPr>
            <a:spLocks noChangeArrowheads="1"/>
          </p:cNvSpPr>
          <p:nvPr/>
        </p:nvSpPr>
        <p:spPr bwMode="auto">
          <a:xfrm>
            <a:off x="8087987" y="3948673"/>
            <a:ext cx="27717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MOS</a:t>
            </a:r>
            <a:r>
              <a:rPr lang="zh-CN" altLang="en-US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选型</a:t>
            </a:r>
            <a:endParaRPr lang="zh-CN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423" name="平行四边形 37"/>
          <p:cNvSpPr>
            <a:spLocks noChangeArrowheads="1"/>
          </p:cNvSpPr>
          <p:nvPr/>
        </p:nvSpPr>
        <p:spPr bwMode="auto">
          <a:xfrm>
            <a:off x="7681586" y="4696386"/>
            <a:ext cx="2533369" cy="436781"/>
          </a:xfrm>
          <a:prstGeom prst="parallelogram">
            <a:avLst>
              <a:gd name="adj" fmla="val 37966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itchFamily="34" charset="0"/>
              <a:buNone/>
            </a:pPr>
            <a:endParaRPr lang="zh-CN" altLang="en-US" sz="1600" b="1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17424" name="Rectangle 6"/>
          <p:cNvSpPr>
            <a:spLocks noChangeArrowheads="1"/>
          </p:cNvSpPr>
          <p:nvPr/>
        </p:nvSpPr>
        <p:spPr bwMode="auto">
          <a:xfrm>
            <a:off x="8087987" y="4701148"/>
            <a:ext cx="27717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原理图</a:t>
            </a:r>
            <a:endParaRPr lang="zh-CN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1AC654-7A20-4DDB-80F4-2699C423F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290" y="0"/>
            <a:ext cx="9027710" cy="1085850"/>
          </a:xfrm>
          <a:prstGeom prst="rect">
            <a:avLst/>
          </a:prstGeom>
        </p:spPr>
      </p:pic>
      <p:sp>
        <p:nvSpPr>
          <p:cNvPr id="50" name="平行四边形 5">
            <a:extLst>
              <a:ext uri="{FF2B5EF4-FFF2-40B4-BE49-F238E27FC236}">
                <a16:creationId xmlns:a16="http://schemas.microsoft.com/office/drawing/2014/main" id="{5231F5B0-6775-4966-BD89-592487CEE5F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0"/>
            <a:ext cx="5676900" cy="3429000"/>
          </a:xfrm>
          <a:prstGeom prst="parallelogram">
            <a:avLst>
              <a:gd name="adj" fmla="val 72837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51" name="文本框 5">
            <a:extLst>
              <a:ext uri="{FF2B5EF4-FFF2-40B4-BE49-F238E27FC236}">
                <a16:creationId xmlns:a16="http://schemas.microsoft.com/office/drawing/2014/main" id="{91A85A5A-65F5-4FE3-808C-85F23527B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7757" y="2477294"/>
            <a:ext cx="16525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zh-CN" sz="36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zh-CN" altLang="en-US" sz="36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二</a:t>
            </a:r>
            <a:r>
              <a:rPr lang="zh-CN" sz="36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章</a:t>
            </a:r>
          </a:p>
        </p:txBody>
      </p:sp>
      <p:sp>
        <p:nvSpPr>
          <p:cNvPr id="52" name="文本框 6">
            <a:extLst>
              <a:ext uri="{FF2B5EF4-FFF2-40B4-BE49-F238E27FC236}">
                <a16:creationId xmlns:a16="http://schemas.microsoft.com/office/drawing/2014/main" id="{21822B91-7E52-4681-93C8-53D02057C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135" y="3143102"/>
            <a:ext cx="375761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硬件部分</a:t>
            </a:r>
            <a:endParaRPr lang="zh-CN" sz="40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0EAC75FA-824B-4DB0-83FF-4E6EAA0325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475" y="6253163"/>
            <a:ext cx="1590942" cy="48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501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46" grpId="0"/>
      <p:bldP spid="17442" grpId="0"/>
      <p:bldP spid="17438" grpId="0"/>
      <p:bldP spid="17419" grpId="0" animBg="1"/>
      <p:bldP spid="17420" grpId="0"/>
      <p:bldP spid="17421" grpId="0" animBg="1"/>
      <p:bldP spid="17422" grpId="0"/>
      <p:bldP spid="17423" grpId="0" animBg="1"/>
      <p:bldP spid="174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/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/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/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/>
          <p:cNvSpPr>
            <a:spLocks noChangeArrowheads="1"/>
          </p:cNvSpPr>
          <p:nvPr/>
        </p:nvSpPr>
        <p:spPr bwMode="auto">
          <a:xfrm>
            <a:off x="817563" y="423863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芯片选型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/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/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475" y="6253163"/>
            <a:ext cx="1590942" cy="48342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C7D19D9-9AB2-427E-AF72-A1ACD5AB0797}"/>
              </a:ext>
            </a:extLst>
          </p:cNvPr>
          <p:cNvSpPr/>
          <p:nvPr/>
        </p:nvSpPr>
        <p:spPr>
          <a:xfrm>
            <a:off x="4700586" y="1581150"/>
            <a:ext cx="6877050" cy="32871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zh-CN" sz="1400" b="1" kern="100" spc="40" dirty="0">
                <a:cs typeface="Calibri" panose="020F0502020204030204" pitchFamily="34" charset="0"/>
              </a:rPr>
              <a:t>使用双核</a:t>
            </a:r>
            <a:r>
              <a:rPr lang="en-US" altLang="zh-CN" sz="1400" b="1" kern="100" spc="40" dirty="0" err="1">
                <a:cs typeface="Calibri" panose="020F0502020204030204" pitchFamily="34" charset="0"/>
              </a:rPr>
              <a:t>TriCore</a:t>
            </a:r>
            <a:r>
              <a:rPr lang="zh-CN" altLang="zh-CN" sz="1400" b="1" kern="100" spc="40" dirty="0">
                <a:cs typeface="Calibri" panose="020F0502020204030204" pitchFamily="34" charset="0"/>
              </a:rPr>
              <a:t>™架构的高性能</a:t>
            </a:r>
            <a:r>
              <a:rPr lang="en-US" altLang="zh-CN" sz="1400" b="1" kern="100" spc="40" dirty="0">
                <a:cs typeface="Calibri" panose="020F0502020204030204" pitchFamily="34" charset="0"/>
              </a:rPr>
              <a:t> 32 </a:t>
            </a:r>
            <a:r>
              <a:rPr lang="zh-CN" altLang="zh-CN" sz="1400" b="1" kern="100" spc="40" dirty="0">
                <a:cs typeface="Calibri" panose="020F0502020204030204" pitchFamily="34" charset="0"/>
              </a:rPr>
              <a:t>位微控制器。</a:t>
            </a:r>
            <a:endParaRPr lang="zh-CN" altLang="zh-CN" sz="1400" kern="100" dirty="0"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zh-CN" sz="1400" b="1" kern="100" spc="40" dirty="0">
                <a:cs typeface="Calibri" panose="020F0502020204030204" pitchFamily="34" charset="0"/>
              </a:rPr>
              <a:t>芯片单核主频高达 </a:t>
            </a:r>
            <a:r>
              <a:rPr lang="en-US" altLang="zh-CN" sz="1400" b="1" kern="100" spc="40" dirty="0">
                <a:cs typeface="Calibri" panose="020F0502020204030204" pitchFamily="34" charset="0"/>
              </a:rPr>
              <a:t>200MHz</a:t>
            </a:r>
            <a:r>
              <a:rPr lang="zh-CN" altLang="zh-CN" sz="1400" b="1" kern="100" spc="40" dirty="0">
                <a:cs typeface="Calibri" panose="020F0502020204030204" pitchFamily="34" charset="0"/>
              </a:rPr>
              <a:t>。</a:t>
            </a:r>
            <a:endParaRPr lang="zh-CN" altLang="zh-CN" sz="1400" kern="100" dirty="0"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zh-CN" sz="1400" b="1" kern="100" spc="40" dirty="0">
                <a:cs typeface="Calibri" panose="020F0502020204030204" pitchFamily="34" charset="0"/>
              </a:rPr>
              <a:t>容量高至</a:t>
            </a:r>
            <a:r>
              <a:rPr lang="en-US" altLang="zh-CN" sz="1400" b="1" kern="100" spc="40" dirty="0">
                <a:cs typeface="Calibri" panose="020F0502020204030204" pitchFamily="34" charset="0"/>
              </a:rPr>
              <a:t>2.5MB</a:t>
            </a:r>
            <a:r>
              <a:rPr lang="zh-CN" altLang="zh-CN" sz="1400" b="1" kern="100" spc="40" dirty="0">
                <a:cs typeface="Calibri" panose="020F0502020204030204" pitchFamily="34" charset="0"/>
              </a:rPr>
              <a:t>的</a:t>
            </a:r>
            <a:r>
              <a:rPr lang="en-US" altLang="zh-CN" sz="1400" b="1" kern="100" spc="40" dirty="0">
                <a:cs typeface="Calibri" panose="020F0502020204030204" pitchFamily="34" charset="0"/>
              </a:rPr>
              <a:t>ROM</a:t>
            </a:r>
            <a:r>
              <a:rPr lang="zh-CN" altLang="zh-CN" sz="1400" b="1" kern="100" spc="40" dirty="0">
                <a:cs typeface="Calibri" panose="020F0502020204030204" pitchFamily="34" charset="0"/>
              </a:rPr>
              <a:t>以及高至</a:t>
            </a:r>
            <a:r>
              <a:rPr lang="en-US" altLang="zh-CN" sz="1400" b="1" kern="100" spc="40" dirty="0">
                <a:cs typeface="Calibri" panose="020F0502020204030204" pitchFamily="34" charset="0"/>
              </a:rPr>
              <a:t>240KB</a:t>
            </a:r>
            <a:r>
              <a:rPr lang="zh-CN" altLang="zh-CN" sz="1400" b="1" kern="100" spc="40" dirty="0">
                <a:cs typeface="Calibri" panose="020F0502020204030204" pitchFamily="34" charset="0"/>
              </a:rPr>
              <a:t>的</a:t>
            </a:r>
            <a:r>
              <a:rPr lang="en-US" altLang="zh-CN" sz="1400" b="1" kern="100" spc="40" dirty="0">
                <a:cs typeface="Calibri" panose="020F0502020204030204" pitchFamily="34" charset="0"/>
              </a:rPr>
              <a:t>RAM</a:t>
            </a:r>
            <a:r>
              <a:rPr lang="zh-CN" altLang="zh-CN" sz="1400" b="1" kern="100" spc="40" dirty="0">
                <a:cs typeface="Calibri" panose="020F0502020204030204" pitchFamily="34" charset="0"/>
              </a:rPr>
              <a:t>，并且都带</a:t>
            </a:r>
            <a:r>
              <a:rPr lang="en-US" altLang="zh-CN" sz="1400" b="1" kern="100" spc="40" dirty="0">
                <a:cs typeface="Calibri" panose="020F0502020204030204" pitchFamily="34" charset="0"/>
              </a:rPr>
              <a:t>ECC</a:t>
            </a:r>
            <a:r>
              <a:rPr lang="zh-CN" altLang="zh-CN" sz="1400" b="1" kern="100" spc="40" dirty="0">
                <a:cs typeface="Calibri" panose="020F0502020204030204" pitchFamily="34" charset="0"/>
              </a:rPr>
              <a:t>（纠错编码）</a:t>
            </a:r>
            <a:endParaRPr lang="zh-CN" altLang="zh-CN" sz="1400" kern="100" dirty="0"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zh-CN" sz="1400" b="1" kern="100" spc="40" dirty="0">
                <a:cs typeface="Calibri" panose="020F0502020204030204" pitchFamily="34" charset="0"/>
              </a:rPr>
              <a:t>包含</a:t>
            </a:r>
            <a:r>
              <a:rPr lang="en-US" altLang="zh-CN" sz="1400" b="1" kern="100" spc="40" dirty="0">
                <a:cs typeface="Calibri" panose="020F0502020204030204" pitchFamily="34" charset="0"/>
              </a:rPr>
              <a:t>4</a:t>
            </a:r>
            <a:r>
              <a:rPr lang="zh-CN" altLang="zh-CN" sz="1400" b="1" kern="100" spc="40" dirty="0">
                <a:cs typeface="Calibri" panose="020F0502020204030204" pitchFamily="34" charset="0"/>
              </a:rPr>
              <a:t>个</a:t>
            </a:r>
            <a:r>
              <a:rPr lang="en-US" altLang="zh-CN" sz="1400" b="1" kern="100" spc="40" dirty="0">
                <a:cs typeface="Calibri" panose="020F0502020204030204" pitchFamily="34" charset="0"/>
              </a:rPr>
              <a:t>12</a:t>
            </a:r>
            <a:r>
              <a:rPr lang="zh-CN" altLang="zh-CN" sz="1400" b="1" kern="100" spc="40" dirty="0">
                <a:cs typeface="Calibri" panose="020F0502020204030204" pitchFamily="34" charset="0"/>
              </a:rPr>
              <a:t>位</a:t>
            </a:r>
            <a:r>
              <a:rPr lang="en-US" altLang="zh-CN" sz="1400" b="1" kern="100" spc="40" dirty="0">
                <a:cs typeface="Calibri" panose="020F0502020204030204" pitchFamily="34" charset="0"/>
              </a:rPr>
              <a:t>SAR ADC</a:t>
            </a:r>
            <a:r>
              <a:rPr lang="zh-CN" altLang="zh-CN" sz="1400" b="1" kern="100" spc="40" dirty="0">
                <a:cs typeface="Calibri" panose="020F0502020204030204" pitchFamily="34" charset="0"/>
              </a:rPr>
              <a:t>转换器模块。</a:t>
            </a:r>
            <a:endParaRPr lang="zh-CN" altLang="zh-CN" sz="1400" kern="100" dirty="0"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zh-CN" sz="1400" b="1" kern="100" spc="40" dirty="0">
                <a:cs typeface="Calibri" panose="020F0502020204030204" pitchFamily="34" charset="0"/>
              </a:rPr>
              <a:t>拥有</a:t>
            </a:r>
            <a:r>
              <a:rPr lang="en-US" altLang="zh-CN" sz="1400" b="1" kern="100" spc="40" dirty="0">
                <a:cs typeface="Calibri" panose="020F0502020204030204" pitchFamily="34" charset="0"/>
              </a:rPr>
              <a:t>CCU6</a:t>
            </a:r>
            <a:r>
              <a:rPr lang="zh-CN" altLang="zh-CN" sz="1400" b="1" kern="100" spc="40" dirty="0">
                <a:cs typeface="Calibri" panose="020F0502020204030204" pitchFamily="34" charset="0"/>
              </a:rPr>
              <a:t>高级定时器，可用于输出无刷电机所需要的控制信号，支持</a:t>
            </a:r>
            <a:r>
              <a:rPr lang="en-US" altLang="zh-CN" sz="1400" b="1" kern="100" spc="40" dirty="0">
                <a:cs typeface="Calibri" panose="020F0502020204030204" pitchFamily="34" charset="0"/>
              </a:rPr>
              <a:t>trap</a:t>
            </a:r>
            <a:r>
              <a:rPr lang="zh-CN" altLang="zh-CN" sz="1400" b="1" kern="100" spc="40" dirty="0">
                <a:cs typeface="Calibri" panose="020F0502020204030204" pitchFamily="34" charset="0"/>
              </a:rPr>
              <a:t>信号输入</a:t>
            </a:r>
            <a:r>
              <a:rPr lang="en-US" altLang="zh-CN" sz="1400" b="1" kern="100" spc="40" dirty="0">
                <a:cs typeface="Calibri" panose="020F0502020204030204" pitchFamily="34" charset="0"/>
              </a:rPr>
              <a:t>,</a:t>
            </a:r>
            <a:r>
              <a:rPr lang="zh-CN" altLang="zh-CN" sz="1400" b="1" kern="100" spc="40" dirty="0">
                <a:cs typeface="Calibri" panose="020F0502020204030204" pitchFamily="34" charset="0"/>
              </a:rPr>
              <a:t>用于实现快速关闭定时器输出。</a:t>
            </a:r>
            <a:endParaRPr lang="zh-CN" altLang="zh-CN" sz="1400" kern="100" dirty="0"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zh-CN" sz="1400" b="1" kern="100" spc="40" dirty="0">
                <a:cs typeface="Calibri" panose="020F0502020204030204" pitchFamily="34" charset="0"/>
              </a:rPr>
              <a:t>拥有</a:t>
            </a:r>
            <a:r>
              <a:rPr lang="en-US" altLang="zh-CN" sz="1400" b="1" kern="100" spc="40" dirty="0">
                <a:cs typeface="Calibri" panose="020F0502020204030204" pitchFamily="34" charset="0"/>
              </a:rPr>
              <a:t>GTM</a:t>
            </a:r>
            <a:r>
              <a:rPr lang="zh-CN" altLang="zh-CN" sz="1400" b="1" kern="100" spc="40" dirty="0">
                <a:cs typeface="Calibri" panose="020F0502020204030204" pitchFamily="34" charset="0"/>
              </a:rPr>
              <a:t>高级定时器，支持输入捕获、</a:t>
            </a:r>
            <a:r>
              <a:rPr lang="en-US" altLang="zh-CN" sz="1400" b="1" kern="100" spc="40" dirty="0">
                <a:cs typeface="Calibri" panose="020F0502020204030204" pitchFamily="34" charset="0"/>
              </a:rPr>
              <a:t>PWM</a:t>
            </a:r>
            <a:r>
              <a:rPr lang="zh-CN" altLang="zh-CN" sz="1400" b="1" kern="100" spc="40" dirty="0">
                <a:cs typeface="Calibri" panose="020F0502020204030204" pitchFamily="34" charset="0"/>
              </a:rPr>
              <a:t>输出等功能，可用于输出无刷电机所需要的控制信号，支持快速关断功能。并且能同步捕获霍尔信号以及外部输入的</a:t>
            </a:r>
            <a:r>
              <a:rPr lang="en-US" altLang="zh-CN" sz="1400" b="1" kern="100" spc="40" dirty="0">
                <a:cs typeface="Calibri" panose="020F0502020204030204" pitchFamily="34" charset="0"/>
              </a:rPr>
              <a:t>PWM</a:t>
            </a:r>
            <a:r>
              <a:rPr lang="zh-CN" altLang="zh-CN" sz="1400" b="1" kern="100" spc="40" dirty="0">
                <a:cs typeface="Calibri" panose="020F0502020204030204" pitchFamily="34" charset="0"/>
              </a:rPr>
              <a:t>信号。</a:t>
            </a:r>
            <a:endParaRPr lang="zh-CN" altLang="zh-CN" sz="1400" kern="100" dirty="0"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en-US" altLang="zh-CN" sz="1400" b="1" kern="100" spc="40" dirty="0">
                <a:cs typeface="Calibri" panose="020F0502020204030204" pitchFamily="34" charset="0"/>
              </a:rPr>
              <a:t>UART </a:t>
            </a:r>
            <a:r>
              <a:rPr lang="zh-CN" altLang="zh-CN" sz="1400" b="1" kern="100" spc="40" dirty="0">
                <a:cs typeface="Calibri" panose="020F0502020204030204" pitchFamily="34" charset="0"/>
              </a:rPr>
              <a:t>接口</a:t>
            </a:r>
            <a:r>
              <a:rPr lang="en-US" altLang="zh-CN" sz="1400" b="1" kern="100" spc="40" dirty="0">
                <a:cs typeface="Calibri" panose="020F0502020204030204" pitchFamily="34" charset="0"/>
              </a:rPr>
              <a:t>4 </a:t>
            </a:r>
            <a:r>
              <a:rPr lang="zh-CN" altLang="zh-CN" sz="1400" b="1" kern="100" spc="40" dirty="0">
                <a:cs typeface="Calibri" panose="020F0502020204030204" pitchFamily="34" charset="0"/>
              </a:rPr>
              <a:t>个、</a:t>
            </a:r>
            <a:r>
              <a:rPr lang="en-US" altLang="zh-CN" sz="1400" b="1" kern="100" spc="40" dirty="0">
                <a:cs typeface="Calibri" panose="020F0502020204030204" pitchFamily="34" charset="0"/>
              </a:rPr>
              <a:t>SPI </a:t>
            </a:r>
            <a:r>
              <a:rPr lang="zh-CN" altLang="zh-CN" sz="1400" b="1" kern="100" spc="40" dirty="0">
                <a:cs typeface="Calibri" panose="020F0502020204030204" pitchFamily="34" charset="0"/>
              </a:rPr>
              <a:t>接口</a:t>
            </a:r>
            <a:r>
              <a:rPr lang="en-US" altLang="zh-CN" sz="1400" b="1" kern="100" spc="40" dirty="0">
                <a:cs typeface="Calibri" panose="020F0502020204030204" pitchFamily="34" charset="0"/>
              </a:rPr>
              <a:t>4 </a:t>
            </a:r>
            <a:r>
              <a:rPr lang="zh-CN" altLang="zh-CN" sz="1400" b="1" kern="100" spc="40" dirty="0">
                <a:cs typeface="Calibri" panose="020F0502020204030204" pitchFamily="34" charset="0"/>
              </a:rPr>
              <a:t>个。</a:t>
            </a:r>
            <a:endParaRPr lang="zh-CN" altLang="zh-CN" sz="1400" kern="100" dirty="0"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62A0FF-67C9-44DA-B536-7D347F5FEFF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552"/>
          <a:stretch/>
        </p:blipFill>
        <p:spPr>
          <a:xfrm>
            <a:off x="501650" y="1815009"/>
            <a:ext cx="3985449" cy="277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80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/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/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/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/>
          <p:cNvSpPr>
            <a:spLocks noChangeArrowheads="1"/>
          </p:cNvSpPr>
          <p:nvPr/>
        </p:nvSpPr>
        <p:spPr bwMode="auto">
          <a:xfrm>
            <a:off x="817563" y="423863"/>
            <a:ext cx="24769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预驱及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MOS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选型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/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/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475" y="6253163"/>
            <a:ext cx="1590942" cy="48342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38D45B4-B036-4277-AE1E-BB9A3DD64DBE}"/>
              </a:ext>
            </a:extLst>
          </p:cNvPr>
          <p:cNvSpPr txBox="1"/>
          <p:nvPr/>
        </p:nvSpPr>
        <p:spPr>
          <a:xfrm>
            <a:off x="1119545" y="1368490"/>
            <a:ext cx="190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预驱：</a:t>
            </a:r>
            <a:r>
              <a:rPr lang="fr-FR" altLang="zh-CN" dirty="0"/>
              <a:t>AUIRS2181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54F340F-F095-496D-8B7C-901362E6F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545" y="2092386"/>
            <a:ext cx="1980952" cy="160952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EAC26C0-4BC0-45CD-8E91-BD736B95815F}"/>
              </a:ext>
            </a:extLst>
          </p:cNvPr>
          <p:cNvSpPr txBox="1"/>
          <p:nvPr/>
        </p:nvSpPr>
        <p:spPr>
          <a:xfrm>
            <a:off x="6096000" y="1358571"/>
            <a:ext cx="2162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MOS</a:t>
            </a:r>
            <a:r>
              <a:rPr lang="zh-CN" altLang="en-US" dirty="0"/>
              <a:t>：</a:t>
            </a:r>
            <a:r>
              <a:rPr lang="fr-FR" altLang="zh-CN" dirty="0"/>
              <a:t>BSC014N04LS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82FB6F4-E735-4C3E-9989-DC9282A485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799817" y="1869556"/>
            <a:ext cx="1412226" cy="205693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7FFAF5E-B51B-4853-9991-BCE713559C26}"/>
              </a:ext>
            </a:extLst>
          </p:cNvPr>
          <p:cNvSpPr txBox="1"/>
          <p:nvPr/>
        </p:nvSpPr>
        <p:spPr>
          <a:xfrm>
            <a:off x="6397625" y="4049486"/>
            <a:ext cx="26228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最大电流</a:t>
            </a:r>
            <a:r>
              <a:rPr lang="en-US" altLang="zh-CN" dirty="0"/>
              <a:t>198A</a:t>
            </a:r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10V</a:t>
            </a:r>
            <a:r>
              <a:rPr lang="zh-CN" altLang="en-US" dirty="0"/>
              <a:t>时，内阻仅</a:t>
            </a:r>
            <a:r>
              <a:rPr lang="en-US" altLang="zh-CN" dirty="0"/>
              <a:t>1.4mΩ</a:t>
            </a:r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开启电压非常低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ACF2E6-8673-45CD-BC99-CD9350488AE0}"/>
              </a:ext>
            </a:extLst>
          </p:cNvPr>
          <p:cNvSpPr/>
          <p:nvPr/>
        </p:nvSpPr>
        <p:spPr>
          <a:xfrm>
            <a:off x="501650" y="4141232"/>
            <a:ext cx="39560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驱动能力强，输出</a:t>
            </a:r>
            <a:r>
              <a:rPr lang="en-US" altLang="zh-CN" dirty="0"/>
              <a:t>1.9A</a:t>
            </a:r>
            <a:r>
              <a:rPr lang="zh-CN" altLang="en-US" dirty="0"/>
              <a:t>输入</a:t>
            </a:r>
            <a:r>
              <a:rPr lang="en-US" altLang="zh-CN" dirty="0"/>
              <a:t>2.3A</a:t>
            </a:r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支持电压</a:t>
            </a:r>
            <a:r>
              <a:rPr lang="en-US" altLang="zh-CN" dirty="0"/>
              <a:t>10~20V</a:t>
            </a:r>
            <a:r>
              <a:rPr lang="zh-CN" altLang="en-US" dirty="0"/>
              <a:t>，带有欠压保护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兼容</a:t>
            </a:r>
            <a:r>
              <a:rPr lang="en-US" altLang="zh-CN" dirty="0"/>
              <a:t>3.3V</a:t>
            </a:r>
            <a:r>
              <a:rPr lang="zh-CN" altLang="en-US" dirty="0"/>
              <a:t>和</a:t>
            </a:r>
            <a:r>
              <a:rPr lang="en-US" altLang="zh-CN" dirty="0"/>
              <a:t>5V</a:t>
            </a:r>
            <a:r>
              <a:rPr lang="zh-CN" altLang="en-US" dirty="0"/>
              <a:t>输入逻辑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49EC0F-269B-4669-8916-A4E6D0AE7E0D}"/>
              </a:ext>
            </a:extLst>
          </p:cNvPr>
          <p:cNvSpPr/>
          <p:nvPr/>
        </p:nvSpPr>
        <p:spPr>
          <a:xfrm>
            <a:off x="501650" y="5925721"/>
            <a:ext cx="6429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详情链接：</a:t>
            </a:r>
            <a:r>
              <a:rPr lang="en-US" altLang="zh-CN" dirty="0"/>
              <a:t>https://www.infineon-autoeco.com/BBS/Detail/63391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5521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7" grpId="0"/>
      <p:bldP spid="2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/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/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/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/>
          <p:cNvSpPr>
            <a:spLocks noChangeArrowheads="1"/>
          </p:cNvSpPr>
          <p:nvPr/>
        </p:nvSpPr>
        <p:spPr bwMode="auto">
          <a:xfrm>
            <a:off x="817563" y="423863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电路原理图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/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/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475" y="6253163"/>
            <a:ext cx="1590942" cy="483421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ABDC12C6-D716-4B57-AD1A-7F1E771AF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78" y="914400"/>
            <a:ext cx="8262018" cy="53628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00C7C6E-7F58-453E-981C-589DE1338D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4779" y="1030287"/>
            <a:ext cx="2542857" cy="50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952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/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/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/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/>
          <p:cNvSpPr>
            <a:spLocks noChangeArrowheads="1"/>
          </p:cNvSpPr>
          <p:nvPr/>
        </p:nvSpPr>
        <p:spPr bwMode="auto">
          <a:xfrm>
            <a:off x="817563" y="423863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电路原理图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/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/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475" y="6253163"/>
            <a:ext cx="1590942" cy="48342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7698C3B-FD44-44BE-85D3-796420679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16" y="930275"/>
            <a:ext cx="7539748" cy="48886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B850589-0D75-471E-9E52-44066DB6FC25}"/>
                  </a:ext>
                </a:extLst>
              </p:cNvPr>
              <p:cNvSpPr txBox="1"/>
              <p:nvPr/>
            </p:nvSpPr>
            <p:spPr>
              <a:xfrm>
                <a:off x="7971484" y="3046636"/>
                <a:ext cx="3344185" cy="38113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b="0" i="1" dirty="0">
                    <a:latin typeface="Cambria Math" panose="02040503050406030204" pitchFamily="18" charset="0"/>
                  </a:rPr>
                  <a:t>满足</a:t>
                </a:r>
                <a:r>
                  <a:rPr lang="en-US" altLang="zh-CN" b="0" i="1" dirty="0">
                    <a:latin typeface="Cambria Math" panose="02040503050406030204" pitchFamily="18" charset="0"/>
                  </a:rPr>
                  <a:t>: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43+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47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𝐶𝑈</m:t>
                    </m:r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43+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44</m:t>
                        </m:r>
                      </m:den>
                    </m:f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* (IA-ISUM) +VREF</a:t>
                </a:r>
              </a:p>
              <a:p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𝐶𝑈</m:t>
                    </m:r>
                    <m:r>
                      <m:rPr>
                        <m:lit/>
                      </m:rPr>
                      <a:rPr lang="en-US" altLang="zh-CN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=75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* (IA-ISUM) +VREF</a:t>
                </a:r>
              </a:p>
              <a:p>
                <a:endParaRPr lang="en-US" altLang="zh-CN" dirty="0"/>
              </a:p>
              <a:p>
                <a:r>
                  <a:rPr lang="zh-CN" altLang="en-US" sz="1200" dirty="0"/>
                  <a:t>假设单片机</a:t>
                </a:r>
                <a:r>
                  <a:rPr lang="en-US" altLang="zh-CN" sz="1200" dirty="0"/>
                  <a:t>12</a:t>
                </a:r>
                <a:r>
                  <a:rPr lang="zh-CN" altLang="en-US" sz="1200" dirty="0"/>
                  <a:t>位采集值为：</a:t>
                </a:r>
                <a:r>
                  <a:rPr lang="en-US" altLang="zh-CN" sz="1200" dirty="0"/>
                  <a:t>2400</a:t>
                </a:r>
              </a:p>
              <a:p>
                <a:r>
                  <a:rPr lang="zh-CN" altLang="en-US" sz="1200" dirty="0"/>
                  <a:t>那么电流计算如下：</a:t>
                </a:r>
                <a:endParaRPr lang="en-US" altLang="zh-CN" sz="1200" dirty="0"/>
              </a:p>
              <a:p>
                <a:endParaRPr lang="en-US" altLang="zh-CN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𝐼𝐴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2400−2048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4096</m:t>
                          </m:r>
                        </m:den>
                      </m:f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 ∗3.3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÷75÷0.002≈1.89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CN" sz="1200" b="0" dirty="0">
                  <a:ea typeface="Cambria Math" panose="02040503050406030204" pitchFamily="18" charset="0"/>
                </a:endParaRPr>
              </a:p>
              <a:p>
                <a:endParaRPr lang="en-US" altLang="zh-CN" sz="1200" b="0" dirty="0">
                  <a:ea typeface="Cambria Math" panose="02040503050406030204" pitchFamily="18" charset="0"/>
                </a:endParaRP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B850589-0D75-471E-9E52-44066DB6F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484" y="3046636"/>
                <a:ext cx="3344185" cy="3811364"/>
              </a:xfrm>
              <a:prstGeom prst="rect">
                <a:avLst/>
              </a:prstGeom>
              <a:blipFill>
                <a:blip r:embed="rId5"/>
                <a:stretch>
                  <a:fillRect l="-4380" t="-1120" r="-36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FB2366E-E458-4CE5-B705-D0BE4020EA35}"/>
              </a:ext>
            </a:extLst>
          </p:cNvPr>
          <p:cNvCxnSpPr>
            <a:cxnSpLocks/>
          </p:cNvCxnSpPr>
          <p:nvPr/>
        </p:nvCxnSpPr>
        <p:spPr bwMode="auto">
          <a:xfrm>
            <a:off x="8142514" y="2202024"/>
            <a:ext cx="278674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E819452-926D-4E48-B369-FE44F7350AA5}"/>
              </a:ext>
            </a:extLst>
          </p:cNvPr>
          <p:cNvCxnSpPr>
            <a:cxnSpLocks/>
          </p:cNvCxnSpPr>
          <p:nvPr/>
        </p:nvCxnSpPr>
        <p:spPr bwMode="auto">
          <a:xfrm flipV="1">
            <a:off x="8329128" y="1138336"/>
            <a:ext cx="0" cy="129384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173DE016-389A-43D2-B091-6258A1F949A6}"/>
              </a:ext>
            </a:extLst>
          </p:cNvPr>
          <p:cNvSpPr/>
          <p:nvPr/>
        </p:nvSpPr>
        <p:spPr bwMode="auto">
          <a:xfrm>
            <a:off x="8329126" y="1913114"/>
            <a:ext cx="2369974" cy="550862"/>
          </a:xfrm>
          <a:custGeom>
            <a:avLst/>
            <a:gdLst>
              <a:gd name="connsiteX0" fmla="*/ 0 w 1747934"/>
              <a:gd name="connsiteY0" fmla="*/ 421215 h 806889"/>
              <a:gd name="connsiteX1" fmla="*/ 317240 w 1747934"/>
              <a:gd name="connsiteY1" fmla="*/ 10668 h 806889"/>
              <a:gd name="connsiteX2" fmla="*/ 740228 w 1747934"/>
              <a:gd name="connsiteY2" fmla="*/ 806880 h 806889"/>
              <a:gd name="connsiteX3" fmla="*/ 1088571 w 1747934"/>
              <a:gd name="connsiteY3" fmla="*/ 29329 h 806889"/>
              <a:gd name="connsiteX4" fmla="*/ 1511559 w 1747934"/>
              <a:gd name="connsiteY4" fmla="*/ 800660 h 806889"/>
              <a:gd name="connsiteX5" fmla="*/ 1747934 w 1747934"/>
              <a:gd name="connsiteY5" fmla="*/ 35550 h 80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7934" h="806889">
                <a:moveTo>
                  <a:pt x="0" y="421215"/>
                </a:moveTo>
                <a:cubicBezTo>
                  <a:pt x="96934" y="183803"/>
                  <a:pt x="193869" y="-53609"/>
                  <a:pt x="317240" y="10668"/>
                </a:cubicBezTo>
                <a:cubicBezTo>
                  <a:pt x="440611" y="74945"/>
                  <a:pt x="611673" y="803770"/>
                  <a:pt x="740228" y="806880"/>
                </a:cubicBezTo>
                <a:cubicBezTo>
                  <a:pt x="868783" y="809990"/>
                  <a:pt x="960016" y="30366"/>
                  <a:pt x="1088571" y="29329"/>
                </a:cubicBezTo>
                <a:cubicBezTo>
                  <a:pt x="1217126" y="28292"/>
                  <a:pt x="1401665" y="799623"/>
                  <a:pt x="1511559" y="800660"/>
                </a:cubicBezTo>
                <a:cubicBezTo>
                  <a:pt x="1621453" y="801697"/>
                  <a:pt x="1639077" y="37623"/>
                  <a:pt x="1747934" y="3555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C0127BB-FF5F-488F-A8E0-FBF10226076D}"/>
              </a:ext>
            </a:extLst>
          </p:cNvPr>
          <p:cNvSpPr txBox="1"/>
          <p:nvPr/>
        </p:nvSpPr>
        <p:spPr>
          <a:xfrm>
            <a:off x="10860833" y="2003879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CA281B4-D938-4F64-9497-17C8361A07A7}"/>
              </a:ext>
            </a:extLst>
          </p:cNvPr>
          <p:cNvSpPr txBox="1"/>
          <p:nvPr/>
        </p:nvSpPr>
        <p:spPr>
          <a:xfrm>
            <a:off x="8050338" y="860710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4B22F32-6BDA-4CCF-8B3E-1075F5DE6B06}"/>
              </a:ext>
            </a:extLst>
          </p:cNvPr>
          <p:cNvSpPr txBox="1"/>
          <p:nvPr/>
        </p:nvSpPr>
        <p:spPr>
          <a:xfrm>
            <a:off x="8097418" y="21302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4B4D7A6-59FC-4378-BD0D-E287E9247B8A}"/>
              </a:ext>
            </a:extLst>
          </p:cNvPr>
          <p:cNvCxnSpPr>
            <a:cxnSpLocks/>
          </p:cNvCxnSpPr>
          <p:nvPr/>
        </p:nvCxnSpPr>
        <p:spPr bwMode="auto">
          <a:xfrm>
            <a:off x="8329126" y="1873655"/>
            <a:ext cx="25317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24D6A589-23CB-427B-A530-83F695619CCC}"/>
              </a:ext>
            </a:extLst>
          </p:cNvPr>
          <p:cNvSpPr txBox="1"/>
          <p:nvPr/>
        </p:nvSpPr>
        <p:spPr>
          <a:xfrm>
            <a:off x="7925692" y="1693515"/>
            <a:ext cx="483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V</a:t>
            </a:r>
            <a:r>
              <a:rPr lang="en-US" altLang="zh-CN" baseline="-25000" dirty="0" err="1"/>
              <a:t>ref</a:t>
            </a:r>
            <a:endParaRPr lang="zh-CN" altLang="en-US" baseline="-25000" dirty="0"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7920840E-CC90-4A45-B6AB-21342D046759}"/>
              </a:ext>
            </a:extLst>
          </p:cNvPr>
          <p:cNvSpPr/>
          <p:nvPr/>
        </p:nvSpPr>
        <p:spPr bwMode="auto">
          <a:xfrm>
            <a:off x="8329126" y="1595107"/>
            <a:ext cx="2369974" cy="550862"/>
          </a:xfrm>
          <a:custGeom>
            <a:avLst/>
            <a:gdLst>
              <a:gd name="connsiteX0" fmla="*/ 0 w 1747934"/>
              <a:gd name="connsiteY0" fmla="*/ 421215 h 806889"/>
              <a:gd name="connsiteX1" fmla="*/ 317240 w 1747934"/>
              <a:gd name="connsiteY1" fmla="*/ 10668 h 806889"/>
              <a:gd name="connsiteX2" fmla="*/ 740228 w 1747934"/>
              <a:gd name="connsiteY2" fmla="*/ 806880 h 806889"/>
              <a:gd name="connsiteX3" fmla="*/ 1088571 w 1747934"/>
              <a:gd name="connsiteY3" fmla="*/ 29329 h 806889"/>
              <a:gd name="connsiteX4" fmla="*/ 1511559 w 1747934"/>
              <a:gd name="connsiteY4" fmla="*/ 800660 h 806889"/>
              <a:gd name="connsiteX5" fmla="*/ 1747934 w 1747934"/>
              <a:gd name="connsiteY5" fmla="*/ 35550 h 80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7934" h="806889">
                <a:moveTo>
                  <a:pt x="0" y="421215"/>
                </a:moveTo>
                <a:cubicBezTo>
                  <a:pt x="96934" y="183803"/>
                  <a:pt x="193869" y="-53609"/>
                  <a:pt x="317240" y="10668"/>
                </a:cubicBezTo>
                <a:cubicBezTo>
                  <a:pt x="440611" y="74945"/>
                  <a:pt x="611673" y="803770"/>
                  <a:pt x="740228" y="806880"/>
                </a:cubicBezTo>
                <a:cubicBezTo>
                  <a:pt x="868783" y="809990"/>
                  <a:pt x="960016" y="30366"/>
                  <a:pt x="1088571" y="29329"/>
                </a:cubicBezTo>
                <a:cubicBezTo>
                  <a:pt x="1217126" y="28292"/>
                  <a:pt x="1401665" y="799623"/>
                  <a:pt x="1511559" y="800660"/>
                </a:cubicBezTo>
                <a:cubicBezTo>
                  <a:pt x="1621453" y="801697"/>
                  <a:pt x="1639077" y="37623"/>
                  <a:pt x="1747934" y="3555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1523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/>
      <p:bldP spid="26" grpId="0"/>
      <p:bldP spid="19" grpId="0"/>
      <p:bldP spid="24" grpId="0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/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/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/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/>
          <p:cNvSpPr>
            <a:spLocks noChangeArrowheads="1"/>
          </p:cNvSpPr>
          <p:nvPr/>
        </p:nvSpPr>
        <p:spPr bwMode="auto">
          <a:xfrm>
            <a:off x="817563" y="423863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电路原理图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/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/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 dirty="0">
              <a:solidFill>
                <a:srgbClr val="FFFFFF"/>
              </a:solidFill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475" y="6253163"/>
            <a:ext cx="1590942" cy="483421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3532209A-DF38-45CC-9059-0E9898413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1" y="930275"/>
            <a:ext cx="9162238" cy="594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890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主题">
  <a:themeElements>
    <a:clrScheme name="自定义 7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00B0F0"/>
      </a:accent1>
      <a:accent2>
        <a:srgbClr val="0070C0"/>
      </a:accent2>
      <a:accent3>
        <a:srgbClr val="297FD5"/>
      </a:accent3>
      <a:accent4>
        <a:srgbClr val="404040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1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Office 主题">
  <a:themeElements>
    <a:clrScheme name="3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3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4_Office 主题">
  <a:themeElements>
    <a:clrScheme name="4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4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4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6_Office 主题">
  <a:themeElements>
    <a:clrScheme name="6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6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6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7_Office 主题">
  <a:themeElements>
    <a:clrScheme name="7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7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7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8_Office 主题">
  <a:themeElements>
    <a:clrScheme name="8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8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8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Office 主题">
  <a:themeElements>
    <a:clrScheme name="9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9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9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0_Office 主题">
  <a:themeElements>
    <a:clrScheme name="10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0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0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1_Office 主题">
  <a:themeElements>
    <a:clrScheme name="11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1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1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2_Office 主题">
  <a:themeElements>
    <a:clrScheme name="12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2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2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3_Office 主题">
  <a:themeElements>
    <a:clrScheme name="13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3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3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4_Office 主题">
  <a:themeElements>
    <a:clrScheme name="14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4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4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4836</TotalTime>
  <Pages>0</Pages>
  <Words>364</Words>
  <Characters>0</Characters>
  <Application>Microsoft Office PowerPoint</Application>
  <DocSecurity>0</DocSecurity>
  <PresentationFormat>宽屏</PresentationFormat>
  <Lines>0</Lines>
  <Paragraphs>109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13</vt:i4>
      </vt:variant>
    </vt:vector>
  </HeadingPairs>
  <TitlesOfParts>
    <vt:vector size="32" baseType="lpstr">
      <vt:lpstr>微软雅黑</vt:lpstr>
      <vt:lpstr>Arial</vt:lpstr>
      <vt:lpstr>Calibri</vt:lpstr>
      <vt:lpstr>Calibri Light</vt:lpstr>
      <vt:lpstr>Cambria Math</vt:lpstr>
      <vt:lpstr>Times New Roman</vt:lpstr>
      <vt:lpstr>Wingdings</vt:lpstr>
      <vt:lpstr>1_Office 主题</vt:lpstr>
      <vt:lpstr>3_Office 主题</vt:lpstr>
      <vt:lpstr>4_Office 主题</vt:lpstr>
      <vt:lpstr>6_Office 主题</vt:lpstr>
      <vt:lpstr>7_Office 主题</vt:lpstr>
      <vt:lpstr>8_Office 主题</vt:lpstr>
      <vt:lpstr>9_Office 主题</vt:lpstr>
      <vt:lpstr>10_Office 主题</vt:lpstr>
      <vt:lpstr>11_Office 主题</vt:lpstr>
      <vt:lpstr>12_Office 主题</vt:lpstr>
      <vt:lpstr>13_Office 主题</vt:lpstr>
      <vt:lpstr>14_Office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范兵</dc:creator>
  <cp:lastModifiedBy>峻硕 田</cp:lastModifiedBy>
  <cp:revision>380</cp:revision>
  <dcterms:created xsi:type="dcterms:W3CDTF">2015-08-12T02:06:50Z</dcterms:created>
  <dcterms:modified xsi:type="dcterms:W3CDTF">2025-04-06T08:15:29Z</dcterms:modified>
</cp:coreProperties>
</file>
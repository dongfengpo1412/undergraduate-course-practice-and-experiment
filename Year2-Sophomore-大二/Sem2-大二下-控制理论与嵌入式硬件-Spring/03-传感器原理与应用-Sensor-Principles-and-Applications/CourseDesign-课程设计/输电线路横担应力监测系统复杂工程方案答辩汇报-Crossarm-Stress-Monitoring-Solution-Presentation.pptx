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9"/>
  </p:notesMasterIdLst>
  <p:handoutMasterIdLst>
    <p:handoutMasterId r:id="rId10"/>
  </p:handoutMasterIdLst>
  <p:sldIdLst>
    <p:sldId id="650" r:id="rId2"/>
    <p:sldId id="662" r:id="rId3"/>
    <p:sldId id="658" r:id="rId4"/>
    <p:sldId id="663" r:id="rId5"/>
    <p:sldId id="665" r:id="rId6"/>
    <p:sldId id="672" r:id="rId7"/>
    <p:sldId id="653" r:id="rId8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2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32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32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32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32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73" autoAdjust="0"/>
    <p:restoredTop sz="92896" autoAdjust="0"/>
  </p:normalViewPr>
  <p:slideViewPr>
    <p:cSldViewPr>
      <p:cViewPr varScale="1">
        <p:scale>
          <a:sx n="57" d="100"/>
          <a:sy n="57" d="100"/>
        </p:scale>
        <p:origin x="912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6" d="100"/>
          <a:sy n="46" d="100"/>
        </p:scale>
        <p:origin x="-1362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F73AB748-22B5-49AD-BB0C-23B57521340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8A6751E-77A4-4FB2-B230-2F02887F9C8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14C83EAA-9956-40BC-B3C1-A96B36E0737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r>
              <a:rPr lang="zh-CN" altLang="en-US"/>
              <a:t>微观经济学讲稿</a:t>
            </a:r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F7B2A77F-A4EE-4C5E-AA34-AEC49629164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6DECB7B1-BDD2-4395-ABFD-B61982B543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CAC0D06D-D7F5-4046-9F2D-0993679F7E5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39CCAA6-8D1E-4E31-BC5C-782884F7BEF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F38B096B-CFD1-4B5E-8FAF-3BC7B675854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847CFE6E-1661-4108-9799-7AF5BCDC36C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29239657-7769-4647-A76D-6B5D492ECD9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60286033-B993-42D8-8D23-7F0A70ADC9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b="0"/>
            </a:lvl1pPr>
          </a:lstStyle>
          <a:p>
            <a:pPr>
              <a:defRPr/>
            </a:pPr>
            <a:fld id="{14638CA4-1A5B-45B4-8DCB-BF75F86195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1219200" y="4343400"/>
            <a:ext cx="103632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19200" y="2834640"/>
            <a:ext cx="10363200" cy="1508760"/>
          </a:xfrm>
        </p:spPr>
        <p:txBody>
          <a:bodyPr lIns="100584" anchor="b"/>
          <a:lstStyle>
            <a:lvl1pPr marL="0" indent="0" algn="l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13">
            <a:extLst>
              <a:ext uri="{FF2B5EF4-FFF2-40B4-BE49-F238E27FC236}">
                <a16:creationId xmlns:a16="http://schemas.microsoft.com/office/drawing/2014/main" id="{2F0A1CD7-3259-4D39-8AD5-1074DB172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130563-9521-4E5D-80D0-A43F282D8026}" type="datetime1">
              <a:rPr lang="zh-CN" altLang="en-US"/>
              <a:pPr>
                <a:defRPr/>
              </a:pPr>
              <a:t>2025/4/3</a:t>
            </a:fld>
            <a:endParaRPr lang="en-US" altLang="zh-CN"/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11F50163-52E5-4910-BE8B-37C5B9E37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2">
            <a:extLst>
              <a:ext uri="{FF2B5EF4-FFF2-40B4-BE49-F238E27FC236}">
                <a16:creationId xmlns:a16="http://schemas.microsoft.com/office/drawing/2014/main" id="{A85FAFE1-A57E-4003-AC4F-B4B55B7A0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5CEFDC-8BE0-4EF8-9C92-C8B7F85E14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3168476"/>
      </p:ext>
    </p:extLst>
  </p:cSld>
  <p:clrMapOvr>
    <a:masterClrMapping/>
  </p:clrMapOvr>
  <p:transition spd="med">
    <p:split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332656"/>
            <a:ext cx="10363200" cy="91440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484784"/>
            <a:ext cx="10363200" cy="4572000"/>
          </a:xfrm>
        </p:spPr>
        <p:txBody>
          <a:bodyPr/>
          <a:lstStyle>
            <a:lvl1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b="1">
                <a:solidFill>
                  <a:srgbClr val="FFFF00"/>
                </a:solidFill>
              </a:defRPr>
            </a:lvl1pPr>
            <a:lvl2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b="1"/>
            </a:lvl2pPr>
            <a:lvl3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b="1"/>
            </a:lvl3pPr>
            <a:lvl4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b="1"/>
            </a:lvl4pPr>
            <a:lvl5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defRPr b="1"/>
            </a:lvl5pPr>
            <a:extLst/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日期占位符 13">
            <a:extLst>
              <a:ext uri="{FF2B5EF4-FFF2-40B4-BE49-F238E27FC236}">
                <a16:creationId xmlns:a16="http://schemas.microsoft.com/office/drawing/2014/main" id="{B3BE06F1-D42B-4F1A-A601-99232C97A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995EFA-EB9F-43DB-886E-48AEACC18A56}" type="datetime1">
              <a:rPr lang="zh-CN" altLang="en-US"/>
              <a:pPr>
                <a:defRPr/>
              </a:pPr>
              <a:t>2025/4/3</a:t>
            </a:fld>
            <a:endParaRPr lang="en-US" altLang="zh-CN"/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70C27ACB-FA0F-4D5B-84A2-6BA83CF74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2">
            <a:extLst>
              <a:ext uri="{FF2B5EF4-FFF2-40B4-BE49-F238E27FC236}">
                <a16:creationId xmlns:a16="http://schemas.microsoft.com/office/drawing/2014/main" id="{F48F0B18-D847-4295-9BFB-B6AE0F5A6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BBD21A-D885-438D-8103-A882B76407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2529741"/>
      </p:ext>
    </p:extLst>
  </p:cSld>
  <p:clrMapOvr>
    <a:masterClrMapping/>
  </p:clrMapOvr>
  <p:transition spd="med">
    <p:spli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6">
            <a:extLst>
              <a:ext uri="{FF2B5EF4-FFF2-40B4-BE49-F238E27FC236}">
                <a16:creationId xmlns:a16="http://schemas.microsoft.com/office/drawing/2014/main" id="{278B91FE-D716-4BE4-98AE-FF9FD2F660FC}"/>
              </a:ext>
            </a:extLst>
          </p:cNvPr>
          <p:cNvSpPr>
            <a:spLocks/>
          </p:cNvSpPr>
          <p:nvPr/>
        </p:nvSpPr>
        <p:spPr bwMode="auto">
          <a:xfrm>
            <a:off x="6438900" y="1073150"/>
            <a:ext cx="5761038" cy="5791200"/>
          </a:xfrm>
          <a:custGeom>
            <a:avLst/>
            <a:gdLst>
              <a:gd name="T0" fmla="*/ 0 w 2736"/>
              <a:gd name="T1" fmla="*/ 2147483646 h 3648"/>
              <a:gd name="T2" fmla="*/ 2147483646 w 2736"/>
              <a:gd name="T3" fmla="*/ 2147483646 h 3648"/>
              <a:gd name="T4" fmla="*/ 2147483646 w 2736"/>
              <a:gd name="T5" fmla="*/ 0 h 3648"/>
              <a:gd name="T6" fmla="*/ 2147483646 w 2736"/>
              <a:gd name="T7" fmla="*/ 2147483646 h 3648"/>
              <a:gd name="T8" fmla="*/ 2147483646 w 2736"/>
              <a:gd name="T9" fmla="*/ 2147483646 h 3648"/>
              <a:gd name="T10" fmla="*/ 2147483646 w 2736"/>
              <a:gd name="T11" fmla="*/ 2147483646 h 3648"/>
              <a:gd name="T12" fmla="*/ 0 w 2736"/>
              <a:gd name="T13" fmla="*/ 2147483646 h 36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736"/>
              <a:gd name="T22" fmla="*/ 0 h 3648"/>
              <a:gd name="T23" fmla="*/ 2736 w 2736"/>
              <a:gd name="T24" fmla="*/ 3648 h 364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0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294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任意多边形 7">
            <a:extLst>
              <a:ext uri="{FF2B5EF4-FFF2-40B4-BE49-F238E27FC236}">
                <a16:creationId xmlns:a16="http://schemas.microsoft.com/office/drawing/2014/main" id="{36C20B50-078F-404A-AF95-38B863195FD8}"/>
              </a:ext>
            </a:extLst>
          </p:cNvPr>
          <p:cNvSpPr>
            <a:spLocks/>
          </p:cNvSpPr>
          <p:nvPr/>
        </p:nvSpPr>
        <p:spPr bwMode="auto">
          <a:xfrm>
            <a:off x="500063" y="0"/>
            <a:ext cx="7350125" cy="6615113"/>
          </a:xfrm>
          <a:custGeom>
            <a:avLst/>
            <a:gdLst>
              <a:gd name="T0" fmla="*/ 0 w 3504"/>
              <a:gd name="T1" fmla="*/ 2147483646 h 4128"/>
              <a:gd name="T2" fmla="*/ 0 w 3504"/>
              <a:gd name="T3" fmla="*/ 2147483646 h 4128"/>
              <a:gd name="T4" fmla="*/ 2147483646 w 3504"/>
              <a:gd name="T5" fmla="*/ 2147483646 h 4128"/>
              <a:gd name="T6" fmla="*/ 2147483646 w 3504"/>
              <a:gd name="T7" fmla="*/ 0 h 4128"/>
              <a:gd name="T8" fmla="*/ 2147483646 w 3504"/>
              <a:gd name="T9" fmla="*/ 0 h 4128"/>
              <a:gd name="T10" fmla="*/ 2147483646 w 3504"/>
              <a:gd name="T11" fmla="*/ 2147483646 h 4128"/>
              <a:gd name="T12" fmla="*/ 0 w 3504"/>
              <a:gd name="T13" fmla="*/ 2147483646 h 41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504"/>
              <a:gd name="T22" fmla="*/ 0 h 4128"/>
              <a:gd name="T23" fmla="*/ 3504 w 3504"/>
              <a:gd name="T24" fmla="*/ 4128 h 412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2940"/>
              </a:schemeClr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任意多边形 8">
            <a:extLst>
              <a:ext uri="{FF2B5EF4-FFF2-40B4-BE49-F238E27FC236}">
                <a16:creationId xmlns:a16="http://schemas.microsoft.com/office/drawing/2014/main" id="{D6C39770-8676-47F2-8F51-F1D1FEF0D3A2}"/>
              </a:ext>
            </a:extLst>
          </p:cNvPr>
          <p:cNvSpPr>
            <a:spLocks/>
          </p:cNvSpPr>
          <p:nvPr/>
        </p:nvSpPr>
        <p:spPr bwMode="auto">
          <a:xfrm rot="5236414">
            <a:off x="6634957" y="1285081"/>
            <a:ext cx="4114800" cy="158591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/>
          </a:p>
        </p:txBody>
      </p:sp>
      <p:sp>
        <p:nvSpPr>
          <p:cNvPr id="7" name="任意多边形 9">
            <a:extLst>
              <a:ext uri="{FF2B5EF4-FFF2-40B4-BE49-F238E27FC236}">
                <a16:creationId xmlns:a16="http://schemas.microsoft.com/office/drawing/2014/main" id="{42FEE403-3C87-4C94-BF93-5153C63E183A}"/>
              </a:ext>
            </a:extLst>
          </p:cNvPr>
          <p:cNvSpPr>
            <a:spLocks/>
          </p:cNvSpPr>
          <p:nvPr/>
        </p:nvSpPr>
        <p:spPr bwMode="auto">
          <a:xfrm>
            <a:off x="7924800" y="0"/>
            <a:ext cx="3657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/>
          </a:p>
        </p:txBody>
      </p:sp>
      <p:sp>
        <p:nvSpPr>
          <p:cNvPr id="8" name="任意多边形 10">
            <a:extLst>
              <a:ext uri="{FF2B5EF4-FFF2-40B4-BE49-F238E27FC236}">
                <a16:creationId xmlns:a16="http://schemas.microsoft.com/office/drawing/2014/main" id="{A6D51411-F5D9-4F36-A4A3-BEED29123143}"/>
              </a:ext>
            </a:extLst>
          </p:cNvPr>
          <p:cNvSpPr>
            <a:spLocks/>
          </p:cNvSpPr>
          <p:nvPr/>
        </p:nvSpPr>
        <p:spPr bwMode="auto">
          <a:xfrm>
            <a:off x="7924800" y="4267200"/>
            <a:ext cx="42672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/>
          </a:p>
        </p:txBody>
      </p:sp>
      <p:sp>
        <p:nvSpPr>
          <p:cNvPr id="9" name="任意多边形 11">
            <a:extLst>
              <a:ext uri="{FF2B5EF4-FFF2-40B4-BE49-F238E27FC236}">
                <a16:creationId xmlns:a16="http://schemas.microsoft.com/office/drawing/2014/main" id="{C5CBBE62-4AA8-4EED-8379-26D9606D6951}"/>
              </a:ext>
            </a:extLst>
          </p:cNvPr>
          <p:cNvSpPr>
            <a:spLocks/>
          </p:cNvSpPr>
          <p:nvPr/>
        </p:nvSpPr>
        <p:spPr bwMode="auto">
          <a:xfrm>
            <a:off x="7924800" y="0"/>
            <a:ext cx="18288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/>
          </a:p>
        </p:txBody>
      </p:sp>
      <p:sp>
        <p:nvSpPr>
          <p:cNvPr id="10" name="任意多边形 12">
            <a:extLst>
              <a:ext uri="{FF2B5EF4-FFF2-40B4-BE49-F238E27FC236}">
                <a16:creationId xmlns:a16="http://schemas.microsoft.com/office/drawing/2014/main" id="{F3B09608-3558-4FDD-85CD-E809F3F563E8}"/>
              </a:ext>
            </a:extLst>
          </p:cNvPr>
          <p:cNvSpPr>
            <a:spLocks/>
          </p:cNvSpPr>
          <p:nvPr/>
        </p:nvSpPr>
        <p:spPr bwMode="auto">
          <a:xfrm>
            <a:off x="7931150" y="4246563"/>
            <a:ext cx="2787650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/>
          </a:p>
        </p:txBody>
      </p:sp>
      <p:sp>
        <p:nvSpPr>
          <p:cNvPr id="11" name="任意多边形 14">
            <a:extLst>
              <a:ext uri="{FF2B5EF4-FFF2-40B4-BE49-F238E27FC236}">
                <a16:creationId xmlns:a16="http://schemas.microsoft.com/office/drawing/2014/main" id="{BDDE5889-3023-4922-8E03-5CF7C4233B22}"/>
              </a:ext>
            </a:extLst>
          </p:cNvPr>
          <p:cNvSpPr>
            <a:spLocks/>
          </p:cNvSpPr>
          <p:nvPr/>
        </p:nvSpPr>
        <p:spPr bwMode="auto">
          <a:xfrm>
            <a:off x="7924800" y="4267200"/>
            <a:ext cx="2133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/>
          </a:p>
        </p:txBody>
      </p:sp>
      <p:sp>
        <p:nvSpPr>
          <p:cNvPr id="12" name="任意多边形 15">
            <a:extLst>
              <a:ext uri="{FF2B5EF4-FFF2-40B4-BE49-F238E27FC236}">
                <a16:creationId xmlns:a16="http://schemas.microsoft.com/office/drawing/2014/main" id="{DB0312DA-43DC-44E3-B1D6-CA69649A22C6}"/>
              </a:ext>
            </a:extLst>
          </p:cNvPr>
          <p:cNvSpPr>
            <a:spLocks/>
          </p:cNvSpPr>
          <p:nvPr/>
        </p:nvSpPr>
        <p:spPr bwMode="auto">
          <a:xfrm>
            <a:off x="7924800" y="1371600"/>
            <a:ext cx="42672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/>
          </a:p>
        </p:txBody>
      </p:sp>
      <p:sp>
        <p:nvSpPr>
          <p:cNvPr id="13" name="任意多边形 16">
            <a:extLst>
              <a:ext uri="{FF2B5EF4-FFF2-40B4-BE49-F238E27FC236}">
                <a16:creationId xmlns:a16="http://schemas.microsoft.com/office/drawing/2014/main" id="{59BBABD9-57EC-4E2B-AF3E-2B4D92E6666D}"/>
              </a:ext>
            </a:extLst>
          </p:cNvPr>
          <p:cNvSpPr>
            <a:spLocks/>
          </p:cNvSpPr>
          <p:nvPr/>
        </p:nvSpPr>
        <p:spPr bwMode="auto">
          <a:xfrm>
            <a:off x="7924800" y="1752600"/>
            <a:ext cx="42672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/>
          </a:p>
        </p:txBody>
      </p:sp>
      <p:sp>
        <p:nvSpPr>
          <p:cNvPr id="14" name="任意多边形 17">
            <a:extLst>
              <a:ext uri="{FF2B5EF4-FFF2-40B4-BE49-F238E27FC236}">
                <a16:creationId xmlns:a16="http://schemas.microsoft.com/office/drawing/2014/main" id="{5B86BB23-DC7D-443C-89A7-7B82B9B9A96E}"/>
              </a:ext>
            </a:extLst>
          </p:cNvPr>
          <p:cNvSpPr>
            <a:spLocks/>
          </p:cNvSpPr>
          <p:nvPr/>
        </p:nvSpPr>
        <p:spPr bwMode="auto">
          <a:xfrm>
            <a:off x="1320800" y="4267200"/>
            <a:ext cx="660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/>
          </a:p>
        </p:txBody>
      </p:sp>
      <p:sp>
        <p:nvSpPr>
          <p:cNvPr id="15" name="任意多边形 18">
            <a:extLst>
              <a:ext uri="{FF2B5EF4-FFF2-40B4-BE49-F238E27FC236}">
                <a16:creationId xmlns:a16="http://schemas.microsoft.com/office/drawing/2014/main" id="{0C58A6A5-A327-4287-9597-59440943599B}"/>
              </a:ext>
            </a:extLst>
          </p:cNvPr>
          <p:cNvSpPr>
            <a:spLocks/>
          </p:cNvSpPr>
          <p:nvPr/>
        </p:nvSpPr>
        <p:spPr bwMode="auto">
          <a:xfrm>
            <a:off x="711200" y="4267200"/>
            <a:ext cx="7112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/>
          </a:p>
        </p:txBody>
      </p:sp>
      <p:sp>
        <p:nvSpPr>
          <p:cNvPr id="16" name="任意多边形 19">
            <a:extLst>
              <a:ext uri="{FF2B5EF4-FFF2-40B4-BE49-F238E27FC236}">
                <a16:creationId xmlns:a16="http://schemas.microsoft.com/office/drawing/2014/main" id="{95A31408-B75C-41B0-93FE-4FF1C278CE85}"/>
              </a:ext>
            </a:extLst>
          </p:cNvPr>
          <p:cNvSpPr>
            <a:spLocks/>
          </p:cNvSpPr>
          <p:nvPr/>
        </p:nvSpPr>
        <p:spPr bwMode="auto">
          <a:xfrm>
            <a:off x="488950" y="2438400"/>
            <a:ext cx="75184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/>
          </a:p>
        </p:txBody>
      </p:sp>
      <p:sp>
        <p:nvSpPr>
          <p:cNvPr id="17" name="任意多边形 20">
            <a:extLst>
              <a:ext uri="{FF2B5EF4-FFF2-40B4-BE49-F238E27FC236}">
                <a16:creationId xmlns:a16="http://schemas.microsoft.com/office/drawing/2014/main" id="{9F23EF31-55D6-448B-831E-5CD2F7BC22C7}"/>
              </a:ext>
            </a:extLst>
          </p:cNvPr>
          <p:cNvSpPr>
            <a:spLocks/>
          </p:cNvSpPr>
          <p:nvPr/>
        </p:nvSpPr>
        <p:spPr bwMode="auto">
          <a:xfrm>
            <a:off x="488950" y="2133600"/>
            <a:ext cx="75184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/>
          </a:p>
        </p:txBody>
      </p:sp>
      <p:sp>
        <p:nvSpPr>
          <p:cNvPr id="18" name="任意多边形 23">
            <a:extLst>
              <a:ext uri="{FF2B5EF4-FFF2-40B4-BE49-F238E27FC236}">
                <a16:creationId xmlns:a16="http://schemas.microsoft.com/office/drawing/2014/main" id="{729E816A-CF2B-4E38-95D1-978FB362821A}"/>
              </a:ext>
            </a:extLst>
          </p:cNvPr>
          <p:cNvSpPr>
            <a:spLocks/>
          </p:cNvSpPr>
          <p:nvPr/>
        </p:nvSpPr>
        <p:spPr bwMode="auto">
          <a:xfrm>
            <a:off x="6096000" y="4267200"/>
            <a:ext cx="18288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kumimoji="0" 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67FD229-AD00-4A8E-820A-17BF94272036}"/>
              </a:ext>
            </a:extLst>
          </p:cNvPr>
          <p:cNvSpPr/>
          <p:nvPr/>
        </p:nvSpPr>
        <p:spPr>
          <a:xfrm>
            <a:off x="484188" y="401638"/>
            <a:ext cx="11339512" cy="887412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5BC0295-D4B6-40AB-A586-C9E04D7C4E28}"/>
              </a:ext>
            </a:extLst>
          </p:cNvPr>
          <p:cNvSpPr/>
          <p:nvPr/>
        </p:nvSpPr>
        <p:spPr>
          <a:xfrm flipH="1">
            <a:off x="495300" y="681038"/>
            <a:ext cx="3651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6C3AD81-547F-4BE2-9602-933612F11AFF}"/>
              </a:ext>
            </a:extLst>
          </p:cNvPr>
          <p:cNvSpPr/>
          <p:nvPr/>
        </p:nvSpPr>
        <p:spPr>
          <a:xfrm flipH="1">
            <a:off x="547688" y="681038"/>
            <a:ext cx="36512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3AD0209-3470-41FA-906F-6EF5C63453C5}"/>
              </a:ext>
            </a:extLst>
          </p:cNvPr>
          <p:cNvSpPr/>
          <p:nvPr/>
        </p:nvSpPr>
        <p:spPr>
          <a:xfrm flipH="1">
            <a:off x="596900" y="681038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22108E-3BE9-4593-9778-24E8CE802D90}"/>
              </a:ext>
            </a:extLst>
          </p:cNvPr>
          <p:cNvSpPr/>
          <p:nvPr/>
        </p:nvSpPr>
        <p:spPr>
          <a:xfrm flipH="1">
            <a:off x="635000" y="681038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19A6A6-0F5A-48DC-9901-90B3A33613F7}"/>
              </a:ext>
            </a:extLst>
          </p:cNvPr>
          <p:cNvSpPr/>
          <p:nvPr/>
        </p:nvSpPr>
        <p:spPr>
          <a:xfrm>
            <a:off x="666750" y="681038"/>
            <a:ext cx="4921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2536" y="1351672"/>
            <a:ext cx="7624064" cy="977486"/>
          </a:xfrm>
        </p:spPr>
        <p:txBody>
          <a:bodyPr lIns="82296" bIns="0"/>
          <a:lstStyle>
            <a:lvl1pPr marL="54864" indent="0"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2536" y="512064"/>
            <a:ext cx="10875264" cy="777240"/>
          </a:xfrm>
        </p:spPr>
        <p:txBody>
          <a:bodyPr tIns="64008"/>
          <a:lstStyle>
            <a:lvl1pPr algn="l">
              <a:buNone/>
              <a:defRPr sz="3800" b="1" cap="none" spc="-150" baseline="0"/>
            </a:lvl1pPr>
            <a:extLst/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25" name="日期占位符 3">
            <a:extLst>
              <a:ext uri="{FF2B5EF4-FFF2-40B4-BE49-F238E27FC236}">
                <a16:creationId xmlns:a16="http://schemas.microsoft.com/office/drawing/2014/main" id="{99375F62-A4BA-4D7A-B442-70291B08E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  <a:extLst/>
          </a:lstStyle>
          <a:p>
            <a:pPr>
              <a:defRPr/>
            </a:pPr>
            <a:fld id="{9B30E1DF-E786-47F4-960A-DF95944A7C5B}" type="datetime1">
              <a:rPr lang="zh-CN" altLang="en-US"/>
              <a:pPr>
                <a:defRPr/>
              </a:pPr>
              <a:t>2025/4/3</a:t>
            </a:fld>
            <a:endParaRPr lang="en-US" altLang="zh-CN"/>
          </a:p>
        </p:txBody>
      </p:sp>
      <p:sp>
        <p:nvSpPr>
          <p:cNvPr id="26" name="页脚占位符 4">
            <a:extLst>
              <a:ext uri="{FF2B5EF4-FFF2-40B4-BE49-F238E27FC236}">
                <a16:creationId xmlns:a16="http://schemas.microsoft.com/office/drawing/2014/main" id="{7515058C-9A5B-4125-8B7B-735FBE156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  <a:extLst/>
          </a:lstStyle>
          <a:p>
            <a:pPr>
              <a:defRPr/>
            </a:pPr>
            <a:endParaRPr lang="en-US" altLang="zh-CN"/>
          </a:p>
        </p:txBody>
      </p:sp>
      <p:sp>
        <p:nvSpPr>
          <p:cNvPr id="27" name="灯片编号占位符 5">
            <a:extLst>
              <a:ext uri="{FF2B5EF4-FFF2-40B4-BE49-F238E27FC236}">
                <a16:creationId xmlns:a16="http://schemas.microsoft.com/office/drawing/2014/main" id="{A15DF3FF-706F-4575-9162-0EC6A3D2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207E74-427B-402F-866A-6F806C20CF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716210"/>
      </p:ext>
    </p:extLst>
  </p:cSld>
  <p:clrMapOvr>
    <a:masterClrMapping/>
  </p:clrMapOvr>
  <p:transition spd="med">
    <p:spli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512064"/>
            <a:ext cx="109728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9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7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13">
            <a:extLst>
              <a:ext uri="{FF2B5EF4-FFF2-40B4-BE49-F238E27FC236}">
                <a16:creationId xmlns:a16="http://schemas.microsoft.com/office/drawing/2014/main" id="{3D3063A0-9F29-47A2-95F4-ED3DA71AD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D8A569-6803-4003-BECA-396B0EFA45E4}" type="datetime1">
              <a:rPr lang="zh-CN" altLang="en-US"/>
              <a:pPr>
                <a:defRPr/>
              </a:pPr>
              <a:t>2025/4/3</a:t>
            </a:fld>
            <a:endParaRPr lang="en-US" altLang="zh-CN"/>
          </a:p>
        </p:txBody>
      </p:sp>
      <p:sp>
        <p:nvSpPr>
          <p:cNvPr id="6" name="页脚占位符 2">
            <a:extLst>
              <a:ext uri="{FF2B5EF4-FFF2-40B4-BE49-F238E27FC236}">
                <a16:creationId xmlns:a16="http://schemas.microsoft.com/office/drawing/2014/main" id="{4022C267-FA64-4E4D-A24B-35F7ECB35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22">
            <a:extLst>
              <a:ext uri="{FF2B5EF4-FFF2-40B4-BE49-F238E27FC236}">
                <a16:creationId xmlns:a16="http://schemas.microsoft.com/office/drawing/2014/main" id="{CC4F0C14-8B30-487D-B523-A7219E559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FA0617-6C02-44DA-AB5D-7ED1870A4C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5128528"/>
      </p:ext>
    </p:extLst>
  </p:cSld>
  <p:clrMapOvr>
    <a:masterClrMapping/>
  </p:clrMapOvr>
  <p:transition spd="med">
    <p:spli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EA212323-0470-4F39-978E-E6277915D7FE}"/>
              </a:ext>
            </a:extLst>
          </p:cNvPr>
          <p:cNvSpPr/>
          <p:nvPr/>
        </p:nvSpPr>
        <p:spPr>
          <a:xfrm>
            <a:off x="0" y="401638"/>
            <a:ext cx="11823700" cy="887412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D1E2F2E-A5D9-4A81-8D5B-5996999FC459}"/>
              </a:ext>
            </a:extLst>
          </p:cNvPr>
          <p:cNvSpPr/>
          <p:nvPr/>
        </p:nvSpPr>
        <p:spPr>
          <a:xfrm>
            <a:off x="115888" y="681038"/>
            <a:ext cx="61912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55FAF5-CA7D-4209-B6DA-5D043E157718}"/>
              </a:ext>
            </a:extLst>
          </p:cNvPr>
          <p:cNvSpPr/>
          <p:nvPr/>
        </p:nvSpPr>
        <p:spPr>
          <a:xfrm>
            <a:off x="63500" y="681038"/>
            <a:ext cx="36513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5F43F2-BC5E-46D9-87AA-28CA9721F439}"/>
              </a:ext>
            </a:extLst>
          </p:cNvPr>
          <p:cNvSpPr/>
          <p:nvPr/>
        </p:nvSpPr>
        <p:spPr>
          <a:xfrm>
            <a:off x="38100" y="681038"/>
            <a:ext cx="12700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4DC25D-27F5-4A79-9D23-B006C5F628F4}"/>
              </a:ext>
            </a:extLst>
          </p:cNvPr>
          <p:cNvSpPr/>
          <p:nvPr/>
        </p:nvSpPr>
        <p:spPr>
          <a:xfrm>
            <a:off x="0" y="681038"/>
            <a:ext cx="12700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90CC2C-876D-4FB8-AEA3-BBE1382E938B}"/>
              </a:ext>
            </a:extLst>
          </p:cNvPr>
          <p:cNvSpPr/>
          <p:nvPr/>
        </p:nvSpPr>
        <p:spPr>
          <a:xfrm flipH="1">
            <a:off x="198438" y="681038"/>
            <a:ext cx="38100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377ED5-0808-40BE-BAF9-088D7E62C0CF}"/>
              </a:ext>
            </a:extLst>
          </p:cNvPr>
          <p:cNvSpPr/>
          <p:nvPr/>
        </p:nvSpPr>
        <p:spPr>
          <a:xfrm flipH="1">
            <a:off x="252413" y="681038"/>
            <a:ext cx="38100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22EB541-C9BC-4D90-AE35-74B3916990D5}"/>
              </a:ext>
            </a:extLst>
          </p:cNvPr>
          <p:cNvSpPr/>
          <p:nvPr/>
        </p:nvSpPr>
        <p:spPr>
          <a:xfrm flipH="1">
            <a:off x="303213" y="681038"/>
            <a:ext cx="12700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B60A167-DDED-4D07-90E3-52287C484F98}"/>
              </a:ext>
            </a:extLst>
          </p:cNvPr>
          <p:cNvSpPr/>
          <p:nvPr/>
        </p:nvSpPr>
        <p:spPr>
          <a:xfrm flipH="1">
            <a:off x="341313" y="681038"/>
            <a:ext cx="952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29FA19C-6922-4978-AC48-76124AF0F79C}"/>
              </a:ext>
            </a:extLst>
          </p:cNvPr>
          <p:cNvSpPr/>
          <p:nvPr/>
        </p:nvSpPr>
        <p:spPr>
          <a:xfrm>
            <a:off x="373063" y="681038"/>
            <a:ext cx="4762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3099" y="512064"/>
            <a:ext cx="10363200" cy="914400"/>
          </a:xfrm>
        </p:spPr>
        <p:txBody>
          <a:bodyPr/>
          <a:lstStyle>
            <a:lvl1pPr>
              <a:defRPr sz="4000"/>
            </a:lvl1pPr>
            <a:extLst/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809750"/>
            <a:ext cx="5386917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193368" y="1809750"/>
            <a:ext cx="5389033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609600" y="2459037"/>
            <a:ext cx="5386917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459037"/>
            <a:ext cx="5389033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7" name="日期占位符 6">
            <a:extLst>
              <a:ext uri="{FF2B5EF4-FFF2-40B4-BE49-F238E27FC236}">
                <a16:creationId xmlns:a16="http://schemas.microsoft.com/office/drawing/2014/main" id="{A052F9D5-039F-41AB-8521-3586E9962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37E9E9A-037A-4976-BC38-2C483F36BBA7}" type="datetime1">
              <a:rPr lang="zh-CN" altLang="en-US"/>
              <a:pPr>
                <a:defRPr/>
              </a:pPr>
              <a:t>2025/4/3</a:t>
            </a:fld>
            <a:endParaRPr lang="en-US" altLang="zh-CN"/>
          </a:p>
        </p:txBody>
      </p:sp>
      <p:sp>
        <p:nvSpPr>
          <p:cNvPr id="18" name="页脚占位符 7">
            <a:extLst>
              <a:ext uri="{FF2B5EF4-FFF2-40B4-BE49-F238E27FC236}">
                <a16:creationId xmlns:a16="http://schemas.microsoft.com/office/drawing/2014/main" id="{AD767BA7-6372-44A6-9BDE-19B3F1D55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灯片编号占位符 8">
            <a:extLst>
              <a:ext uri="{FF2B5EF4-FFF2-40B4-BE49-F238E27FC236}">
                <a16:creationId xmlns:a16="http://schemas.microsoft.com/office/drawing/2014/main" id="{63E3477B-B6D6-47DF-BE28-AEAA32B23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F9CE49-B0AD-49C0-B18F-EA46800057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0500912"/>
      </p:ext>
    </p:extLst>
  </p:cSld>
  <p:clrMapOvr>
    <a:masterClrMapping/>
  </p:clrMapOvr>
  <p:transition spd="med">
    <p:spli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13">
            <a:extLst>
              <a:ext uri="{FF2B5EF4-FFF2-40B4-BE49-F238E27FC236}">
                <a16:creationId xmlns:a16="http://schemas.microsoft.com/office/drawing/2014/main" id="{C58E016A-DD36-47D2-948F-E7E3B9E31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EC724-752B-4611-BA35-FC5528A03E5C}" type="datetime1">
              <a:rPr lang="zh-CN" altLang="en-US"/>
              <a:pPr>
                <a:defRPr/>
              </a:pPr>
              <a:t>2025/4/3</a:t>
            </a:fld>
            <a:endParaRPr lang="en-US" altLang="zh-CN"/>
          </a:p>
        </p:txBody>
      </p:sp>
      <p:sp>
        <p:nvSpPr>
          <p:cNvPr id="4" name="页脚占位符 2">
            <a:extLst>
              <a:ext uri="{FF2B5EF4-FFF2-40B4-BE49-F238E27FC236}">
                <a16:creationId xmlns:a16="http://schemas.microsoft.com/office/drawing/2014/main" id="{01ECA0DE-DF74-48FE-B5C7-C49FC5F6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22">
            <a:extLst>
              <a:ext uri="{FF2B5EF4-FFF2-40B4-BE49-F238E27FC236}">
                <a16:creationId xmlns:a16="http://schemas.microsoft.com/office/drawing/2014/main" id="{0B03E39B-F8CC-4EB5-A11F-AF90C356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B281B-6C3E-4622-BFF9-7C22E9D0D3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1384480"/>
      </p:ext>
    </p:extLst>
  </p:cSld>
  <p:clrMapOvr>
    <a:masterClrMapping/>
  </p:clrMapOvr>
  <p:transition spd="med">
    <p:spli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3">
            <a:extLst>
              <a:ext uri="{FF2B5EF4-FFF2-40B4-BE49-F238E27FC236}">
                <a16:creationId xmlns:a16="http://schemas.microsoft.com/office/drawing/2014/main" id="{745C4086-45B7-48BB-9380-B8286E81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01638B-B8AA-4908-B2C9-9009A9312E1C}" type="datetime1">
              <a:rPr lang="zh-CN" altLang="en-US"/>
              <a:pPr>
                <a:defRPr/>
              </a:pPr>
              <a:t>2025/4/3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36725F-BA53-4169-91C1-062B3A70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22">
            <a:extLst>
              <a:ext uri="{FF2B5EF4-FFF2-40B4-BE49-F238E27FC236}">
                <a16:creationId xmlns:a16="http://schemas.microsoft.com/office/drawing/2014/main" id="{B0ADDF67-C41B-44A7-A7E1-9CB66F125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C6BDCB-271C-4C4D-B236-A26C60EF2B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1628068"/>
      </p:ext>
    </p:extLst>
  </p:cSld>
  <p:clrMapOvr>
    <a:masterClrMapping/>
  </p:clrMapOvr>
  <p:transition spd="med">
    <p:spli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109728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435100"/>
            <a:ext cx="33528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0" y="1435100"/>
            <a:ext cx="73152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13">
            <a:extLst>
              <a:ext uri="{FF2B5EF4-FFF2-40B4-BE49-F238E27FC236}">
                <a16:creationId xmlns:a16="http://schemas.microsoft.com/office/drawing/2014/main" id="{A9E46B6D-7848-4873-9E42-90C93F6D9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B7543B-2A6B-4C98-8AF5-11865D4A20BE}" type="datetime1">
              <a:rPr lang="zh-CN" altLang="en-US"/>
              <a:pPr>
                <a:defRPr/>
              </a:pPr>
              <a:t>2025/4/3</a:t>
            </a:fld>
            <a:endParaRPr lang="en-US" altLang="zh-CN"/>
          </a:p>
        </p:txBody>
      </p:sp>
      <p:sp>
        <p:nvSpPr>
          <p:cNvPr id="6" name="页脚占位符 2">
            <a:extLst>
              <a:ext uri="{FF2B5EF4-FFF2-40B4-BE49-F238E27FC236}">
                <a16:creationId xmlns:a16="http://schemas.microsoft.com/office/drawing/2014/main" id="{A2386E2C-C1B3-45F8-BE0A-95DA6C68F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22">
            <a:extLst>
              <a:ext uri="{FF2B5EF4-FFF2-40B4-BE49-F238E27FC236}">
                <a16:creationId xmlns:a16="http://schemas.microsoft.com/office/drawing/2014/main" id="{DB95F606-D25F-4107-BB2B-914E083F4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AA6C84-CA96-48B1-A5E4-3C26DCC80C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4338182"/>
      </p:ext>
    </p:extLst>
  </p:cSld>
  <p:clrMapOvr>
    <a:masterClrMapping/>
  </p:clrMapOvr>
  <p:transition spd="med">
    <p:split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1BCA675-D190-4971-9E3D-173D1DCA5EAC}"/>
              </a:ext>
            </a:extLst>
          </p:cNvPr>
          <p:cNvSpPr/>
          <p:nvPr/>
        </p:nvSpPr>
        <p:spPr>
          <a:xfrm>
            <a:off x="490538" y="0"/>
            <a:ext cx="11703050" cy="1878013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FFECBF6-A1A0-4422-B57C-CF41085E6DFA}"/>
              </a:ext>
            </a:extLst>
          </p:cNvPr>
          <p:cNvCxnSpPr/>
          <p:nvPr/>
        </p:nvCxnSpPr>
        <p:spPr>
          <a:xfrm flipV="1">
            <a:off x="484188" y="1884363"/>
            <a:ext cx="11709400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组合 19">
            <a:extLst>
              <a:ext uri="{FF2B5EF4-FFF2-40B4-BE49-F238E27FC236}">
                <a16:creationId xmlns:a16="http://schemas.microsoft.com/office/drawing/2014/main" id="{0C6BCBBA-C847-4BEE-B4EA-A899C2D5E1CF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11375232" y="1197769"/>
            <a:ext cx="131762" cy="171450"/>
            <a:chOff x="6668087" y="1297746"/>
            <a:chExt cx="161840" cy="156602"/>
          </a:xfrm>
        </p:grpSpPr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4673057A-2CEE-4DE7-9DC5-BA1FEFFD13E1}"/>
                </a:ext>
              </a:extLst>
            </p:cNvPr>
            <p:cNvCxnSpPr/>
            <p:nvPr/>
          </p:nvCxnSpPr>
          <p:spPr>
            <a:xfrm rot="16200000">
              <a:off x="6663834" y="1251249"/>
              <a:ext cx="88451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AF17AC90-9A6D-4DEF-8B1E-6E494112144C}"/>
                </a:ext>
              </a:extLst>
            </p:cNvPr>
            <p:cNvCxnSpPr/>
            <p:nvPr/>
          </p:nvCxnSpPr>
          <p:spPr>
            <a:xfrm rot="16200000" flipV="1">
              <a:off x="6684956" y="1392722"/>
              <a:ext cx="126152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7A3B396E-37B1-46EE-95A5-2331CCD128D0}"/>
                </a:ext>
              </a:extLst>
            </p:cNvPr>
            <p:cNvCxnSpPr/>
            <p:nvPr/>
          </p:nvCxnSpPr>
          <p:spPr>
            <a:xfrm rot="5400000" flipH="1">
              <a:off x="6744754" y="1250274"/>
              <a:ext cx="88451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25">
            <a:extLst>
              <a:ext uri="{FF2B5EF4-FFF2-40B4-BE49-F238E27FC236}">
                <a16:creationId xmlns:a16="http://schemas.microsoft.com/office/drawing/2014/main" id="{9910264C-9A8C-483E-BCD0-CD6BD0273FC2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11578432" y="1350169"/>
            <a:ext cx="131762" cy="171450"/>
            <a:chOff x="6668087" y="1297746"/>
            <a:chExt cx="161840" cy="156602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E928E10-E1F3-42CF-B706-2EE7741E32BD}"/>
                </a:ext>
              </a:extLst>
            </p:cNvPr>
            <p:cNvCxnSpPr/>
            <p:nvPr/>
          </p:nvCxnSpPr>
          <p:spPr>
            <a:xfrm rot="16200000">
              <a:off x="6663834" y="1251249"/>
              <a:ext cx="88451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56FA14B-2300-4A04-819A-BEE46E4082A6}"/>
                </a:ext>
              </a:extLst>
            </p:cNvPr>
            <p:cNvCxnSpPr/>
            <p:nvPr/>
          </p:nvCxnSpPr>
          <p:spPr>
            <a:xfrm rot="16200000" flipV="1">
              <a:off x="6684956" y="1392722"/>
              <a:ext cx="126152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DFF67EFA-FE8D-44A7-B98C-F3E69B2D5834}"/>
                </a:ext>
              </a:extLst>
            </p:cNvPr>
            <p:cNvCxnSpPr/>
            <p:nvPr/>
          </p:nvCxnSpPr>
          <p:spPr>
            <a:xfrm rot="5400000" flipH="1">
              <a:off x="6744754" y="1250274"/>
              <a:ext cx="88451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29">
            <a:extLst>
              <a:ext uri="{FF2B5EF4-FFF2-40B4-BE49-F238E27FC236}">
                <a16:creationId xmlns:a16="http://schemas.microsoft.com/office/drawing/2014/main" id="{ABCC2428-334E-4109-804D-9663A7758CD4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11114881" y="1453357"/>
            <a:ext cx="131763" cy="171450"/>
            <a:chOff x="6668087" y="1297746"/>
            <a:chExt cx="161840" cy="156602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993F2DFF-465D-42AB-85D2-DF59EA30ACD8}"/>
                </a:ext>
              </a:extLst>
            </p:cNvPr>
            <p:cNvCxnSpPr/>
            <p:nvPr/>
          </p:nvCxnSpPr>
          <p:spPr>
            <a:xfrm rot="16200000">
              <a:off x="6663834" y="1251248"/>
              <a:ext cx="88451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8B6E4070-B63E-4727-84A8-99DC4D910B3D}"/>
                </a:ext>
              </a:extLst>
            </p:cNvPr>
            <p:cNvCxnSpPr/>
            <p:nvPr/>
          </p:nvCxnSpPr>
          <p:spPr>
            <a:xfrm rot="16200000" flipV="1">
              <a:off x="6684956" y="1392722"/>
              <a:ext cx="126152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B1FDBA8E-04FC-4A6B-922E-06AB9DD532EC}"/>
                </a:ext>
              </a:extLst>
            </p:cNvPr>
            <p:cNvCxnSpPr/>
            <p:nvPr/>
          </p:nvCxnSpPr>
          <p:spPr>
            <a:xfrm rot="5400000" flipH="1">
              <a:off x="6744754" y="1250273"/>
              <a:ext cx="88451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White">
          <a:xfrm>
            <a:off x="1219200" y="441252"/>
            <a:ext cx="9144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90709" y="1893781"/>
            <a:ext cx="11704320" cy="4960144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grayWhite">
          <a:xfrm>
            <a:off x="1219200" y="1150144"/>
            <a:ext cx="9144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日期占位符 4">
            <a:extLst>
              <a:ext uri="{FF2B5EF4-FFF2-40B4-BE49-F238E27FC236}">
                <a16:creationId xmlns:a16="http://schemas.microsoft.com/office/drawing/2014/main" id="{8C31F6E8-E989-4E24-BE83-37AB0A15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36000" y="55563"/>
            <a:ext cx="2844800" cy="365125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47CCD4F-0A09-4364-88D6-5734A86782D7}" type="datetime1">
              <a:rPr lang="zh-CN" altLang="en-US"/>
              <a:pPr>
                <a:defRPr/>
              </a:pPr>
              <a:t>2025/4/3</a:t>
            </a:fld>
            <a:endParaRPr lang="en-US" altLang="zh-CN"/>
          </a:p>
        </p:txBody>
      </p:sp>
      <p:sp>
        <p:nvSpPr>
          <p:cNvPr id="20" name="页脚占位符 5">
            <a:extLst>
              <a:ext uri="{FF2B5EF4-FFF2-40B4-BE49-F238E27FC236}">
                <a16:creationId xmlns:a16="http://schemas.microsoft.com/office/drawing/2014/main" id="{BEF33B7A-8BE8-4192-98D7-E74A46FC2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" y="55563"/>
            <a:ext cx="7416800" cy="365125"/>
          </a:xfrm>
        </p:spPr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altLang="zh-CN"/>
          </a:p>
        </p:txBody>
      </p:sp>
      <p:sp>
        <p:nvSpPr>
          <p:cNvPr id="21" name="灯片编号占位符 6">
            <a:extLst>
              <a:ext uri="{FF2B5EF4-FFF2-40B4-BE49-F238E27FC236}">
                <a16:creationId xmlns:a16="http://schemas.microsoft.com/office/drawing/2014/main" id="{428BDE00-07EA-4913-9E1E-69A124CC4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0800" y="55563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5024BC-2171-49C8-8D26-DC19EB4669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1412270"/>
      </p:ext>
    </p:extLst>
  </p:cSld>
  <p:clrMapOvr>
    <a:masterClrMapping/>
  </p:clrMapOvr>
  <p:transition spd="med">
    <p:spli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13">
            <a:extLst>
              <a:ext uri="{FF2B5EF4-FFF2-40B4-BE49-F238E27FC236}">
                <a16:creationId xmlns:a16="http://schemas.microsoft.com/office/drawing/2014/main" id="{E7477A33-30EA-4168-9053-DC649710F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D265D5-F8C1-40D4-AE45-A2324D3715FB}" type="datetime1">
              <a:rPr lang="zh-CN" altLang="en-US"/>
              <a:pPr>
                <a:defRPr/>
              </a:pPr>
              <a:t>2025/4/3</a:t>
            </a:fld>
            <a:endParaRPr lang="en-US" altLang="zh-CN"/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CB83DD76-3316-4A51-A2E0-5A45164B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2">
            <a:extLst>
              <a:ext uri="{FF2B5EF4-FFF2-40B4-BE49-F238E27FC236}">
                <a16:creationId xmlns:a16="http://schemas.microsoft.com/office/drawing/2014/main" id="{064AD1AE-9AC6-4AF8-8538-550E22D03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29207A-9339-49C0-9184-9DD27CD48A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2947704"/>
      </p:ext>
    </p:extLst>
  </p:cSld>
  <p:clrMapOvr>
    <a:masterClrMapping/>
  </p:clrMapOvr>
  <p:transition spd="med">
    <p:spli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641600" cy="5851525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2800" y="274640"/>
            <a:ext cx="7823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13">
            <a:extLst>
              <a:ext uri="{FF2B5EF4-FFF2-40B4-BE49-F238E27FC236}">
                <a16:creationId xmlns:a16="http://schemas.microsoft.com/office/drawing/2014/main" id="{0FC70C42-8E8C-47A1-BB42-9EA5A3654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88C822-0FD8-4437-A674-0F608F8F26E8}" type="datetime1">
              <a:rPr lang="zh-CN" altLang="en-US"/>
              <a:pPr>
                <a:defRPr/>
              </a:pPr>
              <a:t>2025/4/3</a:t>
            </a:fld>
            <a:endParaRPr lang="en-US" altLang="zh-CN"/>
          </a:p>
        </p:txBody>
      </p:sp>
      <p:sp>
        <p:nvSpPr>
          <p:cNvPr id="5" name="页脚占位符 2">
            <a:extLst>
              <a:ext uri="{FF2B5EF4-FFF2-40B4-BE49-F238E27FC236}">
                <a16:creationId xmlns:a16="http://schemas.microsoft.com/office/drawing/2014/main" id="{085CB6C8-DE12-4E77-A837-C7067C703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22">
            <a:extLst>
              <a:ext uri="{FF2B5EF4-FFF2-40B4-BE49-F238E27FC236}">
                <a16:creationId xmlns:a16="http://schemas.microsoft.com/office/drawing/2014/main" id="{416DC6D6-BE69-400E-B392-0772304F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BBC5A0-F9FE-436F-87E9-B75D2EA379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3170453"/>
      </p:ext>
    </p:extLst>
  </p:cSld>
  <p:clrMapOvr>
    <a:masterClrMapping/>
  </p:clrMapOvr>
  <p:transition spd="med">
    <p:split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/>
            </a:gs>
            <a:gs pos="64999">
              <a:srgbClr val="000000"/>
            </a:gs>
            <a:gs pos="100000">
              <a:srgbClr val="5A77A9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>
            <a:extLst>
              <a:ext uri="{FF2B5EF4-FFF2-40B4-BE49-F238E27FC236}">
                <a16:creationId xmlns:a16="http://schemas.microsoft.com/office/drawing/2014/main" id="{B46FA2C9-A0B6-44C1-B08A-EA6679C4A7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" t="967" r="587" b="-2"/>
          <a:stretch>
            <a:fillRect/>
          </a:stretch>
        </p:blipFill>
        <p:spPr bwMode="auto">
          <a:xfrm>
            <a:off x="1588" y="-19050"/>
            <a:ext cx="12188825" cy="689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标题占位符 21">
            <a:extLst>
              <a:ext uri="{FF2B5EF4-FFF2-40B4-BE49-F238E27FC236}">
                <a16:creationId xmlns:a16="http://schemas.microsoft.com/office/drawing/2014/main" id="{07FCB57A-5006-4BBF-8309-180774CA9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63" y="404813"/>
            <a:ext cx="10574337" cy="863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文本占位符 12">
            <a:extLst>
              <a:ext uri="{FF2B5EF4-FFF2-40B4-BE49-F238E27FC236}">
                <a16:creationId xmlns:a16="http://schemas.microsoft.com/office/drawing/2014/main" id="{39C0B3F7-B225-4380-9769-70353B9164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12813" y="1557338"/>
            <a:ext cx="10669587" cy="479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4" name="日期占位符 13">
            <a:extLst>
              <a:ext uri="{FF2B5EF4-FFF2-40B4-BE49-F238E27FC236}">
                <a16:creationId xmlns:a16="http://schemas.microsoft.com/office/drawing/2014/main" id="{9BCA6F87-1F7E-41E1-B581-05B6EB594D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36000" y="6416675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pPr>
              <a:defRPr/>
            </a:pPr>
            <a:fld id="{FFDA20AC-80C3-48A8-A29C-1AF3B667AB3A}" type="datetime1">
              <a:rPr lang="zh-CN" altLang="en-US"/>
              <a:pPr>
                <a:defRPr/>
              </a:pPr>
              <a:t>2025/4/3</a:t>
            </a:fld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1F106D-B8E8-48B1-B1B9-73F280EFD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416675"/>
            <a:ext cx="74168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灯片编号占位符 22">
            <a:extLst>
              <a:ext uri="{FF2B5EF4-FFF2-40B4-BE49-F238E27FC236}">
                <a16:creationId xmlns:a16="http://schemas.microsoft.com/office/drawing/2014/main" id="{DA0E7C24-C134-486D-8850-9C50F5517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6416675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7BBFD69-4581-4D11-AB3D-7E445B1616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6" r:id="rId3"/>
    <p:sldLayoutId id="2147484090" r:id="rId4"/>
    <p:sldLayoutId id="2147484097" r:id="rId5"/>
    <p:sldLayoutId id="2147484091" r:id="rId6"/>
    <p:sldLayoutId id="2147484092" r:id="rId7"/>
    <p:sldLayoutId id="2147484093" r:id="rId8"/>
    <p:sldLayoutId id="2147484098" r:id="rId9"/>
    <p:sldLayoutId id="2147484094" r:id="rId10"/>
    <p:sldLayoutId id="2147484095" r:id="rId11"/>
  </p:sldLayoutIdLst>
  <p:transition spd="med">
    <p:split/>
  </p:transition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 spc="-100">
          <a:solidFill>
            <a:srgbClr val="C1EE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  <a:ea typeface="华文楷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  <a:ea typeface="华文楷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  <a:ea typeface="华文楷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  <a:ea typeface="华文楷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  <a:ea typeface="华文楷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  <a:ea typeface="华文楷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  <a:ea typeface="华文楷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itchFamily="49" charset="0"/>
          <a:ea typeface="华文楷体" pitchFamily="2" charset="-122"/>
        </a:defRPr>
      </a:lvl9pPr>
      <a:extLst/>
    </p:titleStyle>
    <p:bodyStyle>
      <a:lvl1pPr marL="411163" indent="-342900" algn="l" rtl="0" eaLnBrk="0" fontAlgn="base" hangingPunct="0">
        <a:lnSpc>
          <a:spcPct val="120000"/>
        </a:lnSpc>
        <a:spcBef>
          <a:spcPts val="400"/>
        </a:spcBef>
        <a:spcAft>
          <a:spcPts val="400"/>
        </a:spcAft>
        <a:buClr>
          <a:schemeClr val="tx2"/>
        </a:buClr>
        <a:buSzPct val="95000"/>
        <a:buFont typeface="Wingdings" panose="05000000000000000000" pitchFamily="2" charset="2"/>
        <a:buChar char=""/>
        <a:defRPr sz="3000" b="1" kern="1200">
          <a:solidFill>
            <a:srgbClr val="FFFF00"/>
          </a:solidFill>
          <a:latin typeface="+mn-lt"/>
          <a:ea typeface="+mn-ea"/>
          <a:cs typeface="+mn-cs"/>
        </a:defRPr>
      </a:lvl1pPr>
      <a:lvl2pPr marL="739775" indent="-285750" algn="l" rtl="0" eaLnBrk="0" fontAlgn="base" hangingPunct="0">
        <a:lnSpc>
          <a:spcPct val="120000"/>
        </a:lnSpc>
        <a:spcBef>
          <a:spcPts val="400"/>
        </a:spcBef>
        <a:spcAft>
          <a:spcPts val="400"/>
        </a:spcAft>
        <a:buClr>
          <a:schemeClr val="accent2"/>
        </a:buClr>
        <a:buSzPct val="90000"/>
        <a:buFont typeface="Wingdings" panose="05000000000000000000" pitchFamily="2" charset="2"/>
        <a:buChar char="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eaLnBrk="0" fontAlgn="base" hangingPunct="0">
        <a:lnSpc>
          <a:spcPct val="120000"/>
        </a:lnSpc>
        <a:spcBef>
          <a:spcPts val="4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−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475" indent="-228600" algn="l" rtl="0" eaLnBrk="0" fontAlgn="base" hangingPunct="0">
        <a:lnSpc>
          <a:spcPct val="120000"/>
        </a:lnSpc>
        <a:spcBef>
          <a:spcPts val="400"/>
        </a:spcBef>
        <a:spcAft>
          <a:spcPts val="400"/>
        </a:spcAft>
        <a:buClr>
          <a:srgbClr val="FEB80A"/>
        </a:buClr>
        <a:buFont typeface="Wingdings 3" panose="05040102010807070707" pitchFamily="18" charset="2"/>
        <a:buChar char="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138" indent="-209550" algn="l" rtl="0" eaLnBrk="0" fontAlgn="base" hangingPunct="0">
        <a:lnSpc>
          <a:spcPct val="120000"/>
        </a:lnSpc>
        <a:spcBef>
          <a:spcPts val="400"/>
        </a:spcBef>
        <a:spcAft>
          <a:spcPts val="400"/>
        </a:spcAft>
        <a:buClr>
          <a:srgbClr val="FEB80A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5AFE0AD-6F71-444A-82A9-903E5C22B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3" y="512763"/>
            <a:ext cx="60325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"/>
              <a:defRPr sz="3000" b="1">
                <a:solidFill>
                  <a:srgbClr val="FFFF00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1pPr>
            <a:lvl2pPr marL="739775" indent="-28575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"/>
              <a:defRPr sz="26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2pPr>
            <a:lvl3pPr marL="995363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3pPr>
            <a:lvl4pPr marL="1260475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3" panose="050401020108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4pPr>
            <a:lvl5pPr marL="1481138" indent="-20955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5pPr>
            <a:lvl6pPr marL="1938338" indent="-20955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6pPr>
            <a:lvl7pPr marL="2395538" indent="-20955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7pPr>
            <a:lvl8pPr marL="2852738" indent="-20955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8pPr>
            <a:lvl9pPr marL="3309938" indent="-20955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4400">
                <a:solidFill>
                  <a:srgbClr val="C1EEFF"/>
                </a:solidFill>
                <a:latin typeface="Consolas" panose="020B0609020204030204" pitchFamily="49" charset="0"/>
                <a:ea typeface="华文楷体" panose="02010600040101010101" pitchFamily="2" charset="-122"/>
              </a:rPr>
              <a:t>传感器原理及应用</a:t>
            </a:r>
            <a:br>
              <a:rPr lang="en-US" altLang="zh-CN" sz="4400">
                <a:solidFill>
                  <a:srgbClr val="C1EEFF"/>
                </a:solidFill>
                <a:latin typeface="Consolas" panose="020B0609020204030204" pitchFamily="49" charset="0"/>
                <a:ea typeface="华文楷体" panose="02010600040101010101" pitchFamily="2" charset="-122"/>
              </a:rPr>
            </a:br>
            <a:r>
              <a:rPr lang="en-US" altLang="zh-CN" sz="2400">
                <a:solidFill>
                  <a:srgbClr val="C1EEFF"/>
                </a:solidFill>
                <a:latin typeface="Consolas" panose="020B0609020204030204" pitchFamily="49" charset="0"/>
                <a:ea typeface="华文楷体" panose="02010600040101010101" pitchFamily="2" charset="-122"/>
              </a:rPr>
              <a:t>Fundamentals of Sensors &amp; Application</a:t>
            </a:r>
            <a:endParaRPr lang="zh-CN" altLang="en-US" sz="4400">
              <a:solidFill>
                <a:srgbClr val="C1EEFF"/>
              </a:solidFill>
              <a:latin typeface="Consolas" panose="020B0609020204030204" pitchFamily="49" charset="0"/>
              <a:ea typeface="华文楷体" panose="02010600040101010101" pitchFamily="2" charset="-122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76BBA23-4E4C-4375-BCAC-DC2D45188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0688" y="5078413"/>
            <a:ext cx="3883025" cy="154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"/>
              <a:defRPr sz="3000" b="1">
                <a:solidFill>
                  <a:srgbClr val="FFFF00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"/>
              <a:defRPr sz="26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3" panose="050401020108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ts val="7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1800">
                <a:solidFill>
                  <a:schemeClr val="tx1"/>
                </a:solidFill>
              </a:rPr>
              <a:t>闫 斌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1800">
                <a:solidFill>
                  <a:schemeClr val="tx1"/>
                </a:solidFill>
              </a:rPr>
              <a:t>自动化工程学院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1800">
                <a:solidFill>
                  <a:schemeClr val="tx1"/>
                </a:solidFill>
              </a:rPr>
              <a:t>传感网络与智能信息处理研究室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1800">
                <a:solidFill>
                  <a:schemeClr val="tx1"/>
                </a:solidFill>
              </a:rPr>
              <a:t>QQ：191629333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1800">
                <a:solidFill>
                  <a:schemeClr val="tx1"/>
                </a:solidFill>
              </a:rPr>
              <a:t>E-mail:uestyan@uestc.edu.cn</a:t>
            </a:r>
            <a:endParaRPr lang="en-US" altLang="zh-CN" sz="1800">
              <a:solidFill>
                <a:schemeClr val="tx1"/>
              </a:solidFill>
            </a:endParaRPr>
          </a:p>
        </p:txBody>
      </p:sp>
      <p:sp>
        <p:nvSpPr>
          <p:cNvPr id="7172" name="文本框 4">
            <a:extLst>
              <a:ext uri="{FF2B5EF4-FFF2-40B4-BE49-F238E27FC236}">
                <a16:creationId xmlns:a16="http://schemas.microsoft.com/office/drawing/2014/main" id="{D305F940-5806-4283-A1CD-B0035F9B3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544" y="3140968"/>
            <a:ext cx="8445499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5400" dirty="0">
                <a:solidFill>
                  <a:srgbClr val="C1EEFF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复杂工程问题解决方案设计</a:t>
            </a:r>
          </a:p>
        </p:txBody>
      </p:sp>
    </p:spTree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FFD81-5339-4A06-ADCB-981AD86EA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" y="350838"/>
            <a:ext cx="7772400" cy="91440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复杂工程问题背景</a:t>
            </a:r>
          </a:p>
        </p:txBody>
      </p:sp>
      <p:sp>
        <p:nvSpPr>
          <p:cNvPr id="12292" name="日期占位符 3">
            <a:extLst>
              <a:ext uri="{FF2B5EF4-FFF2-40B4-BE49-F238E27FC236}">
                <a16:creationId xmlns:a16="http://schemas.microsoft.com/office/drawing/2014/main" id="{EA5D5735-AA03-4BDC-A3A7-D2F5E416744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"/>
              <a:defRPr sz="3000" b="1">
                <a:solidFill>
                  <a:srgbClr val="FFFF00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"/>
              <a:defRPr sz="26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3" panose="050401020108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2139A878-E988-42DE-AEB8-62441CC15090}" type="datetime1">
              <a:rPr lang="zh-CN" altLang="en-US" sz="1100" smtClean="0">
                <a:solidFill>
                  <a:schemeClr val="tx2"/>
                </a:solidFill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2025/4/3</a:t>
            </a:fld>
            <a:endParaRPr lang="en-US" altLang="zh-CN" sz="11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3" name="灯片编号占位符 4">
            <a:extLst>
              <a:ext uri="{FF2B5EF4-FFF2-40B4-BE49-F238E27FC236}">
                <a16:creationId xmlns:a16="http://schemas.microsoft.com/office/drawing/2014/main" id="{BE55943A-755B-43FA-A036-E3D91B723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"/>
              <a:defRPr sz="3000" b="1">
                <a:solidFill>
                  <a:srgbClr val="FFFF00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"/>
              <a:defRPr sz="26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3" panose="050401020108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E50A6D0-FB99-4341-92AA-A1D594B03273}" type="slidenum">
              <a:rPr lang="en-US" altLang="zh-CN" sz="1200" smtClean="0">
                <a:solidFill>
                  <a:schemeClr val="tx2"/>
                </a:solidFill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</a:t>
            </a:fld>
            <a:endParaRPr lang="en-US" altLang="zh-CN" sz="12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" name="图片 5" descr="QQ图片20161219112515.png">
            <a:extLst>
              <a:ext uri="{FF2B5EF4-FFF2-40B4-BE49-F238E27FC236}">
                <a16:creationId xmlns:a16="http://schemas.microsoft.com/office/drawing/2014/main" id="{022917DF-DF31-1893-0BF8-6B677E155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76" y="1289229"/>
            <a:ext cx="3600400" cy="5069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 descr="asdf.png">
            <a:extLst>
              <a:ext uri="{FF2B5EF4-FFF2-40B4-BE49-F238E27FC236}">
                <a16:creationId xmlns:a16="http://schemas.microsoft.com/office/drawing/2014/main" id="{7456D452-DEE1-99F0-0634-C8611C553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6499" y="1772817"/>
            <a:ext cx="3250189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4F7C56B-27A6-7161-F14A-5F3950435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1212" y="3717032"/>
            <a:ext cx="4587976" cy="3064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5672ADC-1F39-8E63-E977-77CCE5AE8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8018" y="375956"/>
            <a:ext cx="4675759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E9801E4-D133-84B7-7787-51591454FCAC}"/>
              </a:ext>
            </a:extLst>
          </p:cNvPr>
          <p:cNvSpPr txBox="1"/>
          <p:nvPr/>
        </p:nvSpPr>
        <p:spPr>
          <a:xfrm>
            <a:off x="4254300" y="4789472"/>
            <a:ext cx="30900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铁塔受力超出设计标准，将导致倒塔，引发事故</a:t>
            </a:r>
          </a:p>
        </p:txBody>
      </p:sp>
    </p:spTree>
  </p:cSld>
  <p:clrMapOvr>
    <a:masterClrMapping/>
  </p:clrMapOvr>
  <p:transition spd="med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2686B-6430-45BE-9C6C-62CADD0AA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981075"/>
            <a:ext cx="7772400" cy="91440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题目</a:t>
            </a: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BE73A339-952E-431E-849B-634E7F3CC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350" y="2636838"/>
            <a:ext cx="6068690" cy="1800274"/>
          </a:xfrm>
        </p:spPr>
        <p:txBody>
          <a:bodyPr/>
          <a:lstStyle/>
          <a:p>
            <a:pPr defTabSz="1218565">
              <a:spcBef>
                <a:spcPts val="4800"/>
              </a:spcBef>
              <a:defRPr/>
            </a:pPr>
            <a:r>
              <a:rPr lang="zh-CN" altLang="en-US" sz="3200" dirty="0">
                <a:gradFill>
                  <a:gsLst>
                    <a:gs pos="100000">
                      <a:prstClr val="white">
                        <a:lumMod val="95000"/>
                      </a:prstClr>
                    </a:gs>
                    <a:gs pos="26000">
                      <a:prstClr val="white">
                        <a:lumMod val="95000"/>
                      </a:prstClr>
                    </a:gs>
                  </a:gsLst>
                  <a:path path="circle">
                    <a:fillToRect l="100000" t="100000"/>
                  </a:path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基于半导体应变片的输电线路横担应力监测系统方案设计</a:t>
            </a:r>
            <a:endParaRPr lang="zh-CN" altLang="en-US" sz="3200" dirty="0">
              <a:gradFill>
                <a:gsLst>
                  <a:gs pos="83000">
                    <a:prstClr val="white">
                      <a:lumMod val="95000"/>
                    </a:prstClr>
                  </a:gs>
                  <a:gs pos="100000">
                    <a:prstClr val="white">
                      <a:lumMod val="95000"/>
                    </a:prstClr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196" name="日期占位符 3">
            <a:extLst>
              <a:ext uri="{FF2B5EF4-FFF2-40B4-BE49-F238E27FC236}">
                <a16:creationId xmlns:a16="http://schemas.microsoft.com/office/drawing/2014/main" id="{C490AF9A-D29D-4765-A804-922AE80306D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"/>
              <a:defRPr sz="3000" b="1">
                <a:solidFill>
                  <a:srgbClr val="FFFF00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"/>
              <a:defRPr sz="26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3" panose="050401020108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5A02A52-065E-435C-8D6B-19DEB58B909E}" type="datetime1">
              <a:rPr lang="zh-CN" altLang="en-US" sz="1100" smtClean="0">
                <a:solidFill>
                  <a:schemeClr val="tx2"/>
                </a:solidFill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2025/4/3</a:t>
            </a:fld>
            <a:endParaRPr lang="en-US" altLang="zh-CN" sz="11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7" name="灯片编号占位符 4">
            <a:extLst>
              <a:ext uri="{FF2B5EF4-FFF2-40B4-BE49-F238E27FC236}">
                <a16:creationId xmlns:a16="http://schemas.microsoft.com/office/drawing/2014/main" id="{9171B7D8-48EF-4723-A9DB-9E285BC14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"/>
              <a:defRPr sz="3000" b="1">
                <a:solidFill>
                  <a:srgbClr val="FFFF00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"/>
              <a:defRPr sz="26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3" panose="050401020108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8B7BEC-47F7-4FA4-A258-975C8F537303}" type="slidenum">
              <a:rPr lang="en-US" altLang="zh-CN" sz="1200" smtClean="0">
                <a:solidFill>
                  <a:schemeClr val="tx2"/>
                </a:solidFill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3</a:t>
            </a:fld>
            <a:endParaRPr lang="en-US" altLang="zh-CN" sz="12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" name="Picture 4" descr="双回路铁塔（直位）">
            <a:extLst>
              <a:ext uri="{FF2B5EF4-FFF2-40B4-BE49-F238E27FC236}">
                <a16:creationId xmlns:a16="http://schemas.microsoft.com/office/drawing/2014/main" id="{E052D796-27FB-0F44-4171-5094524FB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549047"/>
            <a:ext cx="6205140" cy="6308953"/>
          </a:xfrm>
          <a:prstGeom prst="rect">
            <a:avLst/>
          </a:prstGeom>
          <a:noFill/>
          <a:ln>
            <a:noFill/>
          </a:ln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CB001689-5E7F-B624-2F54-F986DA25BE96}"/>
              </a:ext>
            </a:extLst>
          </p:cNvPr>
          <p:cNvSpPr/>
          <p:nvPr/>
        </p:nvSpPr>
        <p:spPr>
          <a:xfrm>
            <a:off x="9984432" y="2708920"/>
            <a:ext cx="648072" cy="432048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D6994C4-DEA8-FE4C-1A30-F9097101CB57}"/>
              </a:ext>
            </a:extLst>
          </p:cNvPr>
          <p:cNvSpPr/>
          <p:nvPr/>
        </p:nvSpPr>
        <p:spPr>
          <a:xfrm>
            <a:off x="7955308" y="2834789"/>
            <a:ext cx="648072" cy="432048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3DA8AA-6CE8-E93B-B0A0-1FE1D2F13565}"/>
              </a:ext>
            </a:extLst>
          </p:cNvPr>
          <p:cNvSpPr txBox="1"/>
          <p:nvPr/>
        </p:nvSpPr>
        <p:spPr>
          <a:xfrm>
            <a:off x="6535548" y="4365104"/>
            <a:ext cx="13402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gradFill>
                  <a:gsLst>
                    <a:gs pos="100000">
                      <a:prstClr val="white">
                        <a:lumMod val="95000"/>
                      </a:prstClr>
                    </a:gs>
                    <a:gs pos="26000">
                      <a:prstClr val="white">
                        <a:lumMod val="95000"/>
                      </a:prstClr>
                    </a:gs>
                  </a:gsLst>
                  <a:path path="circle">
                    <a:fillToRect l="100000" t="100000"/>
                  </a:path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应力监测</a:t>
            </a:r>
            <a:endParaRPr lang="zh-CN" altLang="en-US" sz="2000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8586B87-0577-1903-E821-971D5D0BBA12}"/>
              </a:ext>
            </a:extLst>
          </p:cNvPr>
          <p:cNvCxnSpPr>
            <a:cxnSpLocks/>
            <a:stCxn id="10" idx="3"/>
            <a:endCxn id="8" idx="4"/>
          </p:cNvCxnSpPr>
          <p:nvPr/>
        </p:nvCxnSpPr>
        <p:spPr>
          <a:xfrm flipV="1">
            <a:off x="7875800" y="3266837"/>
            <a:ext cx="403544" cy="1298322"/>
          </a:xfrm>
          <a:prstGeom prst="straightConnector1">
            <a:avLst/>
          </a:prstGeom>
          <a:ln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0286252-62AD-FA29-FA2D-33C4F64A5D16}"/>
              </a:ext>
            </a:extLst>
          </p:cNvPr>
          <p:cNvCxnSpPr>
            <a:cxnSpLocks/>
            <a:stCxn id="10" idx="3"/>
            <a:endCxn id="7" idx="4"/>
          </p:cNvCxnSpPr>
          <p:nvPr/>
        </p:nvCxnSpPr>
        <p:spPr>
          <a:xfrm flipV="1">
            <a:off x="7875800" y="3140968"/>
            <a:ext cx="2432668" cy="1424191"/>
          </a:xfrm>
          <a:prstGeom prst="straightConnector1">
            <a:avLst/>
          </a:prstGeom>
          <a:ln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840101"/>
      </p:ext>
    </p:extLst>
  </p:cSld>
  <p:clrMapOvr>
    <a:masterClrMapping/>
  </p:clrMapOvr>
  <p:transition spd="med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4" descr="QQ图片20161219112438.png">
            <a:extLst>
              <a:ext uri="{FF2B5EF4-FFF2-40B4-BE49-F238E27FC236}">
                <a16:creationId xmlns:a16="http://schemas.microsoft.com/office/drawing/2014/main" id="{B484290A-FADA-06A4-4D41-8CE1C4C65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664" y="1225462"/>
            <a:ext cx="5792453" cy="4340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AEF8362-28E3-4666-9F0F-8A0C12085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25438"/>
            <a:ext cx="7772400" cy="91440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p"/>
              <a:defRPr/>
            </a:pPr>
            <a:r>
              <a:rPr lang="zh-CN" altLang="zh-CN" dirty="0"/>
              <a:t>答题要求</a:t>
            </a:r>
            <a:endParaRPr lang="zh-CN" altLang="en-US" dirty="0"/>
          </a:p>
        </p:txBody>
      </p:sp>
      <p:sp>
        <p:nvSpPr>
          <p:cNvPr id="14339" name="内容占位符 2">
            <a:extLst>
              <a:ext uri="{FF2B5EF4-FFF2-40B4-BE49-F238E27FC236}">
                <a16:creationId xmlns:a16="http://schemas.microsoft.com/office/drawing/2014/main" id="{615DD3EF-A08D-4F93-AC3A-F1DAA5D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5997" y="995285"/>
            <a:ext cx="6569075" cy="5626100"/>
          </a:xfrm>
        </p:spPr>
        <p:txBody>
          <a:bodyPr/>
          <a:lstStyle/>
          <a:p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请根据以上需求，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结合课程内容，查询资料，自行</a:t>
            </a:r>
            <a:r>
              <a:rPr lang="zh-CN" altLang="zh-CN" sz="2400" i="1" u="sng" dirty="0">
                <a:solidFill>
                  <a:srgbClr val="00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设计解决方案，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该方案包括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Clr>
                <a:schemeClr val="accent1">
                  <a:lumMod val="75000"/>
                </a:schemeClr>
              </a:buClr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传感器性能指标概述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buClr>
                <a:schemeClr val="tx1"/>
              </a:buCl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静态特性指标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buClr>
                <a:schemeClr val="tx1"/>
              </a:buCl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动态特性指标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Clr>
                <a:schemeClr val="accent1">
                  <a:lumMod val="20000"/>
                  <a:lumOff val="80000"/>
                </a:schemeClr>
              </a:buClr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工程背景分析（分析输电线路应力监测必要性）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Clr>
                <a:schemeClr val="accent1">
                  <a:lumMod val="20000"/>
                  <a:lumOff val="80000"/>
                </a:schemeClr>
              </a:buClr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方案设计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buClr>
                <a:schemeClr val="tx1">
                  <a:lumMod val="95000"/>
                </a:schemeClr>
              </a:buCl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应力监测单元总体架构：总体框图与各功能模块设计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buClr>
                <a:schemeClr val="tx1">
                  <a:lumMod val="95000"/>
                </a:schemeClr>
              </a:buCl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应力检测单元</a:t>
            </a:r>
            <a:r>
              <a:rPr lang="zh-CN" altLang="en-US" sz="18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电桥测量电路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buClr>
                <a:schemeClr val="tx1">
                  <a:lumMod val="95000"/>
                </a:schemeClr>
              </a:buCl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应力检测单元</a:t>
            </a:r>
            <a:r>
              <a:rPr lang="zh-CN" altLang="en-US" sz="18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温度补偿电路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buClr>
                <a:schemeClr val="tx1">
                  <a:lumMod val="95000"/>
                </a:schemeClr>
              </a:buCl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通信方案设计（野外，无公网环境下的通信方案祖选择）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buClr>
                <a:schemeClr val="tx1">
                  <a:lumMod val="95000"/>
                </a:schemeClr>
              </a:buCl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电源设计（野外，无市电环境下的电源方案设计）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Clr>
                <a:schemeClr val="tx1">
                  <a:lumMod val="95000"/>
                </a:schemeClr>
              </a:buClr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关键技术难点分析</a:t>
            </a:r>
          </a:p>
        </p:txBody>
      </p:sp>
      <p:sp>
        <p:nvSpPr>
          <p:cNvPr id="14340" name="灯片编号占位符 4">
            <a:extLst>
              <a:ext uri="{FF2B5EF4-FFF2-40B4-BE49-F238E27FC236}">
                <a16:creationId xmlns:a16="http://schemas.microsoft.com/office/drawing/2014/main" id="{23D396EA-79A7-4975-8528-0C8128BD4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"/>
              <a:defRPr sz="3000" b="1">
                <a:solidFill>
                  <a:srgbClr val="FFFF00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"/>
              <a:defRPr sz="26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3" panose="050401020108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5DAC0F2-96AF-4F7D-BA83-5A4B49FEB181}" type="slidenum">
              <a:rPr lang="en-US" altLang="zh-CN" sz="1200" smtClean="0">
                <a:solidFill>
                  <a:schemeClr val="tx2"/>
                </a:solidFill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lang="en-US" altLang="zh-CN" sz="12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F5A78DF-496B-0CEF-1421-87E057E0D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606" y="4472566"/>
            <a:ext cx="6429638" cy="2290502"/>
          </a:xfrm>
          <a:prstGeom prst="rect">
            <a:avLst/>
          </a:prstGeom>
        </p:spPr>
      </p:pic>
    </p:spTree>
  </p:cSld>
  <p:clrMapOvr>
    <a:masterClrMapping/>
  </p:clrMapOvr>
  <p:transition spd="med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297C05-0D9C-41D1-ADCA-D4C08A15A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76263"/>
            <a:ext cx="7772400" cy="91440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报告形式</a:t>
            </a:r>
          </a:p>
        </p:txBody>
      </p:sp>
      <p:sp>
        <p:nvSpPr>
          <p:cNvPr id="15363" name="内容占位符 2">
            <a:extLst>
              <a:ext uri="{FF2B5EF4-FFF2-40B4-BE49-F238E27FC236}">
                <a16:creationId xmlns:a16="http://schemas.microsoft.com/office/drawing/2014/main" id="{BA0D3EDE-BF19-4E77-8989-D20E2B148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525" y="1509713"/>
            <a:ext cx="11898313" cy="3838575"/>
          </a:xfrm>
        </p:spPr>
        <p:txBody>
          <a:bodyPr/>
          <a:lstStyle/>
          <a:p>
            <a:pPr marL="582613" indent="-514350">
              <a:buFont typeface="Consolas" panose="020B0609020204030204" pitchFamily="49" charset="0"/>
              <a:buAutoNum type="arabicPeriod"/>
            </a:pPr>
            <a:r>
              <a:rPr lang="zh-CN" altLang="en-US" sz="2800" dirty="0"/>
              <a:t>每位同学提交个人报告一份：</a:t>
            </a:r>
            <a:r>
              <a:rPr lang="en-US" altLang="zh-CN" sz="2800" dirty="0"/>
              <a:t>word</a:t>
            </a:r>
            <a:r>
              <a:rPr lang="zh-CN" altLang="en-US" sz="2800" dirty="0"/>
              <a:t>格式或者</a:t>
            </a:r>
            <a:r>
              <a:rPr lang="en-US" altLang="zh-CN" sz="2800" dirty="0"/>
              <a:t>PDF</a:t>
            </a:r>
            <a:r>
              <a:rPr lang="zh-CN" altLang="en-US" sz="2800" dirty="0"/>
              <a:t>格式。</a:t>
            </a:r>
            <a:endParaRPr lang="en-US" altLang="zh-CN" sz="2800" dirty="0"/>
          </a:p>
          <a:p>
            <a:pPr marL="582613" indent="-514350">
              <a:buFont typeface="Consolas" panose="020B0609020204030204" pitchFamily="49" charset="0"/>
              <a:buAutoNum type="arabicPeriod"/>
            </a:pPr>
            <a:r>
              <a:rPr lang="zh-CN" altLang="en-US" sz="2800" dirty="0"/>
              <a:t>报告请于</a:t>
            </a:r>
            <a:r>
              <a:rPr lang="en-US" altLang="zh-CN" sz="2800" dirty="0"/>
              <a:t>4.16</a:t>
            </a:r>
            <a:r>
              <a:rPr lang="zh-CN" altLang="en-US" sz="2800" dirty="0"/>
              <a:t>日前发到邮箱：</a:t>
            </a:r>
            <a:r>
              <a:rPr lang="en-US" altLang="zh-CN" sz="2800" dirty="0"/>
              <a:t>191629333@qq.com</a:t>
            </a:r>
            <a:r>
              <a:rPr lang="zh-CN" altLang="en-US" sz="2800" dirty="0"/>
              <a:t>，邮件主题“</a:t>
            </a:r>
            <a:r>
              <a:rPr lang="en-US" altLang="zh-CN" sz="2800" dirty="0"/>
              <a:t>2025</a:t>
            </a:r>
            <a:r>
              <a:rPr lang="zh-CN" altLang="en-US" sz="2800" dirty="0"/>
              <a:t>复杂工程解决方案”</a:t>
            </a:r>
            <a:endParaRPr lang="en-US" altLang="zh-CN" sz="2800" dirty="0"/>
          </a:p>
          <a:p>
            <a:pPr marL="582613" indent="-514350">
              <a:buFont typeface="Consolas" panose="020B0609020204030204" pitchFamily="49" charset="0"/>
              <a:buAutoNum type="arabicPeriod"/>
            </a:pPr>
            <a:r>
              <a:rPr lang="zh-CN" altLang="en-US" sz="2800" dirty="0"/>
              <a:t>报告以附件提交，文件命名规则：</a:t>
            </a:r>
            <a:r>
              <a:rPr lang="zh-CN" altLang="en-US" sz="2400" dirty="0"/>
              <a:t>学号</a:t>
            </a:r>
            <a:r>
              <a:rPr lang="en-US" altLang="zh-CN" sz="2400" dirty="0"/>
              <a:t>-</a:t>
            </a:r>
            <a:r>
              <a:rPr lang="zh-CN" altLang="en-US" sz="2400" dirty="0"/>
              <a:t>姓名</a:t>
            </a:r>
            <a:r>
              <a:rPr lang="en-US" altLang="zh-CN" sz="2400" dirty="0"/>
              <a:t>-</a:t>
            </a:r>
            <a:r>
              <a:rPr lang="zh-CN" altLang="en-US" sz="2400" dirty="0"/>
              <a:t>复杂工程解决方案</a:t>
            </a:r>
            <a:r>
              <a:rPr lang="en-US" altLang="zh-CN" sz="2400" dirty="0"/>
              <a:t>.doc(</a:t>
            </a:r>
            <a:r>
              <a:rPr lang="zh-CN" altLang="en-US" sz="2400" dirty="0"/>
              <a:t>或</a:t>
            </a:r>
            <a:r>
              <a:rPr lang="en-US" altLang="zh-CN" sz="2400" dirty="0"/>
              <a:t>.pdf)</a:t>
            </a:r>
            <a:r>
              <a:rPr lang="zh-CN" altLang="en-US" sz="2400" dirty="0"/>
              <a:t>。 </a:t>
            </a:r>
            <a:endParaRPr lang="en-US" altLang="zh-CN" sz="2400" dirty="0"/>
          </a:p>
        </p:txBody>
      </p:sp>
      <p:sp>
        <p:nvSpPr>
          <p:cNvPr id="15364" name="日期占位符 3">
            <a:extLst>
              <a:ext uri="{FF2B5EF4-FFF2-40B4-BE49-F238E27FC236}">
                <a16:creationId xmlns:a16="http://schemas.microsoft.com/office/drawing/2014/main" id="{BDA3AADB-F305-4F57-8F55-5E13EF05A7A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"/>
              <a:defRPr sz="3000" b="1">
                <a:solidFill>
                  <a:srgbClr val="FFFF00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"/>
              <a:defRPr sz="26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3" panose="050401020108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5378421-CEE6-4C73-8C6A-3C1B09B3F217}" type="datetime1">
              <a:rPr lang="zh-CN" altLang="en-US" sz="1100" smtClean="0">
                <a:solidFill>
                  <a:schemeClr val="tx2"/>
                </a:solidFill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2025/4/3</a:t>
            </a:fld>
            <a:endParaRPr lang="en-US" altLang="zh-CN" sz="11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5" name="灯片编号占位符 4">
            <a:extLst>
              <a:ext uri="{FF2B5EF4-FFF2-40B4-BE49-F238E27FC236}">
                <a16:creationId xmlns:a16="http://schemas.microsoft.com/office/drawing/2014/main" id="{265CAAEF-FC06-41E3-A6B2-340BEAF8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"/>
              <a:defRPr sz="3000" b="1">
                <a:solidFill>
                  <a:srgbClr val="FFFF00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"/>
              <a:defRPr sz="26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3" panose="05040102010807070707" pitchFamily="18" charset="2"/>
              <a:buChar char=""/>
              <a:defRPr sz="22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rgbClr val="FEB80A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Corbel" panose="020B0503020204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11B391C-B161-4628-9074-CE4CD88FB77F}" type="slidenum">
              <a:rPr lang="en-US" altLang="zh-CN" sz="1200" smtClean="0">
                <a:solidFill>
                  <a:schemeClr val="tx2"/>
                </a:solidFill>
                <a:latin typeface="Times New Roman" panose="02020603050405020304" pitchFamily="18" charset="0"/>
              </a:rPr>
              <a:pPr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lang="en-US" altLang="zh-CN" sz="120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spli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6128FD0-880C-4362-BB20-424F24A4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86" y="2868785"/>
            <a:ext cx="2272996" cy="342800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60470FF-DEE6-4127-83FB-C47994F9B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087" y="2879389"/>
            <a:ext cx="2206361" cy="338358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5CB9BAC-007C-4937-99D5-8239EA37E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153" y="2921603"/>
            <a:ext cx="2295208" cy="338358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53DB99D-52AF-4324-B0F6-89305DCBA4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9924" y="2879389"/>
            <a:ext cx="2295208" cy="338358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A291151-E84C-4868-B148-1AEA4B03DE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1385" y="2868786"/>
            <a:ext cx="2247499" cy="3428004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DEEBA89-CEE5-43DC-8261-99B8149EAED6}"/>
              </a:ext>
            </a:extLst>
          </p:cNvPr>
          <p:cNvSpPr txBox="1"/>
          <p:nvPr/>
        </p:nvSpPr>
        <p:spPr>
          <a:xfrm>
            <a:off x="10122474" y="6296789"/>
            <a:ext cx="1656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2000" dirty="0"/>
              <a:t>No.05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D6807D2-F352-4A8D-986E-BC18076A4F5F}"/>
              </a:ext>
            </a:extLst>
          </p:cNvPr>
          <p:cNvSpPr txBox="1"/>
          <p:nvPr/>
        </p:nvSpPr>
        <p:spPr>
          <a:xfrm>
            <a:off x="882971" y="6307602"/>
            <a:ext cx="1656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2000" dirty="0"/>
              <a:t>No.01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40F11CB-0529-4D7F-8DF8-822EBF97B089}"/>
              </a:ext>
            </a:extLst>
          </p:cNvPr>
          <p:cNvSpPr txBox="1"/>
          <p:nvPr/>
        </p:nvSpPr>
        <p:spPr>
          <a:xfrm>
            <a:off x="7687228" y="6307602"/>
            <a:ext cx="1656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2000" dirty="0"/>
              <a:t>No.04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6EBB3FB-9E70-4E43-847E-289F31A7B0E3}"/>
              </a:ext>
            </a:extLst>
          </p:cNvPr>
          <p:cNvSpPr txBox="1"/>
          <p:nvPr/>
        </p:nvSpPr>
        <p:spPr>
          <a:xfrm>
            <a:off x="5645243" y="6344435"/>
            <a:ext cx="1656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2000" dirty="0"/>
              <a:t>No.03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231B652-2AA8-4202-937D-3B1C987BCCD6}"/>
              </a:ext>
            </a:extLst>
          </p:cNvPr>
          <p:cNvSpPr txBox="1"/>
          <p:nvPr/>
        </p:nvSpPr>
        <p:spPr>
          <a:xfrm>
            <a:off x="3191472" y="6344435"/>
            <a:ext cx="16561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2000" dirty="0"/>
              <a:t>No.02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2677325-63A0-4714-B5DD-60B73DCC4E67}"/>
              </a:ext>
            </a:extLst>
          </p:cNvPr>
          <p:cNvSpPr txBox="1"/>
          <p:nvPr/>
        </p:nvSpPr>
        <p:spPr>
          <a:xfrm>
            <a:off x="10778" y="2171045"/>
            <a:ext cx="24482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dirty="0"/>
              <a:t>分组情况</a:t>
            </a:r>
            <a:endParaRPr lang="en-US" altLang="zh-CN" dirty="0"/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0F27FC66-A934-4521-B0D1-69053CD06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576263"/>
            <a:ext cx="7772400" cy="91440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p"/>
              <a:defRPr/>
            </a:pPr>
            <a:r>
              <a:rPr lang="zh-CN" altLang="en-US" dirty="0"/>
              <a:t>演讲环节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8A53746-BB06-4DD3-A982-CC5838F69E28}"/>
              </a:ext>
            </a:extLst>
          </p:cNvPr>
          <p:cNvSpPr txBox="1"/>
          <p:nvPr/>
        </p:nvSpPr>
        <p:spPr>
          <a:xfrm>
            <a:off x="3136547" y="970716"/>
            <a:ext cx="79869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400" dirty="0"/>
              <a:t>每组提交一份代表本小组最高水平的</a:t>
            </a:r>
            <a:r>
              <a:rPr lang="en-US" altLang="zh-CN" sz="2400" dirty="0"/>
              <a:t>PPT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400" dirty="0"/>
              <a:t>每组选派一名资深演讲人员参与课堂分享</a:t>
            </a:r>
            <a:endParaRPr lang="en-US" altLang="zh-CN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zh-CN" altLang="en-US" sz="2400" dirty="0"/>
              <a:t>报告请于</a:t>
            </a:r>
            <a:r>
              <a:rPr lang="en-US" altLang="zh-CN" sz="2400" dirty="0"/>
              <a:t>4.15</a:t>
            </a:r>
            <a:r>
              <a:rPr lang="zh-CN" altLang="en-US" sz="2400" dirty="0"/>
              <a:t>日前发到邮箱：</a:t>
            </a:r>
            <a:r>
              <a:rPr lang="en-US" altLang="zh-CN" sz="2400" dirty="0"/>
              <a:t>191629333@qq.com</a:t>
            </a:r>
          </a:p>
        </p:txBody>
      </p:sp>
    </p:spTree>
    <p:extLst>
      <p:ext uri="{BB962C8B-B14F-4D97-AF65-F5344CB8AC3E}">
        <p14:creationId xmlns:p14="http://schemas.microsoft.com/office/powerpoint/2010/main" val="2618861884"/>
      </p:ext>
    </p:extLst>
  </p:cSld>
  <p:clrMapOvr>
    <a:masterClrMapping/>
  </p:clrMapOvr>
  <p:transition spd="med">
    <p:spli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3" descr="http://www.uestc.edu.cn/public/2014/04/048.jpg">
            <a:extLst>
              <a:ext uri="{FF2B5EF4-FFF2-40B4-BE49-F238E27FC236}">
                <a16:creationId xmlns:a16="http://schemas.microsoft.com/office/drawing/2014/main" id="{B79BBE8E-725D-4456-BC96-D705677E0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9EAF0D44-D7B5-497C-AEF6-587A7C2C1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8825" y="2355850"/>
            <a:ext cx="8243888" cy="1433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buFont typeface="Arial" charset="0"/>
              <a:buNone/>
              <a:defRPr/>
            </a:pPr>
            <a:r>
              <a:rPr lang="en-US" altLang="zh-CN" sz="880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Thanks !</a:t>
            </a:r>
          </a:p>
        </p:txBody>
      </p:sp>
    </p:spTree>
  </p:cSld>
  <p:clrMapOvr>
    <a:masterClrMapping/>
  </p:clrMapOvr>
  <p:transition spd="slow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穿越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穿越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穿越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9631</TotalTime>
  <Words>301</Words>
  <Application>Microsoft Office PowerPoint</Application>
  <PresentationFormat>宽屏</PresentationFormat>
  <Paragraphs>47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华文琥珀</vt:lpstr>
      <vt:lpstr>微软雅黑</vt:lpstr>
      <vt:lpstr>Arial</vt:lpstr>
      <vt:lpstr>Consolas</vt:lpstr>
      <vt:lpstr>Corbel</vt:lpstr>
      <vt:lpstr>Times New Roman</vt:lpstr>
      <vt:lpstr>Wingdings</vt:lpstr>
      <vt:lpstr>Wingdings 2</vt:lpstr>
      <vt:lpstr>Wingdings 3</vt:lpstr>
      <vt:lpstr>穿越</vt:lpstr>
      <vt:lpstr>PowerPoint 演示文稿</vt:lpstr>
      <vt:lpstr>复杂工程问题背景</vt:lpstr>
      <vt:lpstr>题目</vt:lpstr>
      <vt:lpstr>答题要求</vt:lpstr>
      <vt:lpstr>报告形式</vt:lpstr>
      <vt:lpstr>演讲环节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uestcyan</dc:creator>
  <cp:lastModifiedBy>Bin Yan</cp:lastModifiedBy>
  <cp:revision>793</cp:revision>
  <cp:lastPrinted>1601-01-01T00:00:00Z</cp:lastPrinted>
  <dcterms:created xsi:type="dcterms:W3CDTF">1601-01-01T00:00:00Z</dcterms:created>
  <dcterms:modified xsi:type="dcterms:W3CDTF">2025-04-03T01:46:05Z</dcterms:modified>
</cp:coreProperties>
</file>
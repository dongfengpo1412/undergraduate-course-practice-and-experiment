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heme/theme3.xml" ContentType="application/vnd.openxmlformats-officedocument.theme+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23"/>
  </p:notesMasterIdLst>
  <p:sldIdLst>
    <p:sldId id="256" r:id="rId3"/>
    <p:sldId id="258" r:id="rId4"/>
    <p:sldId id="259" r:id="rId5"/>
    <p:sldId id="260" r:id="rId6"/>
    <p:sldId id="261" r:id="rId7"/>
    <p:sldId id="263" r:id="rId8"/>
    <p:sldId id="266" r:id="rId9"/>
    <p:sldId id="267" r:id="rId10"/>
    <p:sldId id="268" r:id="rId11"/>
    <p:sldId id="270" r:id="rId12"/>
    <p:sldId id="271" r:id="rId13"/>
    <p:sldId id="283" r:id="rId14"/>
    <p:sldId id="284" r:id="rId15"/>
    <p:sldId id="285" r:id="rId16"/>
    <p:sldId id="286" r:id="rId17"/>
    <p:sldId id="287" r:id="rId18"/>
    <p:sldId id="288" r:id="rId19"/>
    <p:sldId id="289" r:id="rId20"/>
    <p:sldId id="291" r:id="rId21"/>
    <p:sldId id="281"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2" d="100"/>
          <a:sy n="62" d="100"/>
        </p:scale>
        <p:origin x="72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2025/4/17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3" Type="http://schemas.openxmlformats.org/officeDocument/2006/relationships/tags" Target="../tags/tag45.xml"/><Relationship Id="rId18" Type="http://schemas.openxmlformats.org/officeDocument/2006/relationships/tags" Target="../tags/tag50.xml"/><Relationship Id="rId26" Type="http://schemas.openxmlformats.org/officeDocument/2006/relationships/tags" Target="../tags/tag58.xml"/><Relationship Id="rId3" Type="http://schemas.openxmlformats.org/officeDocument/2006/relationships/tags" Target="../tags/tag35.xml"/><Relationship Id="rId21" Type="http://schemas.openxmlformats.org/officeDocument/2006/relationships/tags" Target="../tags/tag53.xml"/><Relationship Id="rId34" Type="http://schemas.openxmlformats.org/officeDocument/2006/relationships/slideMaster" Target="../slideMasters/slideMaster2.xml"/><Relationship Id="rId7" Type="http://schemas.openxmlformats.org/officeDocument/2006/relationships/tags" Target="../tags/tag39.xml"/><Relationship Id="rId12" Type="http://schemas.openxmlformats.org/officeDocument/2006/relationships/tags" Target="../tags/tag44.xml"/><Relationship Id="rId17" Type="http://schemas.openxmlformats.org/officeDocument/2006/relationships/tags" Target="../tags/tag49.xml"/><Relationship Id="rId25" Type="http://schemas.openxmlformats.org/officeDocument/2006/relationships/tags" Target="../tags/tag57.xml"/><Relationship Id="rId33" Type="http://schemas.openxmlformats.org/officeDocument/2006/relationships/tags" Target="../tags/tag65.xml"/><Relationship Id="rId2" Type="http://schemas.openxmlformats.org/officeDocument/2006/relationships/tags" Target="../tags/tag34.xml"/><Relationship Id="rId16" Type="http://schemas.openxmlformats.org/officeDocument/2006/relationships/tags" Target="../tags/tag48.xml"/><Relationship Id="rId20" Type="http://schemas.openxmlformats.org/officeDocument/2006/relationships/tags" Target="../tags/tag52.xml"/><Relationship Id="rId29" Type="http://schemas.openxmlformats.org/officeDocument/2006/relationships/tags" Target="../tags/tag61.xml"/><Relationship Id="rId1" Type="http://schemas.openxmlformats.org/officeDocument/2006/relationships/tags" Target="../tags/tag33.xml"/><Relationship Id="rId6" Type="http://schemas.openxmlformats.org/officeDocument/2006/relationships/tags" Target="../tags/tag38.xml"/><Relationship Id="rId11" Type="http://schemas.openxmlformats.org/officeDocument/2006/relationships/tags" Target="../tags/tag43.xml"/><Relationship Id="rId24" Type="http://schemas.openxmlformats.org/officeDocument/2006/relationships/tags" Target="../tags/tag56.xml"/><Relationship Id="rId32" Type="http://schemas.openxmlformats.org/officeDocument/2006/relationships/tags" Target="../tags/tag64.xml"/><Relationship Id="rId5" Type="http://schemas.openxmlformats.org/officeDocument/2006/relationships/tags" Target="../tags/tag37.xml"/><Relationship Id="rId15" Type="http://schemas.openxmlformats.org/officeDocument/2006/relationships/tags" Target="../tags/tag47.xml"/><Relationship Id="rId23" Type="http://schemas.openxmlformats.org/officeDocument/2006/relationships/tags" Target="../tags/tag55.xml"/><Relationship Id="rId28" Type="http://schemas.openxmlformats.org/officeDocument/2006/relationships/tags" Target="../tags/tag60.xml"/><Relationship Id="rId36" Type="http://schemas.openxmlformats.org/officeDocument/2006/relationships/image" Target="../media/image2.png"/><Relationship Id="rId10" Type="http://schemas.openxmlformats.org/officeDocument/2006/relationships/tags" Target="../tags/tag42.xml"/><Relationship Id="rId19" Type="http://schemas.openxmlformats.org/officeDocument/2006/relationships/tags" Target="../tags/tag51.xml"/><Relationship Id="rId31" Type="http://schemas.openxmlformats.org/officeDocument/2006/relationships/tags" Target="../tags/tag63.xml"/><Relationship Id="rId4" Type="http://schemas.openxmlformats.org/officeDocument/2006/relationships/tags" Target="../tags/tag36.xml"/><Relationship Id="rId9" Type="http://schemas.openxmlformats.org/officeDocument/2006/relationships/tags" Target="../tags/tag41.xml"/><Relationship Id="rId14" Type="http://schemas.openxmlformats.org/officeDocument/2006/relationships/tags" Target="../tags/tag46.xml"/><Relationship Id="rId22" Type="http://schemas.openxmlformats.org/officeDocument/2006/relationships/tags" Target="../tags/tag54.xml"/><Relationship Id="rId27" Type="http://schemas.openxmlformats.org/officeDocument/2006/relationships/tags" Target="../tags/tag59.xml"/><Relationship Id="rId30" Type="http://schemas.openxmlformats.org/officeDocument/2006/relationships/tags" Target="../tags/tag62.xml"/><Relationship Id="rId35" Type="http://schemas.openxmlformats.org/officeDocument/2006/relationships/image" Target="../media/image1.jpeg"/><Relationship Id="rId8" Type="http://schemas.openxmlformats.org/officeDocument/2006/relationships/tags" Target="../tags/tag40.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slideMaster" Target="../slideMasters/slideMaster2.xml"/><Relationship Id="rId5" Type="http://schemas.openxmlformats.org/officeDocument/2006/relationships/tags" Target="../tags/tag70.xml"/><Relationship Id="rId4" Type="http://schemas.openxmlformats.org/officeDocument/2006/relationships/tags" Target="../tags/tag69.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78.xml"/><Relationship Id="rId13" Type="http://schemas.openxmlformats.org/officeDocument/2006/relationships/tags" Target="../tags/tag83.xml"/><Relationship Id="rId18" Type="http://schemas.openxmlformats.org/officeDocument/2006/relationships/tags" Target="../tags/tag88.xml"/><Relationship Id="rId26" Type="http://schemas.openxmlformats.org/officeDocument/2006/relationships/tags" Target="../tags/tag96.xml"/><Relationship Id="rId3" Type="http://schemas.openxmlformats.org/officeDocument/2006/relationships/tags" Target="../tags/tag73.xml"/><Relationship Id="rId21" Type="http://schemas.openxmlformats.org/officeDocument/2006/relationships/tags" Target="../tags/tag91.xml"/><Relationship Id="rId7" Type="http://schemas.openxmlformats.org/officeDocument/2006/relationships/tags" Target="../tags/tag77.xml"/><Relationship Id="rId12" Type="http://schemas.openxmlformats.org/officeDocument/2006/relationships/tags" Target="../tags/tag82.xml"/><Relationship Id="rId17" Type="http://schemas.openxmlformats.org/officeDocument/2006/relationships/tags" Target="../tags/tag87.xml"/><Relationship Id="rId25" Type="http://schemas.openxmlformats.org/officeDocument/2006/relationships/tags" Target="../tags/tag95.xml"/><Relationship Id="rId2" Type="http://schemas.openxmlformats.org/officeDocument/2006/relationships/tags" Target="../tags/tag72.xml"/><Relationship Id="rId16" Type="http://schemas.openxmlformats.org/officeDocument/2006/relationships/tags" Target="../tags/tag86.xml"/><Relationship Id="rId20" Type="http://schemas.openxmlformats.org/officeDocument/2006/relationships/tags" Target="../tags/tag90.xml"/><Relationship Id="rId29" Type="http://schemas.openxmlformats.org/officeDocument/2006/relationships/tags" Target="../tags/tag99.xml"/><Relationship Id="rId1" Type="http://schemas.openxmlformats.org/officeDocument/2006/relationships/tags" Target="../tags/tag71.xml"/><Relationship Id="rId6" Type="http://schemas.openxmlformats.org/officeDocument/2006/relationships/tags" Target="../tags/tag76.xml"/><Relationship Id="rId11" Type="http://schemas.openxmlformats.org/officeDocument/2006/relationships/tags" Target="../tags/tag81.xml"/><Relationship Id="rId24" Type="http://schemas.openxmlformats.org/officeDocument/2006/relationships/tags" Target="../tags/tag94.xml"/><Relationship Id="rId32" Type="http://schemas.openxmlformats.org/officeDocument/2006/relationships/slideMaster" Target="../slideMasters/slideMaster2.xml"/><Relationship Id="rId5" Type="http://schemas.openxmlformats.org/officeDocument/2006/relationships/tags" Target="../tags/tag75.xml"/><Relationship Id="rId15" Type="http://schemas.openxmlformats.org/officeDocument/2006/relationships/tags" Target="../tags/tag85.xml"/><Relationship Id="rId23" Type="http://schemas.openxmlformats.org/officeDocument/2006/relationships/tags" Target="../tags/tag93.xml"/><Relationship Id="rId28" Type="http://schemas.openxmlformats.org/officeDocument/2006/relationships/tags" Target="../tags/tag98.xml"/><Relationship Id="rId10" Type="http://schemas.openxmlformats.org/officeDocument/2006/relationships/tags" Target="../tags/tag80.xml"/><Relationship Id="rId19" Type="http://schemas.openxmlformats.org/officeDocument/2006/relationships/tags" Target="../tags/tag89.xml"/><Relationship Id="rId31" Type="http://schemas.openxmlformats.org/officeDocument/2006/relationships/tags" Target="../tags/tag101.xml"/><Relationship Id="rId4" Type="http://schemas.openxmlformats.org/officeDocument/2006/relationships/tags" Target="../tags/tag74.xml"/><Relationship Id="rId9" Type="http://schemas.openxmlformats.org/officeDocument/2006/relationships/tags" Target="../tags/tag79.xml"/><Relationship Id="rId14" Type="http://schemas.openxmlformats.org/officeDocument/2006/relationships/tags" Target="../tags/tag84.xml"/><Relationship Id="rId22" Type="http://schemas.openxmlformats.org/officeDocument/2006/relationships/tags" Target="../tags/tag92.xml"/><Relationship Id="rId27" Type="http://schemas.openxmlformats.org/officeDocument/2006/relationships/tags" Target="../tags/tag97.xml"/><Relationship Id="rId30" Type="http://schemas.openxmlformats.org/officeDocument/2006/relationships/tags" Target="../tags/tag100.xml"/></Relationships>
</file>

<file path=ppt/slideLayouts/_rels/slideLayout15.xml.rels><?xml version="1.0" encoding="UTF-8" standalone="yes"?>
<Relationships xmlns="http://schemas.openxmlformats.org/package/2006/relationships"><Relationship Id="rId13" Type="http://schemas.openxmlformats.org/officeDocument/2006/relationships/tags" Target="../tags/tag114.xml"/><Relationship Id="rId18" Type="http://schemas.openxmlformats.org/officeDocument/2006/relationships/tags" Target="../tags/tag119.xml"/><Relationship Id="rId26" Type="http://schemas.openxmlformats.org/officeDocument/2006/relationships/tags" Target="../tags/tag127.xml"/><Relationship Id="rId3" Type="http://schemas.openxmlformats.org/officeDocument/2006/relationships/tags" Target="../tags/tag104.xml"/><Relationship Id="rId21" Type="http://schemas.openxmlformats.org/officeDocument/2006/relationships/tags" Target="../tags/tag122.xml"/><Relationship Id="rId34" Type="http://schemas.openxmlformats.org/officeDocument/2006/relationships/slideMaster" Target="../slideMasters/slideMaster2.xml"/><Relationship Id="rId7" Type="http://schemas.openxmlformats.org/officeDocument/2006/relationships/tags" Target="../tags/tag108.xml"/><Relationship Id="rId12" Type="http://schemas.openxmlformats.org/officeDocument/2006/relationships/tags" Target="../tags/tag113.xml"/><Relationship Id="rId17" Type="http://schemas.openxmlformats.org/officeDocument/2006/relationships/tags" Target="../tags/tag118.xml"/><Relationship Id="rId25" Type="http://schemas.openxmlformats.org/officeDocument/2006/relationships/tags" Target="../tags/tag126.xml"/><Relationship Id="rId33" Type="http://schemas.openxmlformats.org/officeDocument/2006/relationships/tags" Target="../tags/tag134.xml"/><Relationship Id="rId2" Type="http://schemas.openxmlformats.org/officeDocument/2006/relationships/tags" Target="../tags/tag103.xml"/><Relationship Id="rId16" Type="http://schemas.openxmlformats.org/officeDocument/2006/relationships/tags" Target="../tags/tag117.xml"/><Relationship Id="rId20" Type="http://schemas.openxmlformats.org/officeDocument/2006/relationships/tags" Target="../tags/tag121.xml"/><Relationship Id="rId29" Type="http://schemas.openxmlformats.org/officeDocument/2006/relationships/tags" Target="../tags/tag130.xml"/><Relationship Id="rId1" Type="http://schemas.openxmlformats.org/officeDocument/2006/relationships/tags" Target="../tags/tag102.xml"/><Relationship Id="rId6" Type="http://schemas.openxmlformats.org/officeDocument/2006/relationships/tags" Target="../tags/tag107.xml"/><Relationship Id="rId11" Type="http://schemas.openxmlformats.org/officeDocument/2006/relationships/tags" Target="../tags/tag112.xml"/><Relationship Id="rId24" Type="http://schemas.openxmlformats.org/officeDocument/2006/relationships/tags" Target="../tags/tag125.xml"/><Relationship Id="rId32" Type="http://schemas.openxmlformats.org/officeDocument/2006/relationships/tags" Target="../tags/tag133.xml"/><Relationship Id="rId5" Type="http://schemas.openxmlformats.org/officeDocument/2006/relationships/tags" Target="../tags/tag106.xml"/><Relationship Id="rId15" Type="http://schemas.openxmlformats.org/officeDocument/2006/relationships/tags" Target="../tags/tag116.xml"/><Relationship Id="rId23" Type="http://schemas.openxmlformats.org/officeDocument/2006/relationships/tags" Target="../tags/tag124.xml"/><Relationship Id="rId28" Type="http://schemas.openxmlformats.org/officeDocument/2006/relationships/tags" Target="../tags/tag129.xml"/><Relationship Id="rId10" Type="http://schemas.openxmlformats.org/officeDocument/2006/relationships/tags" Target="../tags/tag111.xml"/><Relationship Id="rId19" Type="http://schemas.openxmlformats.org/officeDocument/2006/relationships/tags" Target="../tags/tag120.xml"/><Relationship Id="rId31" Type="http://schemas.openxmlformats.org/officeDocument/2006/relationships/tags" Target="../tags/tag132.xml"/><Relationship Id="rId4" Type="http://schemas.openxmlformats.org/officeDocument/2006/relationships/tags" Target="../tags/tag105.xml"/><Relationship Id="rId9" Type="http://schemas.openxmlformats.org/officeDocument/2006/relationships/tags" Target="../tags/tag110.xml"/><Relationship Id="rId14" Type="http://schemas.openxmlformats.org/officeDocument/2006/relationships/tags" Target="../tags/tag115.xml"/><Relationship Id="rId22" Type="http://schemas.openxmlformats.org/officeDocument/2006/relationships/tags" Target="../tags/tag123.xml"/><Relationship Id="rId27" Type="http://schemas.openxmlformats.org/officeDocument/2006/relationships/tags" Target="../tags/tag128.xml"/><Relationship Id="rId30" Type="http://schemas.openxmlformats.org/officeDocument/2006/relationships/tags" Target="../tags/tag131.xml"/><Relationship Id="rId8" Type="http://schemas.openxmlformats.org/officeDocument/2006/relationships/tags" Target="../tags/tag109.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137.xml"/><Relationship Id="rId7" Type="http://schemas.openxmlformats.org/officeDocument/2006/relationships/slideMaster" Target="../slideMasters/slideMaster2.xml"/><Relationship Id="rId2" Type="http://schemas.openxmlformats.org/officeDocument/2006/relationships/tags" Target="../tags/tag136.xml"/><Relationship Id="rId1" Type="http://schemas.openxmlformats.org/officeDocument/2006/relationships/tags" Target="../tags/tag135.xml"/><Relationship Id="rId6" Type="http://schemas.openxmlformats.org/officeDocument/2006/relationships/tags" Target="../tags/tag140.xml"/><Relationship Id="rId5" Type="http://schemas.openxmlformats.org/officeDocument/2006/relationships/tags" Target="../tags/tag139.xml"/><Relationship Id="rId4" Type="http://schemas.openxmlformats.org/officeDocument/2006/relationships/tags" Target="../tags/tag138.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48.xml"/><Relationship Id="rId3" Type="http://schemas.openxmlformats.org/officeDocument/2006/relationships/tags" Target="../tags/tag143.xml"/><Relationship Id="rId7" Type="http://schemas.openxmlformats.org/officeDocument/2006/relationships/tags" Target="../tags/tag147.xml"/><Relationship Id="rId2" Type="http://schemas.openxmlformats.org/officeDocument/2006/relationships/tags" Target="../tags/tag142.xml"/><Relationship Id="rId1" Type="http://schemas.openxmlformats.org/officeDocument/2006/relationships/tags" Target="../tags/tag141.xml"/><Relationship Id="rId6" Type="http://schemas.openxmlformats.org/officeDocument/2006/relationships/tags" Target="../tags/tag146.xml"/><Relationship Id="rId5" Type="http://schemas.openxmlformats.org/officeDocument/2006/relationships/tags" Target="../tags/tag145.xml"/><Relationship Id="rId4" Type="http://schemas.openxmlformats.org/officeDocument/2006/relationships/tags" Target="../tags/tag144.xml"/><Relationship Id="rId9"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151.xml"/><Relationship Id="rId2" Type="http://schemas.openxmlformats.org/officeDocument/2006/relationships/tags" Target="../tags/tag150.xml"/><Relationship Id="rId1" Type="http://schemas.openxmlformats.org/officeDocument/2006/relationships/tags" Target="../tags/tag149.xml"/><Relationship Id="rId5" Type="http://schemas.openxmlformats.org/officeDocument/2006/relationships/slideMaster" Target="../slideMasters/slideMaster2.xml"/><Relationship Id="rId4" Type="http://schemas.openxmlformats.org/officeDocument/2006/relationships/tags" Target="../tags/tag152.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155.xml"/><Relationship Id="rId2" Type="http://schemas.openxmlformats.org/officeDocument/2006/relationships/tags" Target="../tags/tag154.xml"/><Relationship Id="rId1" Type="http://schemas.openxmlformats.org/officeDocument/2006/relationships/tags" Target="../tags/tag153.xml"/><Relationship Id="rId4"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 Id="rId5" Type="http://schemas.openxmlformats.org/officeDocument/2006/relationships/slideMaster" Target="../slideMasters/slideMaster2.xml"/><Relationship Id="rId4" Type="http://schemas.openxmlformats.org/officeDocument/2006/relationships/tags" Target="../tags/tag159.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162.xml"/><Relationship Id="rId2" Type="http://schemas.openxmlformats.org/officeDocument/2006/relationships/tags" Target="../tags/tag161.xml"/><Relationship Id="rId1" Type="http://schemas.openxmlformats.org/officeDocument/2006/relationships/tags" Target="../tags/tag160.xml"/><Relationship Id="rId6" Type="http://schemas.openxmlformats.org/officeDocument/2006/relationships/slideMaster" Target="../slideMasters/slideMaster2.xml"/><Relationship Id="rId5" Type="http://schemas.openxmlformats.org/officeDocument/2006/relationships/tags" Target="../tags/tag164.xml"/><Relationship Id="rId4" Type="http://schemas.openxmlformats.org/officeDocument/2006/relationships/tags" Target="../tags/tag163.xml"/></Relationships>
</file>

<file path=ppt/slideLayouts/_rels/slideLayout22.xml.rels><?xml version="1.0" encoding="UTF-8" standalone="yes"?>
<Relationships xmlns="http://schemas.openxmlformats.org/package/2006/relationships"><Relationship Id="rId13" Type="http://schemas.openxmlformats.org/officeDocument/2006/relationships/tags" Target="../tags/tag177.xml"/><Relationship Id="rId18" Type="http://schemas.openxmlformats.org/officeDocument/2006/relationships/tags" Target="../tags/tag182.xml"/><Relationship Id="rId26" Type="http://schemas.openxmlformats.org/officeDocument/2006/relationships/tags" Target="../tags/tag190.xml"/><Relationship Id="rId3" Type="http://schemas.openxmlformats.org/officeDocument/2006/relationships/tags" Target="../tags/tag167.xml"/><Relationship Id="rId21" Type="http://schemas.openxmlformats.org/officeDocument/2006/relationships/tags" Target="../tags/tag185.xml"/><Relationship Id="rId34" Type="http://schemas.openxmlformats.org/officeDocument/2006/relationships/image" Target="../media/image1.jpeg"/><Relationship Id="rId7" Type="http://schemas.openxmlformats.org/officeDocument/2006/relationships/tags" Target="../tags/tag171.xml"/><Relationship Id="rId12" Type="http://schemas.openxmlformats.org/officeDocument/2006/relationships/tags" Target="../tags/tag176.xml"/><Relationship Id="rId17" Type="http://schemas.openxmlformats.org/officeDocument/2006/relationships/tags" Target="../tags/tag181.xml"/><Relationship Id="rId25" Type="http://schemas.openxmlformats.org/officeDocument/2006/relationships/tags" Target="../tags/tag189.xml"/><Relationship Id="rId33" Type="http://schemas.openxmlformats.org/officeDocument/2006/relationships/slideMaster" Target="../slideMasters/slideMaster2.xml"/><Relationship Id="rId2" Type="http://schemas.openxmlformats.org/officeDocument/2006/relationships/tags" Target="../tags/tag166.xml"/><Relationship Id="rId16" Type="http://schemas.openxmlformats.org/officeDocument/2006/relationships/tags" Target="../tags/tag180.xml"/><Relationship Id="rId20" Type="http://schemas.openxmlformats.org/officeDocument/2006/relationships/tags" Target="../tags/tag184.xml"/><Relationship Id="rId29" Type="http://schemas.openxmlformats.org/officeDocument/2006/relationships/tags" Target="../tags/tag193.xml"/><Relationship Id="rId1" Type="http://schemas.openxmlformats.org/officeDocument/2006/relationships/tags" Target="../tags/tag165.xml"/><Relationship Id="rId6" Type="http://schemas.openxmlformats.org/officeDocument/2006/relationships/tags" Target="../tags/tag170.xml"/><Relationship Id="rId11" Type="http://schemas.openxmlformats.org/officeDocument/2006/relationships/tags" Target="../tags/tag175.xml"/><Relationship Id="rId24" Type="http://schemas.openxmlformats.org/officeDocument/2006/relationships/tags" Target="../tags/tag188.xml"/><Relationship Id="rId32" Type="http://schemas.openxmlformats.org/officeDocument/2006/relationships/tags" Target="../tags/tag196.xml"/><Relationship Id="rId5" Type="http://schemas.openxmlformats.org/officeDocument/2006/relationships/tags" Target="../tags/tag169.xml"/><Relationship Id="rId15" Type="http://schemas.openxmlformats.org/officeDocument/2006/relationships/tags" Target="../tags/tag179.xml"/><Relationship Id="rId23" Type="http://schemas.openxmlformats.org/officeDocument/2006/relationships/tags" Target="../tags/tag187.xml"/><Relationship Id="rId28" Type="http://schemas.openxmlformats.org/officeDocument/2006/relationships/tags" Target="../tags/tag192.xml"/><Relationship Id="rId10" Type="http://schemas.openxmlformats.org/officeDocument/2006/relationships/tags" Target="../tags/tag174.xml"/><Relationship Id="rId19" Type="http://schemas.openxmlformats.org/officeDocument/2006/relationships/tags" Target="../tags/tag183.xml"/><Relationship Id="rId31" Type="http://schemas.openxmlformats.org/officeDocument/2006/relationships/tags" Target="../tags/tag195.xml"/><Relationship Id="rId4" Type="http://schemas.openxmlformats.org/officeDocument/2006/relationships/tags" Target="../tags/tag168.xml"/><Relationship Id="rId9" Type="http://schemas.openxmlformats.org/officeDocument/2006/relationships/tags" Target="../tags/tag173.xml"/><Relationship Id="rId14" Type="http://schemas.openxmlformats.org/officeDocument/2006/relationships/tags" Target="../tags/tag178.xml"/><Relationship Id="rId22" Type="http://schemas.openxmlformats.org/officeDocument/2006/relationships/tags" Target="../tags/tag186.xml"/><Relationship Id="rId27" Type="http://schemas.openxmlformats.org/officeDocument/2006/relationships/tags" Target="../tags/tag191.xml"/><Relationship Id="rId30" Type="http://schemas.openxmlformats.org/officeDocument/2006/relationships/tags" Target="../tags/tag194.xml"/><Relationship Id="rId35" Type="http://schemas.openxmlformats.org/officeDocument/2006/relationships/image" Target="../media/image2.png"/><Relationship Id="rId8" Type="http://schemas.openxmlformats.org/officeDocument/2006/relationships/tags" Target="../tags/tag17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2025/4/17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2025/4/17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2025/4/17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2025/4/17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2025/4/17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2025/4/17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2025/4/17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2025/4/17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2025/4/17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2025/4/17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2025/4/17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13" name="图片 12" descr="草地上的建筑&#10;&#10;描述已自动生成"/>
          <p:cNvPicPr>
            <a:picLocks noChangeAspect="1"/>
          </p:cNvPicPr>
          <p:nvPr>
            <p:custDataLst>
              <p:tags r:id="rId1"/>
            </p:custDataLst>
          </p:nvPr>
        </p:nvPicPr>
        <p:blipFill>
          <a:blip r:embed="rId35">
            <a:alphaModFix amt="7000"/>
            <a:duotone>
              <a:schemeClr val="accent4">
                <a:shade val="45000"/>
                <a:satMod val="135000"/>
              </a:schemeClr>
              <a:prstClr val="white"/>
            </a:duotone>
          </a:blip>
          <a:stretch>
            <a:fillRect/>
          </a:stretch>
        </p:blipFill>
        <p:spPr>
          <a:xfrm>
            <a:off x="18998" y="-1"/>
            <a:ext cx="12173002" cy="6858000"/>
          </a:xfrm>
          <a:prstGeom prst="rect">
            <a:avLst/>
          </a:prstGeom>
        </p:spPr>
      </p:pic>
      <p:sp>
        <p:nvSpPr>
          <p:cNvPr id="11" name="ïṣḷïḋe"/>
          <p:cNvSpPr/>
          <p:nvPr>
            <p:custDataLst>
              <p:tags r:id="rId2"/>
            </p:custDataLst>
          </p:nvPr>
        </p:nvSpPr>
        <p:spPr>
          <a:xfrm>
            <a:off x="1" y="3553277"/>
            <a:ext cx="3520161" cy="3304722"/>
          </a:xfrm>
          <a:custGeom>
            <a:avLst/>
            <a:gdLst>
              <a:gd name="connsiteX0" fmla="*/ 2267365 w 3520161"/>
              <a:gd name="connsiteY0" fmla="*/ 83 h 3304722"/>
              <a:gd name="connsiteX1" fmla="*/ 3070329 w 3520161"/>
              <a:gd name="connsiteY1" fmla="*/ 299271 h 3304722"/>
              <a:gd name="connsiteX2" fmla="*/ 3070328 w 3520161"/>
              <a:gd name="connsiteY2" fmla="*/ 299271 h 3304722"/>
              <a:gd name="connsiteX3" fmla="*/ 3220892 w 3520161"/>
              <a:gd name="connsiteY3" fmla="*/ 2086011 h 3304722"/>
              <a:gd name="connsiteX4" fmla="*/ 2191612 w 3520161"/>
              <a:gd name="connsiteY4" fmla="*/ 3304722 h 3304722"/>
              <a:gd name="connsiteX5" fmla="*/ 0 w 3520161"/>
              <a:gd name="connsiteY5" fmla="*/ 3304722 h 3304722"/>
              <a:gd name="connsiteX6" fmla="*/ 0 w 3520161"/>
              <a:gd name="connsiteY6" fmla="*/ 1969656 h 3304722"/>
              <a:gd name="connsiteX7" fmla="*/ 1283589 w 3520161"/>
              <a:gd name="connsiteY7" fmla="*/ 449834 h 3304722"/>
              <a:gd name="connsiteX8" fmla="*/ 2267365 w 3520161"/>
              <a:gd name="connsiteY8" fmla="*/ 83 h 3304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0161" h="3304722">
                <a:moveTo>
                  <a:pt x="2267365" y="83"/>
                </a:moveTo>
                <a:cubicBezTo>
                  <a:pt x="2551510" y="3313"/>
                  <a:pt x="2836279" y="101600"/>
                  <a:pt x="3070329" y="299271"/>
                </a:cubicBezTo>
                <a:lnTo>
                  <a:pt x="3070328" y="299271"/>
                </a:lnTo>
                <a:cubicBezTo>
                  <a:pt x="3605301" y="751088"/>
                  <a:pt x="3672710" y="1551040"/>
                  <a:pt x="3220892" y="2086011"/>
                </a:cubicBezTo>
                <a:lnTo>
                  <a:pt x="2191612" y="3304722"/>
                </a:lnTo>
                <a:lnTo>
                  <a:pt x="0" y="3304722"/>
                </a:lnTo>
                <a:lnTo>
                  <a:pt x="0" y="1969656"/>
                </a:lnTo>
                <a:lnTo>
                  <a:pt x="1283589" y="449834"/>
                </a:lnTo>
                <a:cubicBezTo>
                  <a:pt x="1537736" y="148912"/>
                  <a:pt x="1902035" y="-4070"/>
                  <a:pt x="2267365" y="83"/>
                </a:cubicBezTo>
                <a:close/>
              </a:path>
            </a:pathLst>
          </a:custGeom>
          <a:blipFill>
            <a:blip r:embed="rId36">
              <a:duotone>
                <a:schemeClr val="accent3">
                  <a:shade val="45000"/>
                  <a:satMod val="135000"/>
                </a:schemeClr>
                <a:prstClr val="white"/>
              </a:duotone>
            </a:blip>
            <a:srcRect/>
            <a:stretch>
              <a:fillRect l="-33323" r="-3332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iśľiḓè"/>
          <p:cNvSpPr/>
          <p:nvPr>
            <p:custDataLst>
              <p:tags r:id="rId3"/>
            </p:custDataLst>
          </p:nvPr>
        </p:nvSpPr>
        <p:spPr>
          <a:xfrm flipH="1" flipV="1">
            <a:off x="1811471" y="4868985"/>
            <a:ext cx="2152019" cy="1989014"/>
          </a:xfrm>
          <a:custGeom>
            <a:avLst/>
            <a:gdLst>
              <a:gd name="connsiteX0" fmla="*/ 210268 w 3955516"/>
              <a:gd name="connsiteY0" fmla="*/ 3516016 h 3655904"/>
              <a:gd name="connsiteX1" fmla="*/ 210268 w 3955516"/>
              <a:gd name="connsiteY1" fmla="*/ 3516016 h 3655904"/>
              <a:gd name="connsiteX2" fmla="*/ 210268 w 3955516"/>
              <a:gd name="connsiteY2" fmla="*/ 3516016 h 3655904"/>
              <a:gd name="connsiteX3" fmla="*/ 2404025 w 3955516"/>
              <a:gd name="connsiteY3" fmla="*/ 0 h 3655904"/>
              <a:gd name="connsiteX4" fmla="*/ 3955516 w 3955516"/>
              <a:gd name="connsiteY4" fmla="*/ 0 h 3655904"/>
              <a:gd name="connsiteX5" fmla="*/ 1045452 w 3955516"/>
              <a:gd name="connsiteY5" fmla="*/ 3445637 h 3655904"/>
              <a:gd name="connsiteX6" fmla="*/ 309288 w 3955516"/>
              <a:gd name="connsiteY6" fmla="*/ 3583884 h 3655904"/>
              <a:gd name="connsiteX7" fmla="*/ 210268 w 3955516"/>
              <a:gd name="connsiteY7" fmla="*/ 3516016 h 3655904"/>
              <a:gd name="connsiteX8" fmla="*/ 126786 w 3955516"/>
              <a:gd name="connsiteY8" fmla="*/ 3429750 h 3655904"/>
              <a:gd name="connsiteX9" fmla="*/ 139890 w 3955516"/>
              <a:gd name="connsiteY9" fmla="*/ 2680831 h 365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55516" h="3655904">
                <a:moveTo>
                  <a:pt x="210268" y="3516016"/>
                </a:moveTo>
                <a:lnTo>
                  <a:pt x="210268" y="3516016"/>
                </a:lnTo>
                <a:lnTo>
                  <a:pt x="210268" y="3516016"/>
                </a:lnTo>
                <a:close/>
                <a:moveTo>
                  <a:pt x="2404025" y="0"/>
                </a:moveTo>
                <a:lnTo>
                  <a:pt x="3955516" y="0"/>
                </a:lnTo>
                <a:lnTo>
                  <a:pt x="1045452" y="3445637"/>
                </a:lnTo>
                <a:cubicBezTo>
                  <a:pt x="860656" y="3664444"/>
                  <a:pt x="551270" y="3715919"/>
                  <a:pt x="309288" y="3583884"/>
                </a:cubicBezTo>
                <a:lnTo>
                  <a:pt x="210268" y="3516016"/>
                </a:lnTo>
                <a:lnTo>
                  <a:pt x="126786" y="3429750"/>
                </a:lnTo>
                <a:cubicBezTo>
                  <a:pt x="-43881" y="3213275"/>
                  <a:pt x="-44906" y="2899638"/>
                  <a:pt x="139890" y="2680831"/>
                </a:cubicBezTo>
                <a:close/>
              </a:path>
            </a:pathLst>
          </a:custGeom>
          <a:solidFill>
            <a:schemeClr val="accent4">
              <a:lumMod val="76814"/>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îṡḷidé"/>
          <p:cNvSpPr/>
          <p:nvPr>
            <p:custDataLst>
              <p:tags r:id="rId4"/>
            </p:custDataLst>
          </p:nvPr>
        </p:nvSpPr>
        <p:spPr>
          <a:xfrm flipH="1" flipV="1">
            <a:off x="1961" y="4224012"/>
            <a:ext cx="923541" cy="1533891"/>
          </a:xfrm>
          <a:custGeom>
            <a:avLst/>
            <a:gdLst>
              <a:gd name="connsiteX0" fmla="*/ 1697514 w 1697514"/>
              <a:gd name="connsiteY0" fmla="*/ 0 h 2819365"/>
              <a:gd name="connsiteX1" fmla="*/ 1697514 w 1697514"/>
              <a:gd name="connsiteY1" fmla="*/ 1837030 h 2819365"/>
              <a:gd name="connsiteX2" fmla="*/ 1045452 w 1697514"/>
              <a:gd name="connsiteY2" fmla="*/ 2609099 h 2819365"/>
              <a:gd name="connsiteX3" fmla="*/ 210267 w 1697514"/>
              <a:gd name="connsiteY3" fmla="*/ 2679477 h 2819365"/>
              <a:gd name="connsiteX4" fmla="*/ 210268 w 1697514"/>
              <a:gd name="connsiteY4" fmla="*/ 2679478 h 2819365"/>
              <a:gd name="connsiteX5" fmla="*/ 139890 w 1697514"/>
              <a:gd name="connsiteY5" fmla="*/ 1844292 h 2819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7514" h="2819365">
                <a:moveTo>
                  <a:pt x="1697514" y="0"/>
                </a:moveTo>
                <a:lnTo>
                  <a:pt x="1697514" y="1837030"/>
                </a:lnTo>
                <a:lnTo>
                  <a:pt x="1045452" y="2609099"/>
                </a:lnTo>
                <a:cubicBezTo>
                  <a:pt x="834257" y="2859163"/>
                  <a:pt x="460332" y="2890672"/>
                  <a:pt x="210267" y="2679477"/>
                </a:cubicBezTo>
                <a:lnTo>
                  <a:pt x="210268" y="2679478"/>
                </a:lnTo>
                <a:cubicBezTo>
                  <a:pt x="-39796" y="2468282"/>
                  <a:pt x="-71306" y="2094357"/>
                  <a:pt x="139890" y="1844292"/>
                </a:cubicBezTo>
                <a:close/>
              </a:path>
            </a:pathLst>
          </a:custGeom>
          <a:solidFill>
            <a:schemeClr val="accent4">
              <a:lumMod val="76814"/>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íšļiďe"/>
          <p:cNvSpPr/>
          <p:nvPr>
            <p:custDataLst>
              <p:tags r:id="rId5"/>
            </p:custDataLst>
          </p:nvPr>
        </p:nvSpPr>
        <p:spPr>
          <a:xfrm flipH="1" flipV="1">
            <a:off x="0" y="3631103"/>
            <a:ext cx="1152421" cy="1939120"/>
          </a:xfrm>
          <a:custGeom>
            <a:avLst/>
            <a:gdLst>
              <a:gd name="connsiteX0" fmla="*/ 2118206 w 2118206"/>
              <a:gd name="connsiteY0" fmla="*/ 0 h 3564196"/>
              <a:gd name="connsiteX1" fmla="*/ 2118206 w 2118206"/>
              <a:gd name="connsiteY1" fmla="*/ 2396948 h 3564196"/>
              <a:gd name="connsiteX2" fmla="*/ 1364100 w 2118206"/>
              <a:gd name="connsiteY2" fmla="*/ 3289841 h 3564196"/>
              <a:gd name="connsiteX3" fmla="*/ 274355 w 2118206"/>
              <a:gd name="connsiteY3" fmla="*/ 3381670 h 3564196"/>
              <a:gd name="connsiteX4" fmla="*/ 274356 w 2118206"/>
              <a:gd name="connsiteY4" fmla="*/ 3381671 h 3564196"/>
              <a:gd name="connsiteX5" fmla="*/ 182527 w 2118206"/>
              <a:gd name="connsiteY5" fmla="*/ 2291926 h 3564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18206" h="3564196">
                <a:moveTo>
                  <a:pt x="2118206" y="0"/>
                </a:moveTo>
                <a:lnTo>
                  <a:pt x="2118206" y="2396948"/>
                </a:lnTo>
                <a:lnTo>
                  <a:pt x="1364100" y="3289841"/>
                </a:lnTo>
                <a:cubicBezTo>
                  <a:pt x="1088533" y="3616123"/>
                  <a:pt x="600638" y="3657237"/>
                  <a:pt x="274355" y="3381670"/>
                </a:cubicBezTo>
                <a:lnTo>
                  <a:pt x="274356" y="3381671"/>
                </a:lnTo>
                <a:cubicBezTo>
                  <a:pt x="-51927" y="3106104"/>
                  <a:pt x="-93040" y="2618208"/>
                  <a:pt x="182527" y="2291926"/>
                </a:cubicBezTo>
                <a:close/>
              </a:path>
            </a:pathLst>
          </a:custGeom>
          <a:solidFill>
            <a:schemeClr val="accent4">
              <a:lumMod val="87951"/>
              <a:lumOff val="12049"/>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5" name="ïşļiḓe"/>
          <p:cNvSpPr/>
          <p:nvPr>
            <p:custDataLst>
              <p:tags r:id="rId6"/>
            </p:custDataLst>
          </p:nvPr>
        </p:nvSpPr>
        <p:spPr bwMode="auto">
          <a:xfrm>
            <a:off x="9724390" y="535305"/>
            <a:ext cx="401955" cy="404495"/>
          </a:xfrm>
          <a:prstGeom prst="ellipse">
            <a:avLst/>
          </a:prstGeom>
          <a:solidFill>
            <a:schemeClr val="accent4">
              <a:lumMod val="28103"/>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 name="ïsľîḍe"/>
          <p:cNvSpPr/>
          <p:nvPr>
            <p:custDataLst>
              <p:tags r:id="rId7"/>
            </p:custDataLst>
          </p:nvPr>
        </p:nvSpPr>
        <p:spPr bwMode="auto">
          <a:xfrm>
            <a:off x="9790430" y="601980"/>
            <a:ext cx="269240" cy="271145"/>
          </a:xfrm>
          <a:prstGeom prst="ellipse">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 name="isḻiḓè"/>
          <p:cNvSpPr/>
          <p:nvPr>
            <p:custDataLst>
              <p:tags r:id="rId8"/>
            </p:custDataLst>
          </p:nvPr>
        </p:nvSpPr>
        <p:spPr bwMode="auto">
          <a:xfrm>
            <a:off x="9731375" y="723900"/>
            <a:ext cx="48895" cy="33020"/>
          </a:xfrm>
          <a:custGeom>
            <a:avLst/>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8" name="ïṧḷïḍé"/>
          <p:cNvSpPr/>
          <p:nvPr>
            <p:custDataLst>
              <p:tags r:id="rId9"/>
            </p:custDataLst>
          </p:nvPr>
        </p:nvSpPr>
        <p:spPr bwMode="auto">
          <a:xfrm>
            <a:off x="9766300" y="633730"/>
            <a:ext cx="34925" cy="31115"/>
          </a:xfrm>
          <a:custGeom>
            <a:avLst/>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 name="ïşļidè"/>
          <p:cNvSpPr/>
          <p:nvPr>
            <p:custDataLst>
              <p:tags r:id="rId10"/>
            </p:custDataLst>
          </p:nvPr>
        </p:nvSpPr>
        <p:spPr bwMode="auto">
          <a:xfrm>
            <a:off x="10045700" y="638175"/>
            <a:ext cx="43815" cy="42545"/>
          </a:xfrm>
          <a:custGeom>
            <a:avLst/>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 name="ïşḷîde"/>
          <p:cNvSpPr/>
          <p:nvPr>
            <p:custDataLst>
              <p:tags r:id="rId11"/>
            </p:custDataLst>
          </p:nvPr>
        </p:nvSpPr>
        <p:spPr bwMode="auto">
          <a:xfrm>
            <a:off x="10069195" y="722630"/>
            <a:ext cx="55880" cy="34925"/>
          </a:xfrm>
          <a:custGeom>
            <a:avLst/>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1" name="íşľíḋé"/>
          <p:cNvSpPr/>
          <p:nvPr>
            <p:custDataLst>
              <p:tags r:id="rId12"/>
            </p:custDataLst>
          </p:nvPr>
        </p:nvSpPr>
        <p:spPr bwMode="auto">
          <a:xfrm>
            <a:off x="9839960" y="549910"/>
            <a:ext cx="42545" cy="55245"/>
          </a:xfrm>
          <a:custGeom>
            <a:avLst/>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 name="ïSḻîďê"/>
          <p:cNvSpPr/>
          <p:nvPr>
            <p:custDataLst>
              <p:tags r:id="rId13"/>
            </p:custDataLst>
          </p:nvPr>
        </p:nvSpPr>
        <p:spPr bwMode="auto">
          <a:xfrm>
            <a:off x="9962515" y="561975"/>
            <a:ext cx="50165" cy="46990"/>
          </a:xfrm>
          <a:custGeom>
            <a:avLst/>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 name="îs1ide"/>
          <p:cNvSpPr/>
          <p:nvPr>
            <p:custDataLst>
              <p:tags r:id="rId14"/>
            </p:custDataLst>
          </p:nvPr>
        </p:nvSpPr>
        <p:spPr bwMode="auto">
          <a:xfrm>
            <a:off x="9877425" y="889635"/>
            <a:ext cx="106045" cy="34290"/>
          </a:xfrm>
          <a:custGeom>
            <a:avLst/>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a:schemeClr val="bg1"/>
          </a:solidFill>
          <a:ln w="3175" cap="flat">
            <a:solidFill>
              <a:schemeClr val="bg1"/>
            </a:solidFill>
            <a:prstDash val="solid"/>
            <a:miter lim="800000"/>
          </a:ln>
        </p:spPr>
        <p:txBody>
          <a:bodyPr anchor="ctr"/>
          <a:lstStyle/>
          <a:p>
            <a:pPr algn="ctr"/>
            <a:endParaRPr/>
          </a:p>
        </p:txBody>
      </p:sp>
      <p:sp>
        <p:nvSpPr>
          <p:cNvPr id="34" name="ísļïḍê"/>
          <p:cNvSpPr/>
          <p:nvPr>
            <p:custDataLst>
              <p:tags r:id="rId15"/>
            </p:custDataLst>
          </p:nvPr>
        </p:nvSpPr>
        <p:spPr bwMode="auto">
          <a:xfrm>
            <a:off x="9823450" y="612775"/>
            <a:ext cx="224155" cy="226060"/>
          </a:xfrm>
          <a:custGeom>
            <a:avLst/>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a:schemeClr val="accent4">
              <a:lumMod val="56206"/>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5" name="îṣ1ïḑé"/>
          <p:cNvSpPr/>
          <p:nvPr>
            <p:custDataLst>
              <p:tags r:id="rId16"/>
            </p:custDataLst>
          </p:nvPr>
        </p:nvSpPr>
        <p:spPr bwMode="auto">
          <a:xfrm>
            <a:off x="9867265" y="703580"/>
            <a:ext cx="33655" cy="36195"/>
          </a:xfrm>
          <a:custGeom>
            <a:avLst/>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6" name="íṣ1îḓê"/>
          <p:cNvSpPr/>
          <p:nvPr>
            <p:custDataLst>
              <p:tags r:id="rId17"/>
            </p:custDataLst>
          </p:nvPr>
        </p:nvSpPr>
        <p:spPr bwMode="auto">
          <a:xfrm>
            <a:off x="9831070" y="740410"/>
            <a:ext cx="145415" cy="71120"/>
          </a:xfrm>
          <a:custGeom>
            <a:avLst/>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ahLst/>
            <a:cxnLst>
              <a:cxn ang="0">
                <a:pos x="T0" y="T1"/>
              </a:cxn>
              <a:cxn ang="0">
                <a:pos x="T2" y="T3"/>
              </a:cxn>
              <a:cxn ang="0">
                <a:pos x="T4" y="T5"/>
              </a:cxn>
              <a:cxn ang="0">
                <a:pos x="T6" y="T7"/>
              </a:cxn>
              <a:cxn ang="0">
                <a:pos x="T8" y="T9"/>
              </a:cxn>
              <a:cxn ang="0">
                <a:pos x="T10" y="T11"/>
              </a:cxn>
              <a:cxn ang="0">
                <a:pos x="T12" y="T13"/>
              </a:cxn>
            </a:cxn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a:schemeClr val="accent4">
              <a:lumMod val="42858"/>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7" name="ïṥļiďè"/>
          <p:cNvSpPr/>
          <p:nvPr>
            <p:custDataLst>
              <p:tags r:id="rId18"/>
            </p:custDataLst>
          </p:nvPr>
        </p:nvSpPr>
        <p:spPr bwMode="auto">
          <a:xfrm>
            <a:off x="9891395" y="635635"/>
            <a:ext cx="133985" cy="57785"/>
          </a:xfrm>
          <a:custGeom>
            <a:avLst/>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a:schemeClr val="accent4">
              <a:lumMod val="42858"/>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8" name="ï$1îḑê"/>
          <p:cNvSpPr/>
          <p:nvPr>
            <p:custDataLst>
              <p:tags r:id="rId19"/>
            </p:custDataLst>
          </p:nvPr>
        </p:nvSpPr>
        <p:spPr bwMode="auto">
          <a:xfrm>
            <a:off x="9816465" y="706120"/>
            <a:ext cx="29845" cy="34290"/>
          </a:xfrm>
          <a:custGeom>
            <a:avLst/>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a:schemeClr val="accent4">
              <a:lumMod val="42858"/>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9" name="íŝḻîdê"/>
          <p:cNvSpPr/>
          <p:nvPr>
            <p:custDataLst>
              <p:tags r:id="rId20"/>
            </p:custDataLst>
          </p:nvPr>
        </p:nvSpPr>
        <p:spPr bwMode="auto">
          <a:xfrm>
            <a:off x="9923780" y="703580"/>
            <a:ext cx="29845" cy="38735"/>
          </a:xfrm>
          <a:custGeom>
            <a:avLst/>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a:schemeClr val="accent4">
              <a:lumMod val="42858"/>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0" name="îṥļîďé"/>
          <p:cNvSpPr/>
          <p:nvPr>
            <p:custDataLst>
              <p:tags r:id="rId21"/>
            </p:custDataLst>
          </p:nvPr>
        </p:nvSpPr>
        <p:spPr bwMode="auto">
          <a:xfrm>
            <a:off x="9961880" y="704215"/>
            <a:ext cx="30480" cy="36830"/>
          </a:xfrm>
          <a:custGeom>
            <a:avLst/>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a:schemeClr val="accent4">
              <a:lumMod val="42858"/>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1" name="íşľídè"/>
          <p:cNvSpPr/>
          <p:nvPr>
            <p:custDataLst>
              <p:tags r:id="rId22"/>
            </p:custDataLst>
          </p:nvPr>
        </p:nvSpPr>
        <p:spPr bwMode="auto">
          <a:xfrm>
            <a:off x="10001250" y="701675"/>
            <a:ext cx="31115" cy="35560"/>
          </a:xfrm>
          <a:custGeom>
            <a:avLst/>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a:schemeClr val="accent4">
              <a:lumMod val="42858"/>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7" name="îslíḋé"/>
          <p:cNvSpPr/>
          <p:nvPr>
            <p:custDataLst>
              <p:tags r:id="rId23"/>
            </p:custDataLst>
          </p:nvPr>
        </p:nvSpPr>
        <p:spPr bwMode="auto">
          <a:xfrm>
            <a:off x="11116945" y="593725"/>
            <a:ext cx="153035" cy="163195"/>
          </a:xfrm>
          <a:custGeom>
            <a:avLst/>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solidFill>
            <a:schemeClr val="tx2">
              <a:lumMod val="77143"/>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8" name="îṡlide"/>
          <p:cNvSpPr/>
          <p:nvPr>
            <p:custDataLst>
              <p:tags r:id="rId24"/>
            </p:custDataLst>
          </p:nvPr>
        </p:nvSpPr>
        <p:spPr bwMode="auto">
          <a:xfrm>
            <a:off x="11341735" y="572135"/>
            <a:ext cx="179070" cy="217170"/>
          </a:xfrm>
          <a:custGeom>
            <a:avLst/>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solidFill>
            <a:schemeClr val="tx2">
              <a:lumMod val="77143"/>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9" name="ïš1íḑê"/>
          <p:cNvSpPr/>
          <p:nvPr>
            <p:custDataLst>
              <p:tags r:id="rId25"/>
            </p:custDataLst>
          </p:nvPr>
        </p:nvSpPr>
        <p:spPr bwMode="auto">
          <a:xfrm>
            <a:off x="10219690" y="583565"/>
            <a:ext cx="128270" cy="195580"/>
          </a:xfrm>
          <a:custGeom>
            <a:avLst/>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solidFill>
            <a:schemeClr val="tx2">
              <a:lumMod val="77143"/>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2" name="îšļíďè"/>
          <p:cNvSpPr/>
          <p:nvPr>
            <p:custDataLst>
              <p:tags r:id="rId26"/>
            </p:custDataLst>
          </p:nvPr>
        </p:nvSpPr>
        <p:spPr bwMode="auto">
          <a:xfrm>
            <a:off x="10435590" y="600710"/>
            <a:ext cx="130175" cy="161925"/>
          </a:xfrm>
          <a:custGeom>
            <a:avLst/>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solidFill>
            <a:schemeClr val="tx2">
              <a:lumMod val="77143"/>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3" name="iṡļïḑê"/>
          <p:cNvSpPr/>
          <p:nvPr>
            <p:custDataLst>
              <p:tags r:id="rId27"/>
            </p:custDataLst>
          </p:nvPr>
        </p:nvSpPr>
        <p:spPr bwMode="auto">
          <a:xfrm>
            <a:off x="10629265" y="574675"/>
            <a:ext cx="190500" cy="232410"/>
          </a:xfrm>
          <a:custGeom>
            <a:avLst/>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solidFill>
            <a:schemeClr val="tx2">
              <a:lumMod val="77143"/>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4" name="ïṩ1ïďè"/>
          <p:cNvSpPr/>
          <p:nvPr>
            <p:custDataLst>
              <p:tags r:id="rId28"/>
            </p:custDataLst>
          </p:nvPr>
        </p:nvSpPr>
        <p:spPr bwMode="auto">
          <a:xfrm>
            <a:off x="10857865" y="581660"/>
            <a:ext cx="223520" cy="178435"/>
          </a:xfrm>
          <a:custGeom>
            <a:avLst/>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solidFill>
            <a:schemeClr val="tx2">
              <a:lumMod val="77143"/>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5" name="îSľíďé"/>
          <p:cNvSpPr/>
          <p:nvPr>
            <p:custDataLst>
              <p:tags r:id="rId29"/>
            </p:custDataLst>
          </p:nvPr>
        </p:nvSpPr>
        <p:spPr bwMode="auto">
          <a:xfrm>
            <a:off x="10218420" y="847090"/>
            <a:ext cx="1036320" cy="80645"/>
          </a:xfrm>
          <a:custGeom>
            <a:avLst/>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solidFill>
            <a:schemeClr val="tx2">
              <a:lumMod val="77143"/>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6" name="îṡľíďe"/>
          <p:cNvSpPr/>
          <p:nvPr>
            <p:custDataLst>
              <p:tags r:id="rId30"/>
            </p:custDataLst>
          </p:nvPr>
        </p:nvSpPr>
        <p:spPr bwMode="auto">
          <a:xfrm>
            <a:off x="11260455" y="847090"/>
            <a:ext cx="250825" cy="80645"/>
          </a:xfrm>
          <a:custGeom>
            <a:avLst/>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solidFill>
            <a:schemeClr val="tx2">
              <a:lumMod val="77143"/>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4" name="署名占位符 10"/>
          <p:cNvSpPr>
            <a:spLocks noGrp="1"/>
          </p:cNvSpPr>
          <p:nvPr>
            <p:ph type="body" sz="quarter" idx="17" hasCustomPrompt="1"/>
            <p:custDataLst>
              <p:tags r:id="rId31"/>
            </p:custDataLst>
          </p:nvPr>
        </p:nvSpPr>
        <p:spPr>
          <a:xfrm>
            <a:off x="9446045" y="4178547"/>
            <a:ext cx="2340000" cy="468000"/>
          </a:xfrm>
          <a:prstGeom prst="roundRect">
            <a:avLst>
              <a:gd name="adj" fmla="val 50000"/>
            </a:avLst>
          </a:prstGeom>
          <a:ln w="12700">
            <a:solidFill>
              <a:schemeClr val="lt1">
                <a:lumMod val="10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18000" rIns="71755" bIns="18000" numCol="1" spcCol="0" rtlCol="0" fromWordArt="0" anchor="ctr" anchorCtr="0" forceAA="0" compatLnSpc="1">
            <a:normAutofit/>
          </a:bodyPr>
          <a:lstStyle>
            <a:defPPr>
              <a:defRPr lang="zh-CN"/>
            </a:defPPr>
            <a:lvl1pPr marL="0" marR="0" algn="ctr" defTabSz="914400" rtl="0" eaLnBrk="1" fontAlgn="auto" latinLnBrk="0" hangingPunct="1">
              <a:lnSpc>
                <a:spcPct val="100000"/>
              </a:lnSpc>
              <a:buClrTx/>
              <a:buSzTx/>
              <a:buFontTx/>
              <a:buNone/>
              <a:defRPr kumimoji="0" lang="zh-CN" altLang="en-US" sz="1800" b="1" i="0" u="none" strike="noStrike" kern="1200" cap="none" spc="0" normalizeH="0" baseline="0" noProof="1" dirty="0">
                <a:solidFill>
                  <a:schemeClr val="lt1"/>
                </a:solidFill>
                <a:latin typeface="+mn-ea"/>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a:sym typeface="+mn-ea"/>
              </a:rPr>
              <a:t>署名</a:t>
            </a:r>
          </a:p>
        </p:txBody>
      </p:sp>
      <p:sp>
        <p:nvSpPr>
          <p:cNvPr id="12" name="副标题 2"/>
          <p:cNvSpPr txBox="1">
            <a:spLocks noGrp="1"/>
          </p:cNvSpPr>
          <p:nvPr>
            <p:ph type="body" idx="1" hasCustomPrompt="1"/>
            <p:custDataLst>
              <p:tags r:id="rId32"/>
            </p:custDataLst>
          </p:nvPr>
        </p:nvSpPr>
        <p:spPr>
          <a:xfrm>
            <a:off x="5609590" y="3370897"/>
            <a:ext cx="6176645" cy="450215"/>
          </a:xfrm>
          <a:noFill/>
        </p:spPr>
        <p:txBody>
          <a:bodyPr wrap="square" rtlCol="0" anchor="ctr" anchorCtr="0">
            <a:normAutofit/>
          </a:bodyPr>
          <a:lstStyle>
            <a:defPPr>
              <a:defRPr lang="zh-CN"/>
            </a:defPPr>
            <a:lvl1pPr marL="0" marR="0" algn="r" defTabSz="914400" rtl="0" eaLnBrk="1" fontAlgn="auto" latinLnBrk="0" hangingPunct="1">
              <a:lnSpc>
                <a:spcPct val="100000"/>
              </a:lnSpc>
              <a:buClrTx/>
              <a:buSzTx/>
              <a:buFontTx/>
              <a:buNone/>
              <a:defRPr kumimoji="0" lang="en-US" altLang="zh-CN" sz="2400" b="1" i="0" u="none" strike="noStrike" kern="1200" cap="none" spc="0" normalizeH="0" baseline="0" noProof="1" dirty="0">
                <a:solidFill>
                  <a:schemeClr val="tx1"/>
                </a:solidFill>
                <a:uFillTx/>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a:sym typeface="+mn-ea"/>
              </a:rPr>
              <a:t>单击此处编辑副标题</a:t>
            </a:r>
          </a:p>
        </p:txBody>
      </p:sp>
      <p:sp>
        <p:nvSpPr>
          <p:cNvPr id="10" name="标题 1"/>
          <p:cNvSpPr txBox="1">
            <a:spLocks noGrp="1"/>
          </p:cNvSpPr>
          <p:nvPr>
            <p:ph type="ctrTitle" hasCustomPrompt="1"/>
            <p:custDataLst>
              <p:tags r:id="rId33"/>
            </p:custDataLst>
          </p:nvPr>
        </p:nvSpPr>
        <p:spPr>
          <a:xfrm>
            <a:off x="5609590" y="2212022"/>
            <a:ext cx="6176645" cy="1035050"/>
          </a:xfrm>
          <a:noFill/>
        </p:spPr>
        <p:txBody>
          <a:bodyPr wrap="square" rtlCol="0" anchor="ctr" anchorCtr="0">
            <a:normAutofit/>
          </a:bodyPr>
          <a:lstStyle>
            <a:defPPr>
              <a:defRPr lang="zh-CN"/>
            </a:defPPr>
            <a:lvl1pPr marL="0" marR="0" algn="r" defTabSz="914400" rtl="0" eaLnBrk="1" fontAlgn="auto" latinLnBrk="0" hangingPunct="1">
              <a:lnSpc>
                <a:spcPct val="100000"/>
              </a:lnSpc>
              <a:buClrTx/>
              <a:buSzTx/>
              <a:buFontTx/>
              <a:buNone/>
              <a:defRPr kumimoji="0" lang="zh-CN" altLang="en-US" sz="5400" b="1" i="0" u="none" strike="noStrike" kern="1200" cap="none" spc="0" normalizeH="0" baseline="0" noProof="1" dirty="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dirty="0">
                <a:sym typeface="+mn-ea"/>
              </a:rPr>
              <a:t>单击编辑母版标题</a:t>
            </a:r>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695960" y="1301749"/>
            <a:ext cx="10800000" cy="48736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2"/>
            </p:custDataLst>
          </p:nvPr>
        </p:nvSpPr>
        <p:spPr/>
        <p:txBody>
          <a:bodyPr/>
          <a:lstStyle/>
          <a:p>
            <a:fld id="{760FBDFE-C587-4B4C-A407-44438C67B59E}" type="datetimeFigureOut">
              <a:rPr lang="zh-CN" altLang="en-US" smtClean="0"/>
              <a:t>2025/4/17</a:t>
            </a:fld>
            <a:endParaRPr lang="zh-CN" altLang="en-US"/>
          </a:p>
        </p:txBody>
      </p:sp>
      <p:sp>
        <p:nvSpPr>
          <p:cNvPr id="5" name="页脚占位符 4"/>
          <p:cNvSpPr>
            <a:spLocks noGrp="1"/>
          </p:cNvSpPr>
          <p:nvPr>
            <p:ph type="ftr" sz="quarter" idx="11"/>
            <p:custDataLst>
              <p:tags r:id="rId3"/>
            </p:custDataLst>
          </p:nvPr>
        </p:nvSpPr>
        <p:spPr/>
        <p:txBody>
          <a:bodyPr/>
          <a:lstStyle/>
          <a:p>
            <a:endParaRPr lang="zh-CN" altLang="en-US"/>
          </a:p>
        </p:txBody>
      </p:sp>
      <p:sp>
        <p:nvSpPr>
          <p:cNvPr id="6" name="灯片编号占位符 5"/>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
        <p:nvSpPr>
          <p:cNvPr id="7" name="标题 1"/>
          <p:cNvSpPr>
            <a:spLocks noGrp="1"/>
          </p:cNvSpPr>
          <p:nvPr>
            <p:ph type="title"/>
            <p:custDataLst>
              <p:tags r:id="rId5"/>
            </p:custDataLst>
          </p:nvPr>
        </p:nvSpPr>
        <p:spPr/>
        <p:txBody>
          <a:bodyPr/>
          <a:lstStyle/>
          <a:p>
            <a:r>
              <a:rPr lang="zh-CN" altLang="en-US"/>
              <a:t>单击此处编辑母版标题样式</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blank" preserve="1">
  <p:cSld name="目录">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69924" y="1028700"/>
            <a:ext cx="10850563" cy="0"/>
          </a:xfrm>
          <a:prstGeom prst="line">
            <a:avLst/>
          </a:prstGeom>
          <a:ln w="3175">
            <a:solidFill>
              <a:schemeClr val="bg1">
                <a:lumMod val="50196"/>
              </a:schemeClr>
            </a:solidFill>
          </a:ln>
        </p:spPr>
        <p:style>
          <a:lnRef idx="1">
            <a:schemeClr val="accent1"/>
          </a:lnRef>
          <a:fillRef idx="0">
            <a:schemeClr val="accent1"/>
          </a:fillRef>
          <a:effectRef idx="0">
            <a:schemeClr val="accent1"/>
          </a:effectRef>
          <a:fontRef idx="minor">
            <a:schemeClr val="tx1"/>
          </a:fontRef>
        </p:style>
      </p:cxnSp>
      <p:grpSp>
        <p:nvGrpSpPr>
          <p:cNvPr id="11" name="组合 10"/>
          <p:cNvGrpSpPr/>
          <p:nvPr>
            <p:custDataLst>
              <p:tags r:id="rId2"/>
            </p:custDataLst>
          </p:nvPr>
        </p:nvGrpSpPr>
        <p:grpSpPr>
          <a:xfrm>
            <a:off x="9724571" y="535076"/>
            <a:ext cx="1795916" cy="404220"/>
            <a:chOff x="1071789" y="916886"/>
            <a:chExt cx="2217511" cy="499112"/>
          </a:xfrm>
        </p:grpSpPr>
        <p:grpSp>
          <p:nvGrpSpPr>
            <p:cNvPr id="12" name="ï$ļidê"/>
            <p:cNvGrpSpPr/>
            <p:nvPr userDrawn="1"/>
          </p:nvGrpSpPr>
          <p:grpSpPr>
            <a:xfrm>
              <a:off x="1071789" y="916886"/>
              <a:ext cx="496620" cy="499112"/>
              <a:chOff x="1905000" y="2476500"/>
              <a:chExt cx="1898650" cy="1908175"/>
            </a:xfrm>
          </p:grpSpPr>
          <p:sp>
            <p:nvSpPr>
              <p:cNvPr id="23" name="îšḻïďe"/>
              <p:cNvSpPr/>
              <p:nvPr>
                <p:custDataLst>
                  <p:tags r:id="rId15"/>
                </p:custDataLst>
              </p:nvPr>
            </p:nvSpPr>
            <p:spPr bwMode="auto">
              <a:xfrm>
                <a:off x="1905000" y="2476500"/>
                <a:ext cx="1898650" cy="1908175"/>
              </a:xfrm>
              <a:prstGeom prst="ellipse">
                <a:avLst/>
              </a:prstGeom>
              <a:solidFill>
                <a:schemeClr val="accent4">
                  <a:lumMod val="28103"/>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4" name="îṥľide"/>
              <p:cNvSpPr/>
              <p:nvPr>
                <p:custDataLst>
                  <p:tags r:id="rId16"/>
                </p:custDataLst>
              </p:nvPr>
            </p:nvSpPr>
            <p:spPr bwMode="auto">
              <a:xfrm>
                <a:off x="2217738" y="2790825"/>
                <a:ext cx="1273175" cy="1279525"/>
              </a:xfrm>
              <a:prstGeom prst="ellipse">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 name="îş1íḑé"/>
              <p:cNvSpPr/>
              <p:nvPr>
                <p:custDataLst>
                  <p:tags r:id="rId17"/>
                </p:custDataLst>
              </p:nvPr>
            </p:nvSpPr>
            <p:spPr bwMode="auto">
              <a:xfrm>
                <a:off x="1938338" y="3365500"/>
                <a:ext cx="230188" cy="155575"/>
              </a:xfrm>
              <a:custGeom>
                <a:avLst/>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 name="íSḷîḑe"/>
              <p:cNvSpPr/>
              <p:nvPr>
                <p:custDataLst>
                  <p:tags r:id="rId18"/>
                </p:custDataLst>
              </p:nvPr>
            </p:nvSpPr>
            <p:spPr bwMode="auto">
              <a:xfrm>
                <a:off x="2103438" y="2940050"/>
                <a:ext cx="165100" cy="147638"/>
              </a:xfrm>
              <a:custGeom>
                <a:avLst/>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 name="íṡḻîḋe"/>
              <p:cNvSpPr/>
              <p:nvPr>
                <p:custDataLst>
                  <p:tags r:id="rId19"/>
                </p:custDataLst>
              </p:nvPr>
            </p:nvSpPr>
            <p:spPr bwMode="auto">
              <a:xfrm>
                <a:off x="3422650" y="2962275"/>
                <a:ext cx="206375" cy="201613"/>
              </a:xfrm>
              <a:custGeom>
                <a:avLst/>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8" name="îṩļïdê"/>
              <p:cNvSpPr/>
              <p:nvPr>
                <p:custDataLst>
                  <p:tags r:id="rId20"/>
                </p:custDataLst>
              </p:nvPr>
            </p:nvSpPr>
            <p:spPr bwMode="auto">
              <a:xfrm>
                <a:off x="3533775" y="3359150"/>
                <a:ext cx="263525" cy="165100"/>
              </a:xfrm>
              <a:custGeom>
                <a:avLst/>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 name="íśļiḋé"/>
              <p:cNvSpPr/>
              <p:nvPr>
                <p:custDataLst>
                  <p:tags r:id="rId21"/>
                </p:custDataLst>
              </p:nvPr>
            </p:nvSpPr>
            <p:spPr bwMode="auto">
              <a:xfrm>
                <a:off x="2449513" y="2546350"/>
                <a:ext cx="201613" cy="260350"/>
              </a:xfrm>
              <a:custGeom>
                <a:avLst/>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 name="íṩḷíḑe"/>
              <p:cNvSpPr/>
              <p:nvPr>
                <p:custDataLst>
                  <p:tags r:id="rId22"/>
                </p:custDataLst>
              </p:nvPr>
            </p:nvSpPr>
            <p:spPr bwMode="auto">
              <a:xfrm>
                <a:off x="3028950" y="2601913"/>
                <a:ext cx="238125" cy="222250"/>
              </a:xfrm>
              <a:custGeom>
                <a:avLst/>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1" name="íṧļiḓé"/>
              <p:cNvSpPr/>
              <p:nvPr>
                <p:custDataLst>
                  <p:tags r:id="rId23"/>
                </p:custDataLst>
              </p:nvPr>
            </p:nvSpPr>
            <p:spPr bwMode="auto">
              <a:xfrm>
                <a:off x="2627313" y="4146550"/>
                <a:ext cx="501650" cy="161925"/>
              </a:xfrm>
              <a:custGeom>
                <a:avLst/>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a:schemeClr val="bg1"/>
              </a:solidFill>
              <a:ln>
                <a:noFill/>
              </a:ln>
            </p:spPr>
            <p:txBody>
              <a:bodyPr anchor="ctr"/>
              <a:lstStyle/>
              <a:p>
                <a:pPr algn="ctr"/>
                <a:endParaRPr/>
              </a:p>
            </p:txBody>
          </p:sp>
          <p:sp>
            <p:nvSpPr>
              <p:cNvPr id="32" name="îSlïḍè"/>
              <p:cNvSpPr/>
              <p:nvPr>
                <p:custDataLst>
                  <p:tags r:id="rId24"/>
                </p:custDataLst>
              </p:nvPr>
            </p:nvSpPr>
            <p:spPr bwMode="auto">
              <a:xfrm>
                <a:off x="2373313" y="2843213"/>
                <a:ext cx="1058863" cy="1065213"/>
              </a:xfrm>
              <a:custGeom>
                <a:avLst/>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a:schemeClr val="accent4">
                  <a:lumMod val="56206"/>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3" name="íšlíḍé"/>
              <p:cNvSpPr/>
              <p:nvPr>
                <p:custDataLst>
                  <p:tags r:id="rId25"/>
                </p:custDataLst>
              </p:nvPr>
            </p:nvSpPr>
            <p:spPr bwMode="auto">
              <a:xfrm>
                <a:off x="2581275" y="3270250"/>
                <a:ext cx="158750" cy="171450"/>
              </a:xfrm>
              <a:custGeom>
                <a:avLst/>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4" name="îšḻidè"/>
              <p:cNvSpPr/>
              <p:nvPr>
                <p:custDataLst>
                  <p:tags r:id="rId26"/>
                </p:custDataLst>
              </p:nvPr>
            </p:nvSpPr>
            <p:spPr bwMode="auto">
              <a:xfrm>
                <a:off x="2409825" y="3444875"/>
                <a:ext cx="685800" cy="334963"/>
              </a:xfrm>
              <a:custGeom>
                <a:avLst/>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ahLst/>
                <a:cxnLst>
                  <a:cxn ang="0">
                    <a:pos x="T0" y="T1"/>
                  </a:cxn>
                  <a:cxn ang="0">
                    <a:pos x="T2" y="T3"/>
                  </a:cxn>
                  <a:cxn ang="0">
                    <a:pos x="T4" y="T5"/>
                  </a:cxn>
                  <a:cxn ang="0">
                    <a:pos x="T6" y="T7"/>
                  </a:cxn>
                  <a:cxn ang="0">
                    <a:pos x="T8" y="T9"/>
                  </a:cxn>
                  <a:cxn ang="0">
                    <a:pos x="T10" y="T11"/>
                  </a:cxn>
                  <a:cxn ang="0">
                    <a:pos x="T12" y="T13"/>
                  </a:cxn>
                </a:cxn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a:schemeClr val="accent4">
                  <a:lumMod val="42858"/>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5" name="ïsḷide"/>
              <p:cNvSpPr/>
              <p:nvPr>
                <p:custDataLst>
                  <p:tags r:id="rId27"/>
                </p:custDataLst>
              </p:nvPr>
            </p:nvSpPr>
            <p:spPr bwMode="auto">
              <a:xfrm>
                <a:off x="2693988" y="2949575"/>
                <a:ext cx="631825" cy="271463"/>
              </a:xfrm>
              <a:custGeom>
                <a:avLst/>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a:schemeClr val="accent4">
                  <a:lumMod val="42858"/>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6" name="işḷïḍé"/>
              <p:cNvSpPr/>
              <p:nvPr>
                <p:custDataLst>
                  <p:tags r:id="rId28"/>
                </p:custDataLst>
              </p:nvPr>
            </p:nvSpPr>
            <p:spPr bwMode="auto">
              <a:xfrm>
                <a:off x="2339975" y="3282950"/>
                <a:ext cx="139700" cy="161925"/>
              </a:xfrm>
              <a:custGeom>
                <a:avLst/>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a:schemeClr val="accent4">
                  <a:lumMod val="42858"/>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7" name="îṡḷïde"/>
              <p:cNvSpPr/>
              <p:nvPr>
                <p:custDataLst>
                  <p:tags r:id="rId29"/>
                </p:custDataLst>
              </p:nvPr>
            </p:nvSpPr>
            <p:spPr bwMode="auto">
              <a:xfrm>
                <a:off x="2847975" y="3270250"/>
                <a:ext cx="141288" cy="182563"/>
              </a:xfrm>
              <a:custGeom>
                <a:avLst/>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a:schemeClr val="accent4">
                  <a:lumMod val="42858"/>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8" name="îṩḷiďè"/>
              <p:cNvSpPr/>
              <p:nvPr>
                <p:custDataLst>
                  <p:tags r:id="rId30"/>
                </p:custDataLst>
              </p:nvPr>
            </p:nvSpPr>
            <p:spPr bwMode="auto">
              <a:xfrm>
                <a:off x="3025775" y="3273425"/>
                <a:ext cx="142875" cy="174625"/>
              </a:xfrm>
              <a:custGeom>
                <a:avLst/>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a:schemeClr val="accent4">
                  <a:lumMod val="42858"/>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9" name="í$1iḓê"/>
              <p:cNvSpPr/>
              <p:nvPr>
                <p:custDataLst>
                  <p:tags r:id="rId31"/>
                </p:custDataLst>
              </p:nvPr>
            </p:nvSpPr>
            <p:spPr bwMode="auto">
              <a:xfrm>
                <a:off x="3211513" y="3260725"/>
                <a:ext cx="147638" cy="168275"/>
              </a:xfrm>
              <a:custGeom>
                <a:avLst/>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a:schemeClr val="accent4">
                  <a:lumMod val="42858"/>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13" name="iṡlïḓè"/>
            <p:cNvGrpSpPr/>
            <p:nvPr userDrawn="1"/>
          </p:nvGrpSpPr>
          <p:grpSpPr>
            <a:xfrm>
              <a:off x="1682758" y="962385"/>
              <a:ext cx="1606542" cy="289834"/>
              <a:chOff x="4164013" y="2535238"/>
              <a:chExt cx="6142038" cy="1108075"/>
            </a:xfrm>
            <a:solidFill>
              <a:srgbClr val="001736"/>
            </a:solidFill>
          </p:grpSpPr>
          <p:sp>
            <p:nvSpPr>
              <p:cNvPr id="17" name="iSḷiḋé"/>
              <p:cNvSpPr/>
              <p:nvPr>
                <p:custDataLst>
                  <p:tags r:id="rId9"/>
                </p:custDataLst>
              </p:nvPr>
            </p:nvSpPr>
            <p:spPr bwMode="auto">
              <a:xfrm>
                <a:off x="8401050" y="2638425"/>
                <a:ext cx="722313" cy="769938"/>
              </a:xfrm>
              <a:custGeom>
                <a:avLst/>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8" name="ïṥḻiḑé"/>
              <p:cNvSpPr/>
              <p:nvPr>
                <p:custDataLst>
                  <p:tags r:id="rId10"/>
                </p:custDataLst>
              </p:nvPr>
            </p:nvSpPr>
            <p:spPr bwMode="auto">
              <a:xfrm>
                <a:off x="9459913" y="2535238"/>
                <a:ext cx="846138" cy="1025525"/>
              </a:xfrm>
              <a:custGeom>
                <a:avLst/>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9" name="ïṡľîḑe"/>
              <p:cNvSpPr/>
              <p:nvPr>
                <p:custDataLst>
                  <p:tags r:id="rId11"/>
                </p:custDataLst>
              </p:nvPr>
            </p:nvSpPr>
            <p:spPr bwMode="auto">
              <a:xfrm>
                <a:off x="4164013" y="2589213"/>
                <a:ext cx="606425" cy="922338"/>
              </a:xfrm>
              <a:custGeom>
                <a:avLst/>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0" name="ïṧḷïḑé"/>
              <p:cNvSpPr/>
              <p:nvPr>
                <p:custDataLst>
                  <p:tags r:id="rId12"/>
                </p:custDataLst>
              </p:nvPr>
            </p:nvSpPr>
            <p:spPr bwMode="auto">
              <a:xfrm>
                <a:off x="5183188" y="2668588"/>
                <a:ext cx="615950" cy="763588"/>
              </a:xfrm>
              <a:custGeom>
                <a:avLst/>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1" name="íṧ1íḓê"/>
              <p:cNvSpPr/>
              <p:nvPr>
                <p:custDataLst>
                  <p:tags r:id="rId13"/>
                </p:custDataLst>
              </p:nvPr>
            </p:nvSpPr>
            <p:spPr bwMode="auto">
              <a:xfrm>
                <a:off x="6096000" y="2546350"/>
                <a:ext cx="900113" cy="1096963"/>
              </a:xfrm>
              <a:custGeom>
                <a:avLst/>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2" name="iSlïḓè"/>
              <p:cNvSpPr/>
              <p:nvPr>
                <p:custDataLst>
                  <p:tags r:id="rId14"/>
                </p:custDataLst>
              </p:nvPr>
            </p:nvSpPr>
            <p:spPr bwMode="auto">
              <a:xfrm>
                <a:off x="7177088" y="2579688"/>
                <a:ext cx="1055688" cy="842963"/>
              </a:xfrm>
              <a:custGeom>
                <a:avLst/>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14" name="iṧlide"/>
            <p:cNvGrpSpPr/>
            <p:nvPr userDrawn="1"/>
          </p:nvGrpSpPr>
          <p:grpSpPr>
            <a:xfrm>
              <a:off x="1681928" y="1301968"/>
              <a:ext cx="1596160" cy="99656"/>
              <a:chOff x="4195410" y="3864490"/>
              <a:chExt cx="5963974" cy="372361"/>
            </a:xfrm>
            <a:solidFill>
              <a:srgbClr val="001736"/>
            </a:solidFill>
          </p:grpSpPr>
          <p:sp>
            <p:nvSpPr>
              <p:cNvPr id="15" name="ïṩ1ïdé"/>
              <p:cNvSpPr/>
              <p:nvPr>
                <p:custDataLst>
                  <p:tags r:id="rId7"/>
                </p:custDataLst>
              </p:nvPr>
            </p:nvSpPr>
            <p:spPr bwMode="auto">
              <a:xfrm>
                <a:off x="4195410" y="3864490"/>
                <a:ext cx="4781729" cy="372361"/>
              </a:xfrm>
              <a:custGeom>
                <a:avLst/>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6" name="iṥḷíḍé"/>
              <p:cNvSpPr/>
              <p:nvPr>
                <p:custDataLst>
                  <p:tags r:id="rId8"/>
                </p:custDataLst>
              </p:nvPr>
            </p:nvSpPr>
            <p:spPr bwMode="auto">
              <a:xfrm>
                <a:off x="9003514" y="3864490"/>
                <a:ext cx="1155870" cy="372361"/>
              </a:xfrm>
              <a:custGeom>
                <a:avLst/>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sp>
        <p:nvSpPr>
          <p:cNvPr id="6" name="标题 1"/>
          <p:cNvSpPr>
            <a:spLocks noGrp="1"/>
          </p:cNvSpPr>
          <p:nvPr>
            <p:ph type="title" hasCustomPrompt="1"/>
            <p:custDataLst>
              <p:tags r:id="rId3"/>
            </p:custDataLst>
          </p:nvPr>
        </p:nvSpPr>
        <p:spPr>
          <a:xfrm>
            <a:off x="5051107" y="1620570"/>
            <a:ext cx="1977755" cy="1081088"/>
          </a:xfrm>
        </p:spPr>
        <p:txBody>
          <a:bodyPr wrap="square" anchor="b">
            <a:normAutofit/>
          </a:bodyPr>
          <a:lstStyle>
            <a:lvl1pPr algn="ctr">
              <a:defRPr kumimoji="0" lang="zh-CN" altLang="en-US" sz="6000" b="1" i="0" u="none" strike="noStrike" kern="1200" cap="none" spc="0" normalizeH="0" baseline="0" noProof="1">
                <a:solidFill>
                  <a:schemeClr val="tx1"/>
                </a:solidFill>
                <a:latin typeface="+mj-lt"/>
                <a:ea typeface="+mj-ea"/>
                <a:cs typeface="+mj-cs"/>
                <a:sym typeface="+mn-ea"/>
              </a:defRPr>
            </a:lvl1pPr>
          </a:lstStyle>
          <a:p>
            <a:r>
              <a:rPr lang="zh-CN" altLang="en-US" dirty="0"/>
              <a:t>标题</a:t>
            </a:r>
          </a:p>
        </p:txBody>
      </p:sp>
      <p:sp>
        <p:nvSpPr>
          <p:cNvPr id="9" name="灯片编号占位符 5"/>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t>‹#›</a:t>
            </a:fld>
            <a:endParaRPr lang="zh-CN" altLang="en-US"/>
          </a:p>
        </p:txBody>
      </p:sp>
      <p:sp>
        <p:nvSpPr>
          <p:cNvPr id="8" name="页脚占位符 4"/>
          <p:cNvSpPr>
            <a:spLocks noGrp="1"/>
          </p:cNvSpPr>
          <p:nvPr>
            <p:ph type="ftr" sz="quarter" idx="11"/>
            <p:custDataLst>
              <p:tags r:id="rId5"/>
            </p:custDataLst>
          </p:nvPr>
        </p:nvSpPr>
        <p:spPr/>
        <p:txBody>
          <a:bodyPr/>
          <a:lstStyle/>
          <a:p>
            <a:endParaRPr lang="zh-CN" altLang="en-US"/>
          </a:p>
        </p:txBody>
      </p:sp>
      <p:sp>
        <p:nvSpPr>
          <p:cNvPr id="5" name="日期占位符 3"/>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t>2025/4/17</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69924" y="1028700"/>
            <a:ext cx="10850563" cy="0"/>
          </a:xfrm>
          <a:prstGeom prst="line">
            <a:avLst/>
          </a:prstGeom>
          <a:ln w="3175">
            <a:solidFill>
              <a:schemeClr val="bg1">
                <a:lumMod val="50196"/>
              </a:schemeClr>
            </a:solidFill>
          </a:ln>
        </p:spPr>
        <p:style>
          <a:lnRef idx="1">
            <a:schemeClr val="accent1"/>
          </a:lnRef>
          <a:fillRef idx="0">
            <a:schemeClr val="accent1"/>
          </a:fillRef>
          <a:effectRef idx="0">
            <a:schemeClr val="accent1"/>
          </a:effectRef>
          <a:fontRef idx="minor">
            <a:schemeClr val="tx1"/>
          </a:fontRef>
        </p:style>
      </p:cxnSp>
      <p:grpSp>
        <p:nvGrpSpPr>
          <p:cNvPr id="11" name="组合 10"/>
          <p:cNvGrpSpPr/>
          <p:nvPr>
            <p:custDataLst>
              <p:tags r:id="rId2"/>
            </p:custDataLst>
          </p:nvPr>
        </p:nvGrpSpPr>
        <p:grpSpPr>
          <a:xfrm>
            <a:off x="9724571" y="535076"/>
            <a:ext cx="1795916" cy="404220"/>
            <a:chOff x="1071789" y="916886"/>
            <a:chExt cx="2217511" cy="499112"/>
          </a:xfrm>
        </p:grpSpPr>
        <p:grpSp>
          <p:nvGrpSpPr>
            <p:cNvPr id="12" name="ï$ļidê"/>
            <p:cNvGrpSpPr/>
            <p:nvPr userDrawn="1"/>
          </p:nvGrpSpPr>
          <p:grpSpPr>
            <a:xfrm>
              <a:off x="1071789" y="916886"/>
              <a:ext cx="496620" cy="499112"/>
              <a:chOff x="1905000" y="2476500"/>
              <a:chExt cx="1898650" cy="1908175"/>
            </a:xfrm>
          </p:grpSpPr>
          <p:sp>
            <p:nvSpPr>
              <p:cNvPr id="23" name="îšḻïďe"/>
              <p:cNvSpPr/>
              <p:nvPr>
                <p:custDataLst>
                  <p:tags r:id="rId17"/>
                </p:custDataLst>
              </p:nvPr>
            </p:nvSpPr>
            <p:spPr bwMode="auto">
              <a:xfrm>
                <a:off x="1905000" y="2476500"/>
                <a:ext cx="1898650" cy="1908175"/>
              </a:xfrm>
              <a:prstGeom prst="ellipse">
                <a:avLst/>
              </a:prstGeom>
              <a:solidFill>
                <a:schemeClr val="accent4">
                  <a:lumMod val="28103"/>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4" name="îṥľide"/>
              <p:cNvSpPr/>
              <p:nvPr>
                <p:custDataLst>
                  <p:tags r:id="rId18"/>
                </p:custDataLst>
              </p:nvPr>
            </p:nvSpPr>
            <p:spPr bwMode="auto">
              <a:xfrm>
                <a:off x="2217738" y="2790825"/>
                <a:ext cx="1273175" cy="1279525"/>
              </a:xfrm>
              <a:prstGeom prst="ellipse">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 name="îş1íḑé"/>
              <p:cNvSpPr/>
              <p:nvPr>
                <p:custDataLst>
                  <p:tags r:id="rId19"/>
                </p:custDataLst>
              </p:nvPr>
            </p:nvSpPr>
            <p:spPr bwMode="auto">
              <a:xfrm>
                <a:off x="1938338" y="3365500"/>
                <a:ext cx="230188" cy="155575"/>
              </a:xfrm>
              <a:custGeom>
                <a:avLst/>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 name="íSḷîḑe"/>
              <p:cNvSpPr/>
              <p:nvPr>
                <p:custDataLst>
                  <p:tags r:id="rId20"/>
                </p:custDataLst>
              </p:nvPr>
            </p:nvSpPr>
            <p:spPr bwMode="auto">
              <a:xfrm>
                <a:off x="2103438" y="2940050"/>
                <a:ext cx="165100" cy="147638"/>
              </a:xfrm>
              <a:custGeom>
                <a:avLst/>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 name="íṡḻîḋe"/>
              <p:cNvSpPr/>
              <p:nvPr>
                <p:custDataLst>
                  <p:tags r:id="rId21"/>
                </p:custDataLst>
              </p:nvPr>
            </p:nvSpPr>
            <p:spPr bwMode="auto">
              <a:xfrm>
                <a:off x="3422650" y="2962275"/>
                <a:ext cx="206375" cy="201613"/>
              </a:xfrm>
              <a:custGeom>
                <a:avLst/>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8" name="îṩļïdê"/>
              <p:cNvSpPr/>
              <p:nvPr>
                <p:custDataLst>
                  <p:tags r:id="rId22"/>
                </p:custDataLst>
              </p:nvPr>
            </p:nvSpPr>
            <p:spPr bwMode="auto">
              <a:xfrm>
                <a:off x="3533775" y="3359150"/>
                <a:ext cx="263525" cy="165100"/>
              </a:xfrm>
              <a:custGeom>
                <a:avLst/>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 name="íśļiḋé"/>
              <p:cNvSpPr/>
              <p:nvPr>
                <p:custDataLst>
                  <p:tags r:id="rId23"/>
                </p:custDataLst>
              </p:nvPr>
            </p:nvSpPr>
            <p:spPr bwMode="auto">
              <a:xfrm>
                <a:off x="2449513" y="2546350"/>
                <a:ext cx="201613" cy="260350"/>
              </a:xfrm>
              <a:custGeom>
                <a:avLst/>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 name="íṩḷíḑe"/>
              <p:cNvSpPr/>
              <p:nvPr>
                <p:custDataLst>
                  <p:tags r:id="rId24"/>
                </p:custDataLst>
              </p:nvPr>
            </p:nvSpPr>
            <p:spPr bwMode="auto">
              <a:xfrm>
                <a:off x="3028950" y="2601913"/>
                <a:ext cx="238125" cy="222250"/>
              </a:xfrm>
              <a:custGeom>
                <a:avLst/>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1" name="íṧļiḓé"/>
              <p:cNvSpPr/>
              <p:nvPr>
                <p:custDataLst>
                  <p:tags r:id="rId25"/>
                </p:custDataLst>
              </p:nvPr>
            </p:nvSpPr>
            <p:spPr bwMode="auto">
              <a:xfrm>
                <a:off x="2627313" y="4146550"/>
                <a:ext cx="501650" cy="161925"/>
              </a:xfrm>
              <a:custGeom>
                <a:avLst/>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a:schemeClr val="bg1"/>
              </a:solidFill>
              <a:ln>
                <a:noFill/>
              </a:ln>
            </p:spPr>
            <p:txBody>
              <a:bodyPr anchor="ctr"/>
              <a:lstStyle/>
              <a:p>
                <a:pPr algn="ctr"/>
                <a:endParaRPr/>
              </a:p>
            </p:txBody>
          </p:sp>
          <p:sp>
            <p:nvSpPr>
              <p:cNvPr id="32" name="îSlïḍè"/>
              <p:cNvSpPr/>
              <p:nvPr>
                <p:custDataLst>
                  <p:tags r:id="rId26"/>
                </p:custDataLst>
              </p:nvPr>
            </p:nvSpPr>
            <p:spPr bwMode="auto">
              <a:xfrm>
                <a:off x="2373313" y="2843213"/>
                <a:ext cx="1058863" cy="1065213"/>
              </a:xfrm>
              <a:custGeom>
                <a:avLst/>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a:schemeClr val="accent4">
                  <a:lumMod val="56206"/>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3" name="íšlíḍé"/>
              <p:cNvSpPr/>
              <p:nvPr>
                <p:custDataLst>
                  <p:tags r:id="rId27"/>
                </p:custDataLst>
              </p:nvPr>
            </p:nvSpPr>
            <p:spPr bwMode="auto">
              <a:xfrm>
                <a:off x="2581275" y="3270250"/>
                <a:ext cx="158750" cy="171450"/>
              </a:xfrm>
              <a:custGeom>
                <a:avLst/>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4" name="îšḻidè"/>
              <p:cNvSpPr/>
              <p:nvPr>
                <p:custDataLst>
                  <p:tags r:id="rId28"/>
                </p:custDataLst>
              </p:nvPr>
            </p:nvSpPr>
            <p:spPr bwMode="auto">
              <a:xfrm>
                <a:off x="2409825" y="3444875"/>
                <a:ext cx="685800" cy="334963"/>
              </a:xfrm>
              <a:custGeom>
                <a:avLst/>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ahLst/>
                <a:cxnLst>
                  <a:cxn ang="0">
                    <a:pos x="T0" y="T1"/>
                  </a:cxn>
                  <a:cxn ang="0">
                    <a:pos x="T2" y="T3"/>
                  </a:cxn>
                  <a:cxn ang="0">
                    <a:pos x="T4" y="T5"/>
                  </a:cxn>
                  <a:cxn ang="0">
                    <a:pos x="T6" y="T7"/>
                  </a:cxn>
                  <a:cxn ang="0">
                    <a:pos x="T8" y="T9"/>
                  </a:cxn>
                  <a:cxn ang="0">
                    <a:pos x="T10" y="T11"/>
                  </a:cxn>
                  <a:cxn ang="0">
                    <a:pos x="T12" y="T13"/>
                  </a:cxn>
                </a:cxn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a:schemeClr val="accent4">
                  <a:lumMod val="42858"/>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5" name="ïsḷide"/>
              <p:cNvSpPr/>
              <p:nvPr>
                <p:custDataLst>
                  <p:tags r:id="rId29"/>
                </p:custDataLst>
              </p:nvPr>
            </p:nvSpPr>
            <p:spPr bwMode="auto">
              <a:xfrm>
                <a:off x="2693988" y="2949575"/>
                <a:ext cx="631825" cy="271463"/>
              </a:xfrm>
              <a:custGeom>
                <a:avLst/>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a:schemeClr val="accent4">
                  <a:lumMod val="42858"/>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6" name="işḷïḍé"/>
              <p:cNvSpPr/>
              <p:nvPr>
                <p:custDataLst>
                  <p:tags r:id="rId30"/>
                </p:custDataLst>
              </p:nvPr>
            </p:nvSpPr>
            <p:spPr bwMode="auto">
              <a:xfrm>
                <a:off x="2339975" y="3282950"/>
                <a:ext cx="139700" cy="161925"/>
              </a:xfrm>
              <a:custGeom>
                <a:avLst/>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a:schemeClr val="accent4">
                  <a:lumMod val="42858"/>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7" name="îṡḷïde"/>
              <p:cNvSpPr/>
              <p:nvPr>
                <p:custDataLst>
                  <p:tags r:id="rId31"/>
                </p:custDataLst>
              </p:nvPr>
            </p:nvSpPr>
            <p:spPr bwMode="auto">
              <a:xfrm>
                <a:off x="2847975" y="3270250"/>
                <a:ext cx="141288" cy="182563"/>
              </a:xfrm>
              <a:custGeom>
                <a:avLst/>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a:schemeClr val="accent4">
                  <a:lumMod val="42858"/>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8" name="îṩḷiďè"/>
              <p:cNvSpPr/>
              <p:nvPr>
                <p:custDataLst>
                  <p:tags r:id="rId32"/>
                </p:custDataLst>
              </p:nvPr>
            </p:nvSpPr>
            <p:spPr bwMode="auto">
              <a:xfrm>
                <a:off x="3025775" y="3273425"/>
                <a:ext cx="142875" cy="174625"/>
              </a:xfrm>
              <a:custGeom>
                <a:avLst/>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a:schemeClr val="accent4">
                  <a:lumMod val="42858"/>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9" name="í$1iḓê"/>
              <p:cNvSpPr/>
              <p:nvPr>
                <p:custDataLst>
                  <p:tags r:id="rId33"/>
                </p:custDataLst>
              </p:nvPr>
            </p:nvSpPr>
            <p:spPr bwMode="auto">
              <a:xfrm>
                <a:off x="3211513" y="3260725"/>
                <a:ext cx="147638" cy="168275"/>
              </a:xfrm>
              <a:custGeom>
                <a:avLst/>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a:schemeClr val="accent4">
                  <a:lumMod val="42858"/>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13" name="iṡlïḓè"/>
            <p:cNvGrpSpPr/>
            <p:nvPr userDrawn="1"/>
          </p:nvGrpSpPr>
          <p:grpSpPr>
            <a:xfrm>
              <a:off x="1682758" y="962385"/>
              <a:ext cx="1606542" cy="289834"/>
              <a:chOff x="4164013" y="2535238"/>
              <a:chExt cx="6142038" cy="1108075"/>
            </a:xfrm>
            <a:solidFill>
              <a:srgbClr val="001736"/>
            </a:solidFill>
          </p:grpSpPr>
          <p:sp>
            <p:nvSpPr>
              <p:cNvPr id="17" name="iSḷiḋé"/>
              <p:cNvSpPr/>
              <p:nvPr>
                <p:custDataLst>
                  <p:tags r:id="rId11"/>
                </p:custDataLst>
              </p:nvPr>
            </p:nvSpPr>
            <p:spPr bwMode="auto">
              <a:xfrm>
                <a:off x="8401050" y="2638425"/>
                <a:ext cx="722313" cy="769938"/>
              </a:xfrm>
              <a:custGeom>
                <a:avLst/>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8" name="ïṥḻiḑé"/>
              <p:cNvSpPr/>
              <p:nvPr>
                <p:custDataLst>
                  <p:tags r:id="rId12"/>
                </p:custDataLst>
              </p:nvPr>
            </p:nvSpPr>
            <p:spPr bwMode="auto">
              <a:xfrm>
                <a:off x="9459913" y="2535238"/>
                <a:ext cx="846138" cy="1025525"/>
              </a:xfrm>
              <a:custGeom>
                <a:avLst/>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9" name="ïṡľîḑe"/>
              <p:cNvSpPr/>
              <p:nvPr>
                <p:custDataLst>
                  <p:tags r:id="rId13"/>
                </p:custDataLst>
              </p:nvPr>
            </p:nvSpPr>
            <p:spPr bwMode="auto">
              <a:xfrm>
                <a:off x="4164013" y="2589213"/>
                <a:ext cx="606425" cy="922338"/>
              </a:xfrm>
              <a:custGeom>
                <a:avLst/>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0" name="ïṧḷïḑé"/>
              <p:cNvSpPr/>
              <p:nvPr>
                <p:custDataLst>
                  <p:tags r:id="rId14"/>
                </p:custDataLst>
              </p:nvPr>
            </p:nvSpPr>
            <p:spPr bwMode="auto">
              <a:xfrm>
                <a:off x="5183188" y="2668588"/>
                <a:ext cx="615950" cy="763588"/>
              </a:xfrm>
              <a:custGeom>
                <a:avLst/>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1" name="íṧ1íḓê"/>
              <p:cNvSpPr/>
              <p:nvPr>
                <p:custDataLst>
                  <p:tags r:id="rId15"/>
                </p:custDataLst>
              </p:nvPr>
            </p:nvSpPr>
            <p:spPr bwMode="auto">
              <a:xfrm>
                <a:off x="6096000" y="2546350"/>
                <a:ext cx="900113" cy="1096963"/>
              </a:xfrm>
              <a:custGeom>
                <a:avLst/>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2" name="iSlïḓè"/>
              <p:cNvSpPr/>
              <p:nvPr>
                <p:custDataLst>
                  <p:tags r:id="rId16"/>
                </p:custDataLst>
              </p:nvPr>
            </p:nvSpPr>
            <p:spPr bwMode="auto">
              <a:xfrm>
                <a:off x="7177088" y="2579688"/>
                <a:ext cx="1055688" cy="842963"/>
              </a:xfrm>
              <a:custGeom>
                <a:avLst/>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14" name="iṧlide"/>
            <p:cNvGrpSpPr/>
            <p:nvPr userDrawn="1"/>
          </p:nvGrpSpPr>
          <p:grpSpPr>
            <a:xfrm>
              <a:off x="1681928" y="1301968"/>
              <a:ext cx="1596160" cy="99656"/>
              <a:chOff x="4195410" y="3864490"/>
              <a:chExt cx="5963974" cy="372361"/>
            </a:xfrm>
            <a:solidFill>
              <a:srgbClr val="001736"/>
            </a:solidFill>
          </p:grpSpPr>
          <p:sp>
            <p:nvSpPr>
              <p:cNvPr id="15" name="ïṩ1ïdé"/>
              <p:cNvSpPr/>
              <p:nvPr>
                <p:custDataLst>
                  <p:tags r:id="rId9"/>
                </p:custDataLst>
              </p:nvPr>
            </p:nvSpPr>
            <p:spPr bwMode="auto">
              <a:xfrm>
                <a:off x="4195410" y="3864490"/>
                <a:ext cx="4781729" cy="372361"/>
              </a:xfrm>
              <a:custGeom>
                <a:avLst/>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6" name="iṥḷíḍé"/>
              <p:cNvSpPr/>
              <p:nvPr>
                <p:custDataLst>
                  <p:tags r:id="rId10"/>
                </p:custDataLst>
              </p:nvPr>
            </p:nvSpPr>
            <p:spPr bwMode="auto">
              <a:xfrm>
                <a:off x="9003514" y="3864490"/>
                <a:ext cx="1155870" cy="372361"/>
              </a:xfrm>
              <a:custGeom>
                <a:avLst/>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sp>
        <p:nvSpPr>
          <p:cNvPr id="42" name="灯片编号占位符 6"/>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41" name="页脚占位符 5"/>
          <p:cNvSpPr>
            <a:spLocks noGrp="1"/>
          </p:cNvSpPr>
          <p:nvPr>
            <p:ph type="ftr" sz="quarter" idx="11"/>
            <p:custDataLst>
              <p:tags r:id="rId4"/>
            </p:custDataLst>
          </p:nvPr>
        </p:nvSpPr>
        <p:spPr/>
        <p:txBody>
          <a:bodyPr/>
          <a:lstStyle/>
          <a:p>
            <a:endParaRPr lang="zh-CN" altLang="en-US"/>
          </a:p>
        </p:txBody>
      </p:sp>
      <p:sp>
        <p:nvSpPr>
          <p:cNvPr id="40"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t>2025/4/17</a:t>
            </a:fld>
            <a:endParaRPr lang="zh-CN" altLang="en-US"/>
          </a:p>
        </p:txBody>
      </p:sp>
      <p:sp>
        <p:nvSpPr>
          <p:cNvPr id="10" name="节编号 3"/>
          <p:cNvSpPr>
            <a:spLocks noGrp="1" noChangeAspect="1"/>
          </p:cNvSpPr>
          <p:nvPr>
            <p:ph type="body" sz="quarter" idx="13" hasCustomPrompt="1"/>
            <p:custDataLst>
              <p:tags r:id="rId6"/>
            </p:custDataLst>
          </p:nvPr>
        </p:nvSpPr>
        <p:spPr>
          <a:xfrm>
            <a:off x="5646000" y="2553652"/>
            <a:ext cx="900000" cy="899772"/>
          </a:xfrm>
          <a:prstGeom prst="ellipse">
            <a:avLst/>
          </a:prstGeom>
          <a:solidFill>
            <a:schemeClr val="accent1"/>
          </a:solidFill>
          <a:ln w="12700">
            <a:solidFill>
              <a:srgbClr val="FFFFFF"/>
            </a:solidFill>
          </a:ln>
        </p:spPr>
        <p:txBody>
          <a:bodyPr wrap="none" lIns="0" tIns="0" rIns="0" bIns="0" anchor="ctr" anchorCtr="0">
            <a:noAutofit/>
          </a:bodyPr>
          <a:lstStyle>
            <a:lvl1pPr marL="0" indent="0" algn="ctr">
              <a:lnSpc>
                <a:spcPct val="100000"/>
              </a:lnSpc>
              <a:buNone/>
              <a:defRPr sz="3400" b="1">
                <a:ln>
                  <a:noFill/>
                </a:ln>
                <a:solidFill>
                  <a:srgbClr val="FFFFFF"/>
                </a:solidFill>
              </a:defRPr>
            </a:lvl1pPr>
          </a:lstStyle>
          <a:p>
            <a:pPr lvl="0"/>
            <a:r>
              <a:rPr lang="zh-CN" altLang="en-US" dirty="0"/>
              <a:t>节编号</a:t>
            </a:r>
          </a:p>
        </p:txBody>
      </p:sp>
      <p:sp>
        <p:nvSpPr>
          <p:cNvPr id="9" name="文本占位符 2"/>
          <p:cNvSpPr>
            <a:spLocks noGrp="1"/>
          </p:cNvSpPr>
          <p:nvPr>
            <p:ph type="body" idx="1" hasCustomPrompt="1"/>
            <p:custDataLst>
              <p:tags r:id="rId7"/>
            </p:custDataLst>
          </p:nvPr>
        </p:nvSpPr>
        <p:spPr>
          <a:xfrm>
            <a:off x="2903855" y="4694237"/>
            <a:ext cx="6384290" cy="563245"/>
          </a:xfrm>
        </p:spPr>
        <p:txBody>
          <a:bodyPr wrap="square">
            <a:normAutofit/>
          </a:bodyPr>
          <a:lstStyle>
            <a:lvl1pPr marL="0" indent="0" algn="ctr">
              <a:buNone/>
              <a:defRPr sz="2400" b="1" u="none" strike="noStrike" kern="1200" cap="none" spc="0" normalizeH="0">
                <a:solidFill>
                  <a:schemeClr val="tx1">
                    <a:lumMod val="75000"/>
                    <a:lumOff val="25000"/>
                  </a:schemeClr>
                </a:solidFill>
                <a:uFillTx/>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单击此处编辑副标题</a:t>
            </a:r>
          </a:p>
        </p:txBody>
      </p:sp>
      <p:sp>
        <p:nvSpPr>
          <p:cNvPr id="8" name="标题 1"/>
          <p:cNvSpPr>
            <a:spLocks noGrp="1"/>
          </p:cNvSpPr>
          <p:nvPr>
            <p:ph type="title" hasCustomPrompt="1"/>
            <p:custDataLst>
              <p:tags r:id="rId8"/>
            </p:custDataLst>
          </p:nvPr>
        </p:nvSpPr>
        <p:spPr>
          <a:xfrm>
            <a:off x="2903855" y="3604577"/>
            <a:ext cx="6384290" cy="1051560"/>
          </a:xfrm>
        </p:spPr>
        <p:txBody>
          <a:bodyPr wrap="square" anchor="b">
            <a:normAutofit/>
          </a:bodyPr>
          <a:lstStyle>
            <a:lvl1pPr algn="ctr">
              <a:defRPr kumimoji="0" lang="zh-CN" altLang="en-US" sz="5400" b="1" i="0" u="none" strike="noStrike" kern="1200" cap="none" spc="0" normalizeH="0" baseline="0" noProof="1">
                <a:solidFill>
                  <a:schemeClr val="tx1"/>
                </a:solidFill>
                <a:latin typeface="+mj-lt"/>
                <a:ea typeface="+mj-ea"/>
                <a:cs typeface="+mj-cs"/>
                <a:sym typeface="+mn-ea"/>
              </a:defRPr>
            </a:lvl1pPr>
          </a:lstStyle>
          <a:p>
            <a:r>
              <a:rPr lang="zh-CN" altLang="en-US" dirty="0"/>
              <a:t>单击编辑母版标题</a:t>
            </a:r>
          </a:p>
        </p:txBody>
      </p:sp>
    </p:spTree>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内容占位符 2"/>
          <p:cNvSpPr>
            <a:spLocks noGrp="1"/>
          </p:cNvSpPr>
          <p:nvPr>
            <p:ph sz="half" idx="1"/>
            <p:custDataLst>
              <p:tags r:id="rId1"/>
            </p:custDataLst>
          </p:nvPr>
        </p:nvSpPr>
        <p:spPr>
          <a:xfrm>
            <a:off x="695960" y="1301750"/>
            <a:ext cx="5323840" cy="4875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2"/>
            </p:custDataLst>
          </p:nvPr>
        </p:nvSpPr>
        <p:spPr>
          <a:xfrm>
            <a:off x="6172200" y="1301750"/>
            <a:ext cx="5323840" cy="4875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custDataLst>
              <p:tags r:id="rId3"/>
            </p:custDataLst>
          </p:nvPr>
        </p:nvSpPr>
        <p:spPr/>
        <p:txBody>
          <a:bodyPr/>
          <a:lstStyle/>
          <a:p>
            <a:fld id="{760FBDFE-C587-4B4C-A407-44438C67B59E}" type="datetimeFigureOut">
              <a:rPr lang="zh-CN" altLang="en-US" smtClean="0"/>
              <a:t>2025/4/17</a:t>
            </a:fld>
            <a:endParaRPr lang="zh-CN" altLang="en-US"/>
          </a:p>
        </p:txBody>
      </p:sp>
      <p:sp>
        <p:nvSpPr>
          <p:cNvPr id="6" name="页脚占位符 5"/>
          <p:cNvSpPr>
            <a:spLocks noGrp="1"/>
          </p:cNvSpPr>
          <p:nvPr>
            <p:ph type="ftr" sz="quarter" idx="11"/>
            <p:custDataLst>
              <p:tags r:id="rId4"/>
            </p:custDataLst>
          </p:nvPr>
        </p:nvSpPr>
        <p:spPr/>
        <p:txBody>
          <a:bodyPr/>
          <a:lstStyle/>
          <a:p>
            <a:endParaRPr lang="zh-CN" altLang="en-US"/>
          </a:p>
        </p:txBody>
      </p:sp>
      <p:sp>
        <p:nvSpPr>
          <p:cNvPr id="7" name="灯片编号占位符 6"/>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
        <p:nvSpPr>
          <p:cNvPr id="8" name="标题 1"/>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1"/>
            </p:custDataLst>
          </p:nvPr>
        </p:nvSpPr>
        <p:spPr>
          <a:xfrm>
            <a:off x="695960" y="1301750"/>
            <a:ext cx="5323840" cy="411303"/>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custDataLst>
              <p:tags r:id="rId2"/>
            </p:custDataLst>
          </p:nvPr>
        </p:nvSpPr>
        <p:spPr>
          <a:xfrm>
            <a:off x="695960" y="1875099"/>
            <a:ext cx="5323840" cy="430027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custDataLst>
              <p:tags r:id="rId3"/>
            </p:custDataLst>
          </p:nvPr>
        </p:nvSpPr>
        <p:spPr>
          <a:xfrm>
            <a:off x="6172200" y="1301750"/>
            <a:ext cx="5323840" cy="411303"/>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custDataLst>
              <p:tags r:id="rId4"/>
            </p:custDataLst>
          </p:nvPr>
        </p:nvSpPr>
        <p:spPr>
          <a:xfrm>
            <a:off x="6172200" y="1875099"/>
            <a:ext cx="5323840" cy="430027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5"/>
            </p:custDataLst>
          </p:nvPr>
        </p:nvSpPr>
        <p:spPr/>
        <p:txBody>
          <a:bodyPr/>
          <a:lstStyle/>
          <a:p>
            <a:fld id="{760FBDFE-C587-4B4C-A407-44438C67B59E}" type="datetimeFigureOut">
              <a:rPr lang="zh-CN" altLang="en-US" smtClean="0"/>
              <a:t>2025/4/17</a:t>
            </a:fld>
            <a:endParaRPr lang="zh-CN" altLang="en-US"/>
          </a:p>
        </p:txBody>
      </p:sp>
      <p:sp>
        <p:nvSpPr>
          <p:cNvPr id="8" name="页脚占位符 7"/>
          <p:cNvSpPr>
            <a:spLocks noGrp="1"/>
          </p:cNvSpPr>
          <p:nvPr>
            <p:ph type="ftr" sz="quarter" idx="11"/>
            <p:custDataLst>
              <p:tags r:id="rId6"/>
            </p:custDataLst>
          </p:nvPr>
        </p:nvSpPr>
        <p:spPr/>
        <p:txBody>
          <a:bodyPr/>
          <a:lstStyle/>
          <a:p>
            <a:endParaRPr lang="zh-CN" altLang="en-US"/>
          </a:p>
        </p:txBody>
      </p:sp>
      <p:sp>
        <p:nvSpPr>
          <p:cNvPr id="9" name="灯片编号占位符 8"/>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a:p>
        </p:txBody>
      </p:sp>
      <p:sp>
        <p:nvSpPr>
          <p:cNvPr id="10" name="标题 1"/>
          <p:cNvSpPr>
            <a:spLocks noGrp="1"/>
          </p:cNvSpPr>
          <p:nvPr>
            <p:ph type="title"/>
            <p:custDataLst>
              <p:tags r:id="rId8"/>
            </p:custDataLst>
          </p:nvPr>
        </p:nvSpPr>
        <p:spPr/>
        <p:txBody>
          <a:bodyPr/>
          <a:lstStyle/>
          <a:p>
            <a:r>
              <a:rPr lang="zh-CN" altLang="en-US"/>
              <a:t>单击此处编辑母版标题样式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2025/4/17</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6" name="标题 1"/>
          <p:cNvSpPr>
            <a:spLocks noGrp="1"/>
          </p:cNvSpPr>
          <p:nvPr>
            <p:ph type="title"/>
            <p:custDataLst>
              <p:tags r:id="rId4"/>
            </p:custDataLst>
          </p:nvPr>
        </p:nvSpPr>
        <p:spPr/>
        <p:txBody>
          <a:bodyPr/>
          <a:lstStyle/>
          <a:p>
            <a:r>
              <a:rPr lang="zh-CN" altLang="en-US"/>
              <a:t>单击此处编辑母版标题样式</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2025/4/17</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仅内容">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695960" y="360045"/>
            <a:ext cx="10801985" cy="581787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2"/>
            </p:custDataLst>
          </p:nvPr>
        </p:nvSpPr>
        <p:spPr/>
        <p:txBody>
          <a:bodyPr/>
          <a:lstStyle/>
          <a:p>
            <a:fld id="{760FBDFE-C587-4B4C-A407-44438C67B59E}" type="datetimeFigureOut">
              <a:rPr lang="zh-CN" altLang="en-US" smtClean="0"/>
              <a:t>2025/4/17</a:t>
            </a:fld>
            <a:endParaRPr lang="zh-CN" altLang="en-US"/>
          </a:p>
        </p:txBody>
      </p:sp>
      <p:sp>
        <p:nvSpPr>
          <p:cNvPr id="5" name="页脚占位符 4"/>
          <p:cNvSpPr>
            <a:spLocks noGrp="1"/>
          </p:cNvSpPr>
          <p:nvPr>
            <p:ph type="ftr" sz="quarter" idx="11"/>
            <p:custDataLst>
              <p:tags r:id="rId3"/>
            </p:custDataLst>
          </p:nvPr>
        </p:nvSpPr>
        <p:spPr/>
        <p:txBody>
          <a:bodyPr/>
          <a:lstStyle/>
          <a:p>
            <a:endParaRPr lang="zh-CN" altLang="en-US"/>
          </a:p>
        </p:txBody>
      </p:sp>
      <p:sp>
        <p:nvSpPr>
          <p:cNvPr id="6" name="灯片编号占位符 5"/>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标题和副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2025/4/17</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6" name="Text Placeholder 5"/>
          <p:cNvSpPr>
            <a:spLocks noGrp="1"/>
          </p:cNvSpPr>
          <p:nvPr>
            <p:ph type="body" idx="13" hasCustomPrompt="1"/>
            <p:custDataLst>
              <p:tags r:id="rId4"/>
            </p:custDataLst>
          </p:nvPr>
        </p:nvSpPr>
        <p:spPr>
          <a:xfrm>
            <a:off x="695960" y="1301750"/>
            <a:ext cx="10799088" cy="405553"/>
          </a:xfrm>
        </p:spPr>
        <p:txBody>
          <a:bodyPr/>
          <a:lstStyle>
            <a:lvl5pPr>
              <a:buNone/>
              <a:defRPr/>
            </a:lvl5pPr>
          </a:lstStyle>
          <a:p>
            <a:pPr lvl="0"/>
            <a:r>
              <a:rPr lang="zh-CN" altLang="en-US"/>
              <a:t>单击此处编辑副标题</a:t>
            </a:r>
          </a:p>
        </p:txBody>
      </p:sp>
      <p:sp>
        <p:nvSpPr>
          <p:cNvPr id="7" name="标题 1"/>
          <p:cNvSpPr>
            <a:spLocks noGrp="1"/>
          </p:cNvSpPr>
          <p:nvPr>
            <p:ph type="title"/>
            <p:custDataLst>
              <p:tags r:id="rId5"/>
            </p:custDataLst>
          </p:nvPr>
        </p:nvSpPr>
        <p:spPr/>
        <p:txBody>
          <a:bodyPr/>
          <a:lstStyle/>
          <a:p>
            <a:r>
              <a:rPr lang="zh-CN" altLang="en-US"/>
              <a:t>单击此处编辑母版标题样式</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末尾幻灯片">
    <p:bg>
      <p:bgPr>
        <a:solidFill>
          <a:schemeClr val="bg1"/>
        </a:solidFill>
        <a:effectLst/>
      </p:bgPr>
    </p:bg>
    <p:spTree>
      <p:nvGrpSpPr>
        <p:cNvPr id="1" name=""/>
        <p:cNvGrpSpPr/>
        <p:nvPr/>
      </p:nvGrpSpPr>
      <p:grpSpPr>
        <a:xfrm>
          <a:off x="0" y="0"/>
          <a:ext cx="0" cy="0"/>
          <a:chOff x="0" y="0"/>
          <a:chExt cx="0" cy="0"/>
        </a:xfrm>
      </p:grpSpPr>
      <p:pic>
        <p:nvPicPr>
          <p:cNvPr id="13" name="图片 12" descr="草地上的建筑&#10;&#10;描述已自动生成"/>
          <p:cNvPicPr>
            <a:picLocks noChangeAspect="1"/>
          </p:cNvPicPr>
          <p:nvPr>
            <p:custDataLst>
              <p:tags r:id="rId1"/>
            </p:custDataLst>
          </p:nvPr>
        </p:nvPicPr>
        <p:blipFill>
          <a:blip r:embed="rId34">
            <a:alphaModFix amt="7000"/>
            <a:duotone>
              <a:schemeClr val="accent4">
                <a:shade val="45000"/>
                <a:satMod val="135000"/>
              </a:schemeClr>
              <a:prstClr val="white"/>
            </a:duotone>
          </a:blip>
          <a:stretch>
            <a:fillRect/>
          </a:stretch>
        </p:blipFill>
        <p:spPr>
          <a:xfrm>
            <a:off x="18998" y="-1"/>
            <a:ext cx="12173002" cy="6858000"/>
          </a:xfrm>
          <a:prstGeom prst="rect">
            <a:avLst/>
          </a:prstGeom>
        </p:spPr>
      </p:pic>
      <p:sp>
        <p:nvSpPr>
          <p:cNvPr id="11" name="ïṣḷïḋe"/>
          <p:cNvSpPr/>
          <p:nvPr>
            <p:custDataLst>
              <p:tags r:id="rId2"/>
            </p:custDataLst>
          </p:nvPr>
        </p:nvSpPr>
        <p:spPr>
          <a:xfrm>
            <a:off x="1" y="3553277"/>
            <a:ext cx="3520161" cy="3304722"/>
          </a:xfrm>
          <a:custGeom>
            <a:avLst/>
            <a:gdLst>
              <a:gd name="connsiteX0" fmla="*/ 2267365 w 3520161"/>
              <a:gd name="connsiteY0" fmla="*/ 83 h 3304722"/>
              <a:gd name="connsiteX1" fmla="*/ 3070329 w 3520161"/>
              <a:gd name="connsiteY1" fmla="*/ 299271 h 3304722"/>
              <a:gd name="connsiteX2" fmla="*/ 3070328 w 3520161"/>
              <a:gd name="connsiteY2" fmla="*/ 299271 h 3304722"/>
              <a:gd name="connsiteX3" fmla="*/ 3220892 w 3520161"/>
              <a:gd name="connsiteY3" fmla="*/ 2086011 h 3304722"/>
              <a:gd name="connsiteX4" fmla="*/ 2191612 w 3520161"/>
              <a:gd name="connsiteY4" fmla="*/ 3304722 h 3304722"/>
              <a:gd name="connsiteX5" fmla="*/ 0 w 3520161"/>
              <a:gd name="connsiteY5" fmla="*/ 3304722 h 3304722"/>
              <a:gd name="connsiteX6" fmla="*/ 0 w 3520161"/>
              <a:gd name="connsiteY6" fmla="*/ 1969656 h 3304722"/>
              <a:gd name="connsiteX7" fmla="*/ 1283589 w 3520161"/>
              <a:gd name="connsiteY7" fmla="*/ 449834 h 3304722"/>
              <a:gd name="connsiteX8" fmla="*/ 2267365 w 3520161"/>
              <a:gd name="connsiteY8" fmla="*/ 83 h 3304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0161" h="3304722">
                <a:moveTo>
                  <a:pt x="2267365" y="83"/>
                </a:moveTo>
                <a:cubicBezTo>
                  <a:pt x="2551510" y="3313"/>
                  <a:pt x="2836279" y="101600"/>
                  <a:pt x="3070329" y="299271"/>
                </a:cubicBezTo>
                <a:lnTo>
                  <a:pt x="3070328" y="299271"/>
                </a:lnTo>
                <a:cubicBezTo>
                  <a:pt x="3605301" y="751088"/>
                  <a:pt x="3672710" y="1551040"/>
                  <a:pt x="3220892" y="2086011"/>
                </a:cubicBezTo>
                <a:lnTo>
                  <a:pt x="2191612" y="3304722"/>
                </a:lnTo>
                <a:lnTo>
                  <a:pt x="0" y="3304722"/>
                </a:lnTo>
                <a:lnTo>
                  <a:pt x="0" y="1969656"/>
                </a:lnTo>
                <a:lnTo>
                  <a:pt x="1283589" y="449834"/>
                </a:lnTo>
                <a:cubicBezTo>
                  <a:pt x="1537736" y="148912"/>
                  <a:pt x="1902035" y="-4070"/>
                  <a:pt x="2267365" y="83"/>
                </a:cubicBezTo>
                <a:close/>
              </a:path>
            </a:pathLst>
          </a:custGeom>
          <a:blipFill>
            <a:blip r:embed="rId35">
              <a:duotone>
                <a:schemeClr val="accent3">
                  <a:shade val="45000"/>
                  <a:satMod val="135000"/>
                </a:schemeClr>
                <a:prstClr val="white"/>
              </a:duotone>
            </a:blip>
            <a:srcRect/>
            <a:stretch>
              <a:fillRect l="-33323" r="-3332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iśľiḓè"/>
          <p:cNvSpPr/>
          <p:nvPr>
            <p:custDataLst>
              <p:tags r:id="rId3"/>
            </p:custDataLst>
          </p:nvPr>
        </p:nvSpPr>
        <p:spPr>
          <a:xfrm flipH="1" flipV="1">
            <a:off x="1811471" y="4868985"/>
            <a:ext cx="2152019" cy="1989014"/>
          </a:xfrm>
          <a:custGeom>
            <a:avLst/>
            <a:gdLst>
              <a:gd name="connsiteX0" fmla="*/ 210268 w 3955516"/>
              <a:gd name="connsiteY0" fmla="*/ 3516016 h 3655904"/>
              <a:gd name="connsiteX1" fmla="*/ 210268 w 3955516"/>
              <a:gd name="connsiteY1" fmla="*/ 3516016 h 3655904"/>
              <a:gd name="connsiteX2" fmla="*/ 210268 w 3955516"/>
              <a:gd name="connsiteY2" fmla="*/ 3516016 h 3655904"/>
              <a:gd name="connsiteX3" fmla="*/ 2404025 w 3955516"/>
              <a:gd name="connsiteY3" fmla="*/ 0 h 3655904"/>
              <a:gd name="connsiteX4" fmla="*/ 3955516 w 3955516"/>
              <a:gd name="connsiteY4" fmla="*/ 0 h 3655904"/>
              <a:gd name="connsiteX5" fmla="*/ 1045452 w 3955516"/>
              <a:gd name="connsiteY5" fmla="*/ 3445637 h 3655904"/>
              <a:gd name="connsiteX6" fmla="*/ 309288 w 3955516"/>
              <a:gd name="connsiteY6" fmla="*/ 3583884 h 3655904"/>
              <a:gd name="connsiteX7" fmla="*/ 210268 w 3955516"/>
              <a:gd name="connsiteY7" fmla="*/ 3516016 h 3655904"/>
              <a:gd name="connsiteX8" fmla="*/ 126786 w 3955516"/>
              <a:gd name="connsiteY8" fmla="*/ 3429750 h 3655904"/>
              <a:gd name="connsiteX9" fmla="*/ 139890 w 3955516"/>
              <a:gd name="connsiteY9" fmla="*/ 2680831 h 365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55516" h="3655904">
                <a:moveTo>
                  <a:pt x="210268" y="3516016"/>
                </a:moveTo>
                <a:lnTo>
                  <a:pt x="210268" y="3516016"/>
                </a:lnTo>
                <a:lnTo>
                  <a:pt x="210268" y="3516016"/>
                </a:lnTo>
                <a:close/>
                <a:moveTo>
                  <a:pt x="2404025" y="0"/>
                </a:moveTo>
                <a:lnTo>
                  <a:pt x="3955516" y="0"/>
                </a:lnTo>
                <a:lnTo>
                  <a:pt x="1045452" y="3445637"/>
                </a:lnTo>
                <a:cubicBezTo>
                  <a:pt x="860656" y="3664444"/>
                  <a:pt x="551270" y="3715919"/>
                  <a:pt x="309288" y="3583884"/>
                </a:cubicBezTo>
                <a:lnTo>
                  <a:pt x="210268" y="3516016"/>
                </a:lnTo>
                <a:lnTo>
                  <a:pt x="126786" y="3429750"/>
                </a:lnTo>
                <a:cubicBezTo>
                  <a:pt x="-43881" y="3213275"/>
                  <a:pt x="-44906" y="2899638"/>
                  <a:pt x="139890" y="2680831"/>
                </a:cubicBezTo>
                <a:close/>
              </a:path>
            </a:pathLst>
          </a:custGeom>
          <a:solidFill>
            <a:schemeClr val="accent4">
              <a:lumMod val="76814"/>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îṡḷidé"/>
          <p:cNvSpPr/>
          <p:nvPr>
            <p:custDataLst>
              <p:tags r:id="rId4"/>
            </p:custDataLst>
          </p:nvPr>
        </p:nvSpPr>
        <p:spPr>
          <a:xfrm flipH="1" flipV="1">
            <a:off x="1961" y="4224012"/>
            <a:ext cx="923541" cy="1533891"/>
          </a:xfrm>
          <a:custGeom>
            <a:avLst/>
            <a:gdLst>
              <a:gd name="connsiteX0" fmla="*/ 1697514 w 1697514"/>
              <a:gd name="connsiteY0" fmla="*/ 0 h 2819365"/>
              <a:gd name="connsiteX1" fmla="*/ 1697514 w 1697514"/>
              <a:gd name="connsiteY1" fmla="*/ 1837030 h 2819365"/>
              <a:gd name="connsiteX2" fmla="*/ 1045452 w 1697514"/>
              <a:gd name="connsiteY2" fmla="*/ 2609099 h 2819365"/>
              <a:gd name="connsiteX3" fmla="*/ 210267 w 1697514"/>
              <a:gd name="connsiteY3" fmla="*/ 2679477 h 2819365"/>
              <a:gd name="connsiteX4" fmla="*/ 210268 w 1697514"/>
              <a:gd name="connsiteY4" fmla="*/ 2679478 h 2819365"/>
              <a:gd name="connsiteX5" fmla="*/ 139890 w 1697514"/>
              <a:gd name="connsiteY5" fmla="*/ 1844292 h 2819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7514" h="2819365">
                <a:moveTo>
                  <a:pt x="1697514" y="0"/>
                </a:moveTo>
                <a:lnTo>
                  <a:pt x="1697514" y="1837030"/>
                </a:lnTo>
                <a:lnTo>
                  <a:pt x="1045452" y="2609099"/>
                </a:lnTo>
                <a:cubicBezTo>
                  <a:pt x="834257" y="2859163"/>
                  <a:pt x="460332" y="2890672"/>
                  <a:pt x="210267" y="2679477"/>
                </a:cubicBezTo>
                <a:lnTo>
                  <a:pt x="210268" y="2679478"/>
                </a:lnTo>
                <a:cubicBezTo>
                  <a:pt x="-39796" y="2468282"/>
                  <a:pt x="-71306" y="2094357"/>
                  <a:pt x="139890" y="1844292"/>
                </a:cubicBezTo>
                <a:close/>
              </a:path>
            </a:pathLst>
          </a:custGeom>
          <a:solidFill>
            <a:schemeClr val="accent4">
              <a:lumMod val="76814"/>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íšļiďe"/>
          <p:cNvSpPr/>
          <p:nvPr>
            <p:custDataLst>
              <p:tags r:id="rId5"/>
            </p:custDataLst>
          </p:nvPr>
        </p:nvSpPr>
        <p:spPr>
          <a:xfrm flipH="1" flipV="1">
            <a:off x="0" y="3631103"/>
            <a:ext cx="1152421" cy="1939120"/>
          </a:xfrm>
          <a:custGeom>
            <a:avLst/>
            <a:gdLst>
              <a:gd name="connsiteX0" fmla="*/ 2118206 w 2118206"/>
              <a:gd name="connsiteY0" fmla="*/ 0 h 3564196"/>
              <a:gd name="connsiteX1" fmla="*/ 2118206 w 2118206"/>
              <a:gd name="connsiteY1" fmla="*/ 2396948 h 3564196"/>
              <a:gd name="connsiteX2" fmla="*/ 1364100 w 2118206"/>
              <a:gd name="connsiteY2" fmla="*/ 3289841 h 3564196"/>
              <a:gd name="connsiteX3" fmla="*/ 274355 w 2118206"/>
              <a:gd name="connsiteY3" fmla="*/ 3381670 h 3564196"/>
              <a:gd name="connsiteX4" fmla="*/ 274356 w 2118206"/>
              <a:gd name="connsiteY4" fmla="*/ 3381671 h 3564196"/>
              <a:gd name="connsiteX5" fmla="*/ 182527 w 2118206"/>
              <a:gd name="connsiteY5" fmla="*/ 2291926 h 3564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18206" h="3564196">
                <a:moveTo>
                  <a:pt x="2118206" y="0"/>
                </a:moveTo>
                <a:lnTo>
                  <a:pt x="2118206" y="2396948"/>
                </a:lnTo>
                <a:lnTo>
                  <a:pt x="1364100" y="3289841"/>
                </a:lnTo>
                <a:cubicBezTo>
                  <a:pt x="1088533" y="3616123"/>
                  <a:pt x="600638" y="3657237"/>
                  <a:pt x="274355" y="3381670"/>
                </a:cubicBezTo>
                <a:lnTo>
                  <a:pt x="274356" y="3381671"/>
                </a:lnTo>
                <a:cubicBezTo>
                  <a:pt x="-51927" y="3106104"/>
                  <a:pt x="-93040" y="2618208"/>
                  <a:pt x="182527" y="2291926"/>
                </a:cubicBezTo>
                <a:close/>
              </a:path>
            </a:pathLst>
          </a:custGeom>
          <a:solidFill>
            <a:schemeClr val="accent4">
              <a:lumMod val="87951"/>
              <a:lumOff val="12049"/>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5" name="ïşļiḓe"/>
          <p:cNvSpPr/>
          <p:nvPr>
            <p:custDataLst>
              <p:tags r:id="rId6"/>
            </p:custDataLst>
          </p:nvPr>
        </p:nvSpPr>
        <p:spPr bwMode="auto">
          <a:xfrm>
            <a:off x="9724390" y="535305"/>
            <a:ext cx="401955" cy="404495"/>
          </a:xfrm>
          <a:prstGeom prst="ellipse">
            <a:avLst/>
          </a:prstGeom>
          <a:solidFill>
            <a:schemeClr val="accent4">
              <a:lumMod val="28103"/>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 name="ïsľîḍe"/>
          <p:cNvSpPr/>
          <p:nvPr>
            <p:custDataLst>
              <p:tags r:id="rId7"/>
            </p:custDataLst>
          </p:nvPr>
        </p:nvSpPr>
        <p:spPr bwMode="auto">
          <a:xfrm>
            <a:off x="9790430" y="601980"/>
            <a:ext cx="269240" cy="271145"/>
          </a:xfrm>
          <a:prstGeom prst="ellipse">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 name="isḻiḓè"/>
          <p:cNvSpPr/>
          <p:nvPr>
            <p:custDataLst>
              <p:tags r:id="rId8"/>
            </p:custDataLst>
          </p:nvPr>
        </p:nvSpPr>
        <p:spPr bwMode="auto">
          <a:xfrm>
            <a:off x="9731375" y="723900"/>
            <a:ext cx="48895" cy="33020"/>
          </a:xfrm>
          <a:custGeom>
            <a:avLst/>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8" name="ïṧḷïḍé"/>
          <p:cNvSpPr/>
          <p:nvPr>
            <p:custDataLst>
              <p:tags r:id="rId9"/>
            </p:custDataLst>
          </p:nvPr>
        </p:nvSpPr>
        <p:spPr bwMode="auto">
          <a:xfrm>
            <a:off x="9766300" y="633730"/>
            <a:ext cx="34925" cy="31115"/>
          </a:xfrm>
          <a:custGeom>
            <a:avLst/>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 name="ïşļidè"/>
          <p:cNvSpPr/>
          <p:nvPr>
            <p:custDataLst>
              <p:tags r:id="rId10"/>
            </p:custDataLst>
          </p:nvPr>
        </p:nvSpPr>
        <p:spPr bwMode="auto">
          <a:xfrm>
            <a:off x="10045700" y="638175"/>
            <a:ext cx="43815" cy="42545"/>
          </a:xfrm>
          <a:custGeom>
            <a:avLst/>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 name="ïşḷîde"/>
          <p:cNvSpPr/>
          <p:nvPr>
            <p:custDataLst>
              <p:tags r:id="rId11"/>
            </p:custDataLst>
          </p:nvPr>
        </p:nvSpPr>
        <p:spPr bwMode="auto">
          <a:xfrm>
            <a:off x="10069195" y="722630"/>
            <a:ext cx="55880" cy="34925"/>
          </a:xfrm>
          <a:custGeom>
            <a:avLst/>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1" name="íşľíḋé"/>
          <p:cNvSpPr/>
          <p:nvPr>
            <p:custDataLst>
              <p:tags r:id="rId12"/>
            </p:custDataLst>
          </p:nvPr>
        </p:nvSpPr>
        <p:spPr bwMode="auto">
          <a:xfrm>
            <a:off x="9839960" y="549910"/>
            <a:ext cx="42545" cy="55245"/>
          </a:xfrm>
          <a:custGeom>
            <a:avLst/>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 name="ïSḻîďê"/>
          <p:cNvSpPr/>
          <p:nvPr>
            <p:custDataLst>
              <p:tags r:id="rId13"/>
            </p:custDataLst>
          </p:nvPr>
        </p:nvSpPr>
        <p:spPr bwMode="auto">
          <a:xfrm>
            <a:off x="9962515" y="561975"/>
            <a:ext cx="50165" cy="46990"/>
          </a:xfrm>
          <a:custGeom>
            <a:avLst/>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 name="îs1ide"/>
          <p:cNvSpPr/>
          <p:nvPr>
            <p:custDataLst>
              <p:tags r:id="rId14"/>
            </p:custDataLst>
          </p:nvPr>
        </p:nvSpPr>
        <p:spPr bwMode="auto">
          <a:xfrm>
            <a:off x="9877425" y="889635"/>
            <a:ext cx="106045" cy="34290"/>
          </a:xfrm>
          <a:custGeom>
            <a:avLst/>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a:schemeClr val="bg1"/>
          </a:solidFill>
          <a:ln w="3175" cap="flat">
            <a:solidFill>
              <a:schemeClr val="bg1"/>
            </a:solidFill>
            <a:prstDash val="solid"/>
            <a:miter lim="800000"/>
          </a:ln>
        </p:spPr>
        <p:txBody>
          <a:bodyPr anchor="ctr"/>
          <a:lstStyle/>
          <a:p>
            <a:pPr algn="ctr"/>
            <a:endParaRPr/>
          </a:p>
        </p:txBody>
      </p:sp>
      <p:sp>
        <p:nvSpPr>
          <p:cNvPr id="34" name="ísļïḍê"/>
          <p:cNvSpPr/>
          <p:nvPr>
            <p:custDataLst>
              <p:tags r:id="rId15"/>
            </p:custDataLst>
          </p:nvPr>
        </p:nvSpPr>
        <p:spPr bwMode="auto">
          <a:xfrm>
            <a:off x="9823450" y="612775"/>
            <a:ext cx="224155" cy="226060"/>
          </a:xfrm>
          <a:custGeom>
            <a:avLst/>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a:schemeClr val="accent4">
              <a:lumMod val="56206"/>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5" name="îṣ1ïḑé"/>
          <p:cNvSpPr/>
          <p:nvPr>
            <p:custDataLst>
              <p:tags r:id="rId16"/>
            </p:custDataLst>
          </p:nvPr>
        </p:nvSpPr>
        <p:spPr bwMode="auto">
          <a:xfrm>
            <a:off x="9867265" y="703580"/>
            <a:ext cx="33655" cy="36195"/>
          </a:xfrm>
          <a:custGeom>
            <a:avLst/>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6" name="íṣ1îḓê"/>
          <p:cNvSpPr/>
          <p:nvPr>
            <p:custDataLst>
              <p:tags r:id="rId17"/>
            </p:custDataLst>
          </p:nvPr>
        </p:nvSpPr>
        <p:spPr bwMode="auto">
          <a:xfrm>
            <a:off x="9831070" y="740410"/>
            <a:ext cx="145415" cy="71120"/>
          </a:xfrm>
          <a:custGeom>
            <a:avLst/>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ahLst/>
            <a:cxnLst>
              <a:cxn ang="0">
                <a:pos x="T0" y="T1"/>
              </a:cxn>
              <a:cxn ang="0">
                <a:pos x="T2" y="T3"/>
              </a:cxn>
              <a:cxn ang="0">
                <a:pos x="T4" y="T5"/>
              </a:cxn>
              <a:cxn ang="0">
                <a:pos x="T6" y="T7"/>
              </a:cxn>
              <a:cxn ang="0">
                <a:pos x="T8" y="T9"/>
              </a:cxn>
              <a:cxn ang="0">
                <a:pos x="T10" y="T11"/>
              </a:cxn>
              <a:cxn ang="0">
                <a:pos x="T12" y="T13"/>
              </a:cxn>
            </a:cxn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a:schemeClr val="accent4">
              <a:lumMod val="42858"/>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7" name="ïṥļiďè"/>
          <p:cNvSpPr/>
          <p:nvPr>
            <p:custDataLst>
              <p:tags r:id="rId18"/>
            </p:custDataLst>
          </p:nvPr>
        </p:nvSpPr>
        <p:spPr bwMode="auto">
          <a:xfrm>
            <a:off x="9891395" y="635635"/>
            <a:ext cx="133985" cy="57785"/>
          </a:xfrm>
          <a:custGeom>
            <a:avLst/>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a:schemeClr val="accent4">
              <a:lumMod val="42858"/>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8" name="ï$1îḑê"/>
          <p:cNvSpPr/>
          <p:nvPr>
            <p:custDataLst>
              <p:tags r:id="rId19"/>
            </p:custDataLst>
          </p:nvPr>
        </p:nvSpPr>
        <p:spPr bwMode="auto">
          <a:xfrm>
            <a:off x="9816465" y="706120"/>
            <a:ext cx="29845" cy="34290"/>
          </a:xfrm>
          <a:custGeom>
            <a:avLst/>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a:schemeClr val="accent4">
              <a:lumMod val="42858"/>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9" name="íŝḻîdê"/>
          <p:cNvSpPr/>
          <p:nvPr>
            <p:custDataLst>
              <p:tags r:id="rId20"/>
            </p:custDataLst>
          </p:nvPr>
        </p:nvSpPr>
        <p:spPr bwMode="auto">
          <a:xfrm>
            <a:off x="9923780" y="703580"/>
            <a:ext cx="29845" cy="38735"/>
          </a:xfrm>
          <a:custGeom>
            <a:avLst/>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a:schemeClr val="accent4">
              <a:lumMod val="42858"/>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0" name="îṥļîďé"/>
          <p:cNvSpPr/>
          <p:nvPr>
            <p:custDataLst>
              <p:tags r:id="rId21"/>
            </p:custDataLst>
          </p:nvPr>
        </p:nvSpPr>
        <p:spPr bwMode="auto">
          <a:xfrm>
            <a:off x="9961880" y="704215"/>
            <a:ext cx="30480" cy="36830"/>
          </a:xfrm>
          <a:custGeom>
            <a:avLst/>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a:schemeClr val="accent4">
              <a:lumMod val="42858"/>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1" name="íşľídè"/>
          <p:cNvSpPr/>
          <p:nvPr>
            <p:custDataLst>
              <p:tags r:id="rId22"/>
            </p:custDataLst>
          </p:nvPr>
        </p:nvSpPr>
        <p:spPr bwMode="auto">
          <a:xfrm>
            <a:off x="10001250" y="701675"/>
            <a:ext cx="31115" cy="35560"/>
          </a:xfrm>
          <a:custGeom>
            <a:avLst/>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a:schemeClr val="accent4">
              <a:lumMod val="42858"/>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7" name="îslíḋé"/>
          <p:cNvSpPr/>
          <p:nvPr>
            <p:custDataLst>
              <p:tags r:id="rId23"/>
            </p:custDataLst>
          </p:nvPr>
        </p:nvSpPr>
        <p:spPr bwMode="auto">
          <a:xfrm>
            <a:off x="11116945" y="593725"/>
            <a:ext cx="153035" cy="163195"/>
          </a:xfrm>
          <a:custGeom>
            <a:avLst/>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solidFill>
            <a:schemeClr val="tx2">
              <a:lumMod val="77143"/>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8" name="îṡlide"/>
          <p:cNvSpPr/>
          <p:nvPr>
            <p:custDataLst>
              <p:tags r:id="rId24"/>
            </p:custDataLst>
          </p:nvPr>
        </p:nvSpPr>
        <p:spPr bwMode="auto">
          <a:xfrm>
            <a:off x="11341735" y="572135"/>
            <a:ext cx="179070" cy="217170"/>
          </a:xfrm>
          <a:custGeom>
            <a:avLst/>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solidFill>
            <a:schemeClr val="tx2">
              <a:lumMod val="77143"/>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9" name="ïš1íḑê"/>
          <p:cNvSpPr/>
          <p:nvPr>
            <p:custDataLst>
              <p:tags r:id="rId25"/>
            </p:custDataLst>
          </p:nvPr>
        </p:nvSpPr>
        <p:spPr bwMode="auto">
          <a:xfrm>
            <a:off x="10219690" y="583565"/>
            <a:ext cx="128270" cy="195580"/>
          </a:xfrm>
          <a:custGeom>
            <a:avLst/>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solidFill>
            <a:schemeClr val="tx2">
              <a:lumMod val="77143"/>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2" name="îšļíďè"/>
          <p:cNvSpPr/>
          <p:nvPr>
            <p:custDataLst>
              <p:tags r:id="rId26"/>
            </p:custDataLst>
          </p:nvPr>
        </p:nvSpPr>
        <p:spPr bwMode="auto">
          <a:xfrm>
            <a:off x="10435590" y="600710"/>
            <a:ext cx="130175" cy="161925"/>
          </a:xfrm>
          <a:custGeom>
            <a:avLst/>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solidFill>
            <a:schemeClr val="tx2">
              <a:lumMod val="77143"/>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3" name="iṡļïḑê"/>
          <p:cNvSpPr/>
          <p:nvPr>
            <p:custDataLst>
              <p:tags r:id="rId27"/>
            </p:custDataLst>
          </p:nvPr>
        </p:nvSpPr>
        <p:spPr bwMode="auto">
          <a:xfrm>
            <a:off x="10629265" y="574675"/>
            <a:ext cx="190500" cy="232410"/>
          </a:xfrm>
          <a:custGeom>
            <a:avLst/>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solidFill>
            <a:schemeClr val="tx2">
              <a:lumMod val="77143"/>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4" name="ïṩ1ïďè"/>
          <p:cNvSpPr/>
          <p:nvPr>
            <p:custDataLst>
              <p:tags r:id="rId28"/>
            </p:custDataLst>
          </p:nvPr>
        </p:nvSpPr>
        <p:spPr bwMode="auto">
          <a:xfrm>
            <a:off x="10857865" y="581660"/>
            <a:ext cx="223520" cy="178435"/>
          </a:xfrm>
          <a:custGeom>
            <a:avLst/>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solidFill>
            <a:schemeClr val="tx2">
              <a:lumMod val="77143"/>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5" name="îSľíďé"/>
          <p:cNvSpPr/>
          <p:nvPr>
            <p:custDataLst>
              <p:tags r:id="rId29"/>
            </p:custDataLst>
          </p:nvPr>
        </p:nvSpPr>
        <p:spPr bwMode="auto">
          <a:xfrm>
            <a:off x="10218420" y="847090"/>
            <a:ext cx="1036320" cy="80645"/>
          </a:xfrm>
          <a:custGeom>
            <a:avLst/>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solidFill>
            <a:schemeClr val="tx2">
              <a:lumMod val="77143"/>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6" name="îṡľíďe"/>
          <p:cNvSpPr/>
          <p:nvPr>
            <p:custDataLst>
              <p:tags r:id="rId30"/>
            </p:custDataLst>
          </p:nvPr>
        </p:nvSpPr>
        <p:spPr bwMode="auto">
          <a:xfrm>
            <a:off x="11260455" y="847090"/>
            <a:ext cx="250825" cy="80645"/>
          </a:xfrm>
          <a:custGeom>
            <a:avLst/>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solidFill>
            <a:schemeClr val="tx2">
              <a:lumMod val="77143"/>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0" name="署名占位符 10"/>
          <p:cNvSpPr>
            <a:spLocks noGrp="1"/>
          </p:cNvSpPr>
          <p:nvPr>
            <p:ph type="body" sz="quarter" idx="17" hasCustomPrompt="1"/>
            <p:custDataLst>
              <p:tags r:id="rId31"/>
            </p:custDataLst>
          </p:nvPr>
        </p:nvSpPr>
        <p:spPr>
          <a:xfrm>
            <a:off x="9362860" y="4119810"/>
            <a:ext cx="2340000" cy="468000"/>
          </a:xfrm>
          <a:prstGeom prst="roundRect">
            <a:avLst>
              <a:gd name="adj" fmla="val 50000"/>
            </a:avLst>
          </a:prstGeom>
          <a:ln w="12700">
            <a:solidFill>
              <a:schemeClr val="lt1">
                <a:lumMod val="10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18000" rIns="71755" bIns="18000" numCol="1" spcCol="0" rtlCol="0" fromWordArt="0" anchor="ctr" anchorCtr="0" forceAA="0" compatLnSpc="1">
            <a:normAutofit/>
          </a:bodyPr>
          <a:lstStyle>
            <a:defPPr>
              <a:defRPr lang="zh-CN"/>
            </a:defPPr>
            <a:lvl1pPr marL="0" marR="0" algn="ctr" defTabSz="914400" rtl="0" eaLnBrk="1" fontAlgn="auto" latinLnBrk="0" hangingPunct="1">
              <a:lnSpc>
                <a:spcPct val="100000"/>
              </a:lnSpc>
              <a:buClrTx/>
              <a:buSzTx/>
              <a:buFontTx/>
              <a:buNone/>
              <a:defRPr kumimoji="0" lang="zh-CN" altLang="en-US" sz="1800" b="1" i="0" u="none" strike="noStrike" kern="1200" cap="none" spc="0" normalizeH="0" baseline="0" noProof="1" dirty="0">
                <a:solidFill>
                  <a:schemeClr val="lt1"/>
                </a:solidFill>
                <a:latin typeface="+mn-ea"/>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a:sym typeface="+mn-ea"/>
              </a:rPr>
              <a:t>署名</a:t>
            </a:r>
          </a:p>
        </p:txBody>
      </p:sp>
      <p:sp>
        <p:nvSpPr>
          <p:cNvPr id="9" name="标题 6"/>
          <p:cNvSpPr txBox="1">
            <a:spLocks noGrp="1"/>
          </p:cNvSpPr>
          <p:nvPr>
            <p:ph type="ctrTitle" hasCustomPrompt="1"/>
            <p:custDataLst>
              <p:tags r:id="rId32"/>
            </p:custDataLst>
          </p:nvPr>
        </p:nvSpPr>
        <p:spPr>
          <a:xfrm>
            <a:off x="6125210" y="2270760"/>
            <a:ext cx="5661025" cy="1454785"/>
          </a:xfrm>
          <a:noFill/>
        </p:spPr>
        <p:txBody>
          <a:bodyPr wrap="square" rtlCol="0" anchor="ctr" anchorCtr="0">
            <a:normAutofit/>
          </a:bodyPr>
          <a:lstStyle>
            <a:defPPr>
              <a:defRPr lang="zh-CN"/>
            </a:defPPr>
            <a:lvl1pPr marL="0" marR="0" algn="r" defTabSz="914400" rtl="0" eaLnBrk="1" fontAlgn="auto" latinLnBrk="0" hangingPunct="1">
              <a:lnSpc>
                <a:spcPct val="100000"/>
              </a:lnSpc>
              <a:buClrTx/>
              <a:buSzTx/>
              <a:buFontTx/>
              <a:buNone/>
              <a:defRPr kumimoji="0" lang="zh-CN" altLang="en-US" sz="8800" b="1" i="0" u="none" strike="noStrike" kern="1200" cap="none" spc="0" normalizeH="0" baseline="0" noProof="1" dirty="0">
                <a:solidFill>
                  <a:schemeClr val="tx1"/>
                </a:solidFill>
                <a:uFillTx/>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dirty="0">
                <a:sym typeface="+mn-ea"/>
              </a:rPr>
              <a:t>编辑标题</a:t>
            </a: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tags" Target="../tags/tag1.xml"/><Relationship Id="rId18" Type="http://schemas.openxmlformats.org/officeDocument/2006/relationships/tags" Target="../tags/tag6.xml"/><Relationship Id="rId26" Type="http://schemas.openxmlformats.org/officeDocument/2006/relationships/tags" Target="../tags/tag14.xml"/><Relationship Id="rId39" Type="http://schemas.openxmlformats.org/officeDocument/2006/relationships/tags" Target="../tags/tag27.xml"/><Relationship Id="rId21" Type="http://schemas.openxmlformats.org/officeDocument/2006/relationships/tags" Target="../tags/tag9.xml"/><Relationship Id="rId34" Type="http://schemas.openxmlformats.org/officeDocument/2006/relationships/tags" Target="../tags/tag22.xml"/><Relationship Id="rId42" Type="http://schemas.openxmlformats.org/officeDocument/2006/relationships/tags" Target="../tags/tag30.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tags" Target="../tags/tag4.xml"/><Relationship Id="rId20" Type="http://schemas.openxmlformats.org/officeDocument/2006/relationships/tags" Target="../tags/tag8.xml"/><Relationship Id="rId29" Type="http://schemas.openxmlformats.org/officeDocument/2006/relationships/tags" Target="../tags/tag17.xml"/><Relationship Id="rId41" Type="http://schemas.openxmlformats.org/officeDocument/2006/relationships/tags" Target="../tags/tag29.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tags" Target="../tags/tag12.xml"/><Relationship Id="rId32" Type="http://schemas.openxmlformats.org/officeDocument/2006/relationships/tags" Target="../tags/tag20.xml"/><Relationship Id="rId37" Type="http://schemas.openxmlformats.org/officeDocument/2006/relationships/tags" Target="../tags/tag25.xml"/><Relationship Id="rId40" Type="http://schemas.openxmlformats.org/officeDocument/2006/relationships/tags" Target="../tags/tag28.xml"/><Relationship Id="rId5" Type="http://schemas.openxmlformats.org/officeDocument/2006/relationships/slideLayout" Target="../slideLayouts/slideLayout16.xml"/><Relationship Id="rId15" Type="http://schemas.openxmlformats.org/officeDocument/2006/relationships/tags" Target="../tags/tag3.xml"/><Relationship Id="rId23" Type="http://schemas.openxmlformats.org/officeDocument/2006/relationships/tags" Target="../tags/tag11.xml"/><Relationship Id="rId28" Type="http://schemas.openxmlformats.org/officeDocument/2006/relationships/tags" Target="../tags/tag16.xml"/><Relationship Id="rId36" Type="http://schemas.openxmlformats.org/officeDocument/2006/relationships/tags" Target="../tags/tag24.xml"/><Relationship Id="rId10" Type="http://schemas.openxmlformats.org/officeDocument/2006/relationships/slideLayout" Target="../slideLayouts/slideLayout21.xml"/><Relationship Id="rId19" Type="http://schemas.openxmlformats.org/officeDocument/2006/relationships/tags" Target="../tags/tag7.xml"/><Relationship Id="rId31" Type="http://schemas.openxmlformats.org/officeDocument/2006/relationships/tags" Target="../tags/tag19.xml"/><Relationship Id="rId44" Type="http://schemas.openxmlformats.org/officeDocument/2006/relationships/tags" Target="../tags/tag3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ags" Target="../tags/tag2.xml"/><Relationship Id="rId22" Type="http://schemas.openxmlformats.org/officeDocument/2006/relationships/tags" Target="../tags/tag10.xml"/><Relationship Id="rId27" Type="http://schemas.openxmlformats.org/officeDocument/2006/relationships/tags" Target="../tags/tag15.xml"/><Relationship Id="rId30" Type="http://schemas.openxmlformats.org/officeDocument/2006/relationships/tags" Target="../tags/tag18.xml"/><Relationship Id="rId35" Type="http://schemas.openxmlformats.org/officeDocument/2006/relationships/tags" Target="../tags/tag23.xml"/><Relationship Id="rId43" Type="http://schemas.openxmlformats.org/officeDocument/2006/relationships/tags" Target="../tags/tag31.xml"/><Relationship Id="rId8" Type="http://schemas.openxmlformats.org/officeDocument/2006/relationships/slideLayout" Target="../slideLayouts/slideLayout19.xml"/><Relationship Id="rId3" Type="http://schemas.openxmlformats.org/officeDocument/2006/relationships/slideLayout" Target="../slideLayouts/slideLayout14.xml"/><Relationship Id="rId12" Type="http://schemas.openxmlformats.org/officeDocument/2006/relationships/theme" Target="../theme/theme2.xml"/><Relationship Id="rId17" Type="http://schemas.openxmlformats.org/officeDocument/2006/relationships/tags" Target="../tags/tag5.xml"/><Relationship Id="rId25" Type="http://schemas.openxmlformats.org/officeDocument/2006/relationships/tags" Target="../tags/tag13.xml"/><Relationship Id="rId33" Type="http://schemas.openxmlformats.org/officeDocument/2006/relationships/tags" Target="../tags/tag21.xml"/><Relationship Id="rId38" Type="http://schemas.openxmlformats.org/officeDocument/2006/relationships/tags" Target="../tags/tag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2025/4/17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p:custDataLst>
              <p:tags r:id="rId13"/>
            </p:custDataLst>
          </p:nvPr>
        </p:nvCxnSpPr>
        <p:spPr>
          <a:xfrm>
            <a:off x="669924" y="1028700"/>
            <a:ext cx="10850563" cy="0"/>
          </a:xfrm>
          <a:prstGeom prst="line">
            <a:avLst/>
          </a:prstGeom>
          <a:ln w="3175">
            <a:solidFill>
              <a:schemeClr val="bg1">
                <a:lumMod val="50196"/>
              </a:schemeClr>
            </a:solidFill>
          </a:ln>
        </p:spPr>
        <p:style>
          <a:lnRef idx="1">
            <a:schemeClr val="accent1"/>
          </a:lnRef>
          <a:fillRef idx="0">
            <a:schemeClr val="accent1"/>
          </a:fillRef>
          <a:effectRef idx="0">
            <a:schemeClr val="accent1"/>
          </a:effectRef>
          <a:fontRef idx="minor">
            <a:schemeClr val="tx1"/>
          </a:fontRef>
        </p:style>
      </p:cxnSp>
      <p:grpSp>
        <p:nvGrpSpPr>
          <p:cNvPr id="11" name="组合 10"/>
          <p:cNvGrpSpPr/>
          <p:nvPr>
            <p:custDataLst>
              <p:tags r:id="rId14"/>
            </p:custDataLst>
          </p:nvPr>
        </p:nvGrpSpPr>
        <p:grpSpPr>
          <a:xfrm>
            <a:off x="9724571" y="535076"/>
            <a:ext cx="1795916" cy="404220"/>
            <a:chOff x="1071789" y="916886"/>
            <a:chExt cx="2217511" cy="499112"/>
          </a:xfrm>
        </p:grpSpPr>
        <p:grpSp>
          <p:nvGrpSpPr>
            <p:cNvPr id="12" name="ï$ļidê"/>
            <p:cNvGrpSpPr/>
            <p:nvPr userDrawn="1"/>
          </p:nvGrpSpPr>
          <p:grpSpPr>
            <a:xfrm>
              <a:off x="1071789" y="916886"/>
              <a:ext cx="496620" cy="499112"/>
              <a:chOff x="1905000" y="2476500"/>
              <a:chExt cx="1898650" cy="1908175"/>
            </a:xfrm>
          </p:grpSpPr>
          <p:sp>
            <p:nvSpPr>
              <p:cNvPr id="23" name="îšḻïďe"/>
              <p:cNvSpPr/>
              <p:nvPr>
                <p:custDataLst>
                  <p:tags r:id="rId28"/>
                </p:custDataLst>
              </p:nvPr>
            </p:nvSpPr>
            <p:spPr bwMode="auto">
              <a:xfrm>
                <a:off x="1905000" y="2476500"/>
                <a:ext cx="1898650" cy="1908175"/>
              </a:xfrm>
              <a:prstGeom prst="ellipse">
                <a:avLst/>
              </a:prstGeom>
              <a:solidFill>
                <a:schemeClr val="accent4">
                  <a:lumMod val="28103"/>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4" name="îṥľide"/>
              <p:cNvSpPr/>
              <p:nvPr>
                <p:custDataLst>
                  <p:tags r:id="rId29"/>
                </p:custDataLst>
              </p:nvPr>
            </p:nvSpPr>
            <p:spPr bwMode="auto">
              <a:xfrm>
                <a:off x="2217738" y="2790825"/>
                <a:ext cx="1273175" cy="1279525"/>
              </a:xfrm>
              <a:prstGeom prst="ellipse">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 name="îş1íḑé"/>
              <p:cNvSpPr/>
              <p:nvPr>
                <p:custDataLst>
                  <p:tags r:id="rId30"/>
                </p:custDataLst>
              </p:nvPr>
            </p:nvSpPr>
            <p:spPr bwMode="auto">
              <a:xfrm>
                <a:off x="1938338" y="3365500"/>
                <a:ext cx="230188" cy="155575"/>
              </a:xfrm>
              <a:custGeom>
                <a:avLst/>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 name="íSḷîḑe"/>
              <p:cNvSpPr/>
              <p:nvPr>
                <p:custDataLst>
                  <p:tags r:id="rId31"/>
                </p:custDataLst>
              </p:nvPr>
            </p:nvSpPr>
            <p:spPr bwMode="auto">
              <a:xfrm>
                <a:off x="2103438" y="2940050"/>
                <a:ext cx="165100" cy="147638"/>
              </a:xfrm>
              <a:custGeom>
                <a:avLst/>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 name="íṡḻîḋe"/>
              <p:cNvSpPr/>
              <p:nvPr>
                <p:custDataLst>
                  <p:tags r:id="rId32"/>
                </p:custDataLst>
              </p:nvPr>
            </p:nvSpPr>
            <p:spPr bwMode="auto">
              <a:xfrm>
                <a:off x="3422650" y="2962275"/>
                <a:ext cx="206375" cy="201613"/>
              </a:xfrm>
              <a:custGeom>
                <a:avLst/>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8" name="îṩļïdê"/>
              <p:cNvSpPr/>
              <p:nvPr>
                <p:custDataLst>
                  <p:tags r:id="rId33"/>
                </p:custDataLst>
              </p:nvPr>
            </p:nvSpPr>
            <p:spPr bwMode="auto">
              <a:xfrm>
                <a:off x="3533775" y="3359150"/>
                <a:ext cx="263525" cy="165100"/>
              </a:xfrm>
              <a:custGeom>
                <a:avLst/>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 name="íśļiḋé"/>
              <p:cNvSpPr/>
              <p:nvPr>
                <p:custDataLst>
                  <p:tags r:id="rId34"/>
                </p:custDataLst>
              </p:nvPr>
            </p:nvSpPr>
            <p:spPr bwMode="auto">
              <a:xfrm>
                <a:off x="2449513" y="2546350"/>
                <a:ext cx="201613" cy="260350"/>
              </a:xfrm>
              <a:custGeom>
                <a:avLst/>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 name="íṩḷíḑe"/>
              <p:cNvSpPr/>
              <p:nvPr>
                <p:custDataLst>
                  <p:tags r:id="rId35"/>
                </p:custDataLst>
              </p:nvPr>
            </p:nvSpPr>
            <p:spPr bwMode="auto">
              <a:xfrm>
                <a:off x="3028950" y="2601913"/>
                <a:ext cx="238125" cy="222250"/>
              </a:xfrm>
              <a:custGeom>
                <a:avLst/>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1" name="íṧļiḓé"/>
              <p:cNvSpPr/>
              <p:nvPr>
                <p:custDataLst>
                  <p:tags r:id="rId36"/>
                </p:custDataLst>
              </p:nvPr>
            </p:nvSpPr>
            <p:spPr bwMode="auto">
              <a:xfrm>
                <a:off x="2627313" y="4146550"/>
                <a:ext cx="501650" cy="161925"/>
              </a:xfrm>
              <a:custGeom>
                <a:avLst/>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a:schemeClr val="bg1"/>
              </a:solidFill>
              <a:ln>
                <a:noFill/>
              </a:ln>
            </p:spPr>
            <p:txBody>
              <a:bodyPr anchor="ctr"/>
              <a:lstStyle/>
              <a:p>
                <a:pPr algn="ctr"/>
                <a:endParaRPr/>
              </a:p>
            </p:txBody>
          </p:sp>
          <p:sp>
            <p:nvSpPr>
              <p:cNvPr id="32" name="îSlïḍè"/>
              <p:cNvSpPr/>
              <p:nvPr>
                <p:custDataLst>
                  <p:tags r:id="rId37"/>
                </p:custDataLst>
              </p:nvPr>
            </p:nvSpPr>
            <p:spPr bwMode="auto">
              <a:xfrm>
                <a:off x="2373313" y="2843213"/>
                <a:ext cx="1058863" cy="1065213"/>
              </a:xfrm>
              <a:custGeom>
                <a:avLst/>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a:schemeClr val="accent4">
                  <a:lumMod val="56206"/>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3" name="íšlíḍé"/>
              <p:cNvSpPr/>
              <p:nvPr>
                <p:custDataLst>
                  <p:tags r:id="rId38"/>
                </p:custDataLst>
              </p:nvPr>
            </p:nvSpPr>
            <p:spPr bwMode="auto">
              <a:xfrm>
                <a:off x="2581275" y="3270250"/>
                <a:ext cx="158750" cy="171450"/>
              </a:xfrm>
              <a:custGeom>
                <a:avLst/>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4" name="îšḻidè"/>
              <p:cNvSpPr/>
              <p:nvPr>
                <p:custDataLst>
                  <p:tags r:id="rId39"/>
                </p:custDataLst>
              </p:nvPr>
            </p:nvSpPr>
            <p:spPr bwMode="auto">
              <a:xfrm>
                <a:off x="2409825" y="3444875"/>
                <a:ext cx="685800" cy="334963"/>
              </a:xfrm>
              <a:custGeom>
                <a:avLst/>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ahLst/>
                <a:cxnLst>
                  <a:cxn ang="0">
                    <a:pos x="T0" y="T1"/>
                  </a:cxn>
                  <a:cxn ang="0">
                    <a:pos x="T2" y="T3"/>
                  </a:cxn>
                  <a:cxn ang="0">
                    <a:pos x="T4" y="T5"/>
                  </a:cxn>
                  <a:cxn ang="0">
                    <a:pos x="T6" y="T7"/>
                  </a:cxn>
                  <a:cxn ang="0">
                    <a:pos x="T8" y="T9"/>
                  </a:cxn>
                  <a:cxn ang="0">
                    <a:pos x="T10" y="T11"/>
                  </a:cxn>
                  <a:cxn ang="0">
                    <a:pos x="T12" y="T13"/>
                  </a:cxn>
                </a:cxn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a:schemeClr val="accent4">
                  <a:lumMod val="42858"/>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5" name="ïsḷide"/>
              <p:cNvSpPr/>
              <p:nvPr>
                <p:custDataLst>
                  <p:tags r:id="rId40"/>
                </p:custDataLst>
              </p:nvPr>
            </p:nvSpPr>
            <p:spPr bwMode="auto">
              <a:xfrm>
                <a:off x="2693988" y="2949575"/>
                <a:ext cx="631825" cy="271463"/>
              </a:xfrm>
              <a:custGeom>
                <a:avLst/>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a:schemeClr val="accent4">
                  <a:lumMod val="42858"/>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6" name="işḷïḍé"/>
              <p:cNvSpPr/>
              <p:nvPr>
                <p:custDataLst>
                  <p:tags r:id="rId41"/>
                </p:custDataLst>
              </p:nvPr>
            </p:nvSpPr>
            <p:spPr bwMode="auto">
              <a:xfrm>
                <a:off x="2339975" y="3282950"/>
                <a:ext cx="139700" cy="161925"/>
              </a:xfrm>
              <a:custGeom>
                <a:avLst/>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a:schemeClr val="accent4">
                  <a:lumMod val="42858"/>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7" name="îṡḷïde"/>
              <p:cNvSpPr/>
              <p:nvPr>
                <p:custDataLst>
                  <p:tags r:id="rId42"/>
                </p:custDataLst>
              </p:nvPr>
            </p:nvSpPr>
            <p:spPr bwMode="auto">
              <a:xfrm>
                <a:off x="2847975" y="3270250"/>
                <a:ext cx="141288" cy="182563"/>
              </a:xfrm>
              <a:custGeom>
                <a:avLst/>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a:schemeClr val="accent4">
                  <a:lumMod val="42858"/>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8" name="îṩḷiďè"/>
              <p:cNvSpPr/>
              <p:nvPr>
                <p:custDataLst>
                  <p:tags r:id="rId43"/>
                </p:custDataLst>
              </p:nvPr>
            </p:nvSpPr>
            <p:spPr bwMode="auto">
              <a:xfrm>
                <a:off x="3025775" y="3273425"/>
                <a:ext cx="142875" cy="174625"/>
              </a:xfrm>
              <a:custGeom>
                <a:avLst/>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a:schemeClr val="accent4">
                  <a:lumMod val="42858"/>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9" name="í$1iḓê"/>
              <p:cNvSpPr/>
              <p:nvPr>
                <p:custDataLst>
                  <p:tags r:id="rId44"/>
                </p:custDataLst>
              </p:nvPr>
            </p:nvSpPr>
            <p:spPr bwMode="auto">
              <a:xfrm>
                <a:off x="3211513" y="3260725"/>
                <a:ext cx="147638" cy="168275"/>
              </a:xfrm>
              <a:custGeom>
                <a:avLst/>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a:schemeClr val="accent4">
                  <a:lumMod val="42858"/>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13" name="iṡlïḓè"/>
            <p:cNvGrpSpPr/>
            <p:nvPr userDrawn="1"/>
          </p:nvGrpSpPr>
          <p:grpSpPr>
            <a:xfrm>
              <a:off x="1682758" y="962385"/>
              <a:ext cx="1606542" cy="289834"/>
              <a:chOff x="4164013" y="2535238"/>
              <a:chExt cx="6142038" cy="1108075"/>
            </a:xfrm>
            <a:solidFill>
              <a:srgbClr val="001736"/>
            </a:solidFill>
          </p:grpSpPr>
          <p:sp>
            <p:nvSpPr>
              <p:cNvPr id="17" name="iSḷiḋé"/>
              <p:cNvSpPr/>
              <p:nvPr>
                <p:custDataLst>
                  <p:tags r:id="rId22"/>
                </p:custDataLst>
              </p:nvPr>
            </p:nvSpPr>
            <p:spPr bwMode="auto">
              <a:xfrm>
                <a:off x="8401050" y="2638425"/>
                <a:ext cx="722313" cy="769938"/>
              </a:xfrm>
              <a:custGeom>
                <a:avLst/>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8" name="ïṥḻiḑé"/>
              <p:cNvSpPr/>
              <p:nvPr>
                <p:custDataLst>
                  <p:tags r:id="rId23"/>
                </p:custDataLst>
              </p:nvPr>
            </p:nvSpPr>
            <p:spPr bwMode="auto">
              <a:xfrm>
                <a:off x="9459913" y="2535238"/>
                <a:ext cx="846138" cy="1025525"/>
              </a:xfrm>
              <a:custGeom>
                <a:avLst/>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9" name="ïṡľîḑe"/>
              <p:cNvSpPr/>
              <p:nvPr>
                <p:custDataLst>
                  <p:tags r:id="rId24"/>
                </p:custDataLst>
              </p:nvPr>
            </p:nvSpPr>
            <p:spPr bwMode="auto">
              <a:xfrm>
                <a:off x="4164013" y="2589213"/>
                <a:ext cx="606425" cy="922338"/>
              </a:xfrm>
              <a:custGeom>
                <a:avLst/>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0" name="ïṧḷïḑé"/>
              <p:cNvSpPr/>
              <p:nvPr>
                <p:custDataLst>
                  <p:tags r:id="rId25"/>
                </p:custDataLst>
              </p:nvPr>
            </p:nvSpPr>
            <p:spPr bwMode="auto">
              <a:xfrm>
                <a:off x="5183188" y="2668588"/>
                <a:ext cx="615950" cy="763588"/>
              </a:xfrm>
              <a:custGeom>
                <a:avLst/>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1" name="íṧ1íḓê"/>
              <p:cNvSpPr/>
              <p:nvPr>
                <p:custDataLst>
                  <p:tags r:id="rId26"/>
                </p:custDataLst>
              </p:nvPr>
            </p:nvSpPr>
            <p:spPr bwMode="auto">
              <a:xfrm>
                <a:off x="6096000" y="2546350"/>
                <a:ext cx="900113" cy="1096963"/>
              </a:xfrm>
              <a:custGeom>
                <a:avLst/>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2" name="iSlïḓè"/>
              <p:cNvSpPr/>
              <p:nvPr>
                <p:custDataLst>
                  <p:tags r:id="rId27"/>
                </p:custDataLst>
              </p:nvPr>
            </p:nvSpPr>
            <p:spPr bwMode="auto">
              <a:xfrm>
                <a:off x="7177088" y="2579688"/>
                <a:ext cx="1055688" cy="842963"/>
              </a:xfrm>
              <a:custGeom>
                <a:avLst/>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14" name="iṧlide"/>
            <p:cNvGrpSpPr/>
            <p:nvPr userDrawn="1"/>
          </p:nvGrpSpPr>
          <p:grpSpPr>
            <a:xfrm>
              <a:off x="1681928" y="1301968"/>
              <a:ext cx="1596160" cy="99656"/>
              <a:chOff x="4195410" y="3864490"/>
              <a:chExt cx="5963974" cy="372361"/>
            </a:xfrm>
            <a:solidFill>
              <a:srgbClr val="001736"/>
            </a:solidFill>
          </p:grpSpPr>
          <p:sp>
            <p:nvSpPr>
              <p:cNvPr id="15" name="ïṩ1ïdé"/>
              <p:cNvSpPr/>
              <p:nvPr>
                <p:custDataLst>
                  <p:tags r:id="rId20"/>
                </p:custDataLst>
              </p:nvPr>
            </p:nvSpPr>
            <p:spPr bwMode="auto">
              <a:xfrm>
                <a:off x="4195410" y="3864490"/>
                <a:ext cx="4781729" cy="372361"/>
              </a:xfrm>
              <a:custGeom>
                <a:avLst/>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6" name="iṥḷíḍé"/>
              <p:cNvSpPr/>
              <p:nvPr>
                <p:custDataLst>
                  <p:tags r:id="rId21"/>
                </p:custDataLst>
              </p:nvPr>
            </p:nvSpPr>
            <p:spPr bwMode="auto">
              <a:xfrm>
                <a:off x="9003514" y="3864490"/>
                <a:ext cx="1155870" cy="372361"/>
              </a:xfrm>
              <a:custGeom>
                <a:avLst/>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sp>
        <p:nvSpPr>
          <p:cNvPr id="6" name="灯片编号占位符 5"/>
          <p:cNvSpPr>
            <a:spLocks noGrp="1"/>
          </p:cNvSpPr>
          <p:nvPr>
            <p:ph type="sldNum" sz="quarter" idx="4"/>
            <p:custDataLst>
              <p:tags r:id="rId15"/>
            </p:custDataLst>
          </p:nvPr>
        </p:nvSpPr>
        <p:spPr>
          <a:xfrm>
            <a:off x="8753983"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
        <p:nvSpPr>
          <p:cNvPr id="5" name="页脚占位符 4"/>
          <p:cNvSpPr>
            <a:spLocks noGrp="1"/>
          </p:cNvSpPr>
          <p:nvPr>
            <p:ph type="ftr" sz="quarter" idx="3"/>
            <p:custDataLst>
              <p:tags r:id="rId16"/>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4" name="日期占位符 3"/>
          <p:cNvSpPr>
            <a:spLocks noGrp="1"/>
          </p:cNvSpPr>
          <p:nvPr>
            <p:ph type="dt" sz="half" idx="2"/>
            <p:custDataLst>
              <p:tags r:id="rId17"/>
            </p:custDataLst>
          </p:nvPr>
        </p:nvSpPr>
        <p:spPr>
          <a:xfrm>
            <a:off x="69596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2025/4/17</a:t>
            </a:fld>
            <a:endParaRPr lang="zh-CN" altLang="en-US"/>
          </a:p>
        </p:txBody>
      </p:sp>
      <p:sp>
        <p:nvSpPr>
          <p:cNvPr id="3" name="文本占位符 2"/>
          <p:cNvSpPr>
            <a:spLocks noGrp="1"/>
          </p:cNvSpPr>
          <p:nvPr>
            <p:ph type="body" idx="1"/>
            <p:custDataLst>
              <p:tags r:id="rId18"/>
            </p:custDataLst>
          </p:nvPr>
        </p:nvSpPr>
        <p:spPr>
          <a:xfrm>
            <a:off x="695960" y="1301749"/>
            <a:ext cx="10800000" cy="487362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标题占位符 1"/>
          <p:cNvSpPr>
            <a:spLocks noGrp="1"/>
          </p:cNvSpPr>
          <p:nvPr>
            <p:ph type="title"/>
            <p:custDataLst>
              <p:tags r:id="rId19"/>
            </p:custDataLst>
          </p:nvPr>
        </p:nvSpPr>
        <p:spPr>
          <a:xfrm>
            <a:off x="695960" y="360000"/>
            <a:ext cx="10800000" cy="720000"/>
          </a:xfrm>
          <a:prstGeom prst="rect">
            <a:avLst/>
          </a:prstGeom>
        </p:spPr>
        <p:txBody>
          <a:bodyPr vert="horz" lIns="91440" tIns="45720" rIns="91440" bIns="45720" rtlCol="0" anchor="ctr">
            <a:normAutofit/>
          </a:bodyPr>
          <a:lstStyle/>
          <a:p>
            <a:r>
              <a:rPr lang="zh-CN" altLang="en-US" dirty="0"/>
              <a:t>单击此处编辑母版标题样式</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1" i="0" u="none" kern="1200" spc="0">
          <a:solidFill>
            <a:schemeClr val="tx1"/>
          </a:solidFill>
          <a:effectLst>
            <a:outerShdw>
              <a:srgbClr val="FFFFFF"/>
            </a:outerShdw>
          </a:effectLst>
          <a:uFill>
            <a:solidFill>
              <a:schemeClr val="tx1"/>
            </a:solidFill>
          </a:uFill>
          <a:latin typeface="+mj-lt"/>
          <a:ea typeface="+mj-ea"/>
          <a:cs typeface="+mj-cs"/>
        </a:defRPr>
      </a:lvl1pPr>
    </p:titleStyle>
    <p:bodyStyle>
      <a:lvl1pPr marL="228600" indent="0" algn="l" defTabSz="914400" rtl="0" eaLnBrk="1" latinLnBrk="0" hangingPunct="1">
        <a:lnSpc>
          <a:spcPct val="130000"/>
        </a:lnSpc>
        <a:spcBef>
          <a:spcPts val="1000"/>
        </a:spcBef>
        <a:buFont typeface="Arial" panose="020B0604020202020204" pitchFamily="34" charset="0"/>
        <a:buChar char="•"/>
        <a:defRPr sz="2400" kern="1200" spc="0">
          <a:solidFill>
            <a:schemeClr val="tx1"/>
          </a:solidFill>
          <a:latin typeface="+mn-lt"/>
          <a:ea typeface="+mn-ea"/>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kern="1200" spc="0">
          <a:solidFill>
            <a:schemeClr val="tx1"/>
          </a:solidFill>
          <a:latin typeface="+mn-lt"/>
          <a:ea typeface="+mn-ea"/>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99.xml"/><Relationship Id="rId2" Type="http://schemas.openxmlformats.org/officeDocument/2006/relationships/tags" Target="../tags/tag198.xml"/><Relationship Id="rId1" Type="http://schemas.openxmlformats.org/officeDocument/2006/relationships/tags" Target="../tags/tag197.xml"/><Relationship Id="rId4"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8" Type="http://schemas.openxmlformats.org/officeDocument/2006/relationships/tags" Target="../tags/tag207.xml"/><Relationship Id="rId13" Type="http://schemas.openxmlformats.org/officeDocument/2006/relationships/slideLayout" Target="../slideLayouts/slideLayout13.xml"/><Relationship Id="rId3" Type="http://schemas.openxmlformats.org/officeDocument/2006/relationships/tags" Target="../tags/tag202.xml"/><Relationship Id="rId7" Type="http://schemas.openxmlformats.org/officeDocument/2006/relationships/tags" Target="../tags/tag206.xml"/><Relationship Id="rId12" Type="http://schemas.openxmlformats.org/officeDocument/2006/relationships/tags" Target="../tags/tag211.xml"/><Relationship Id="rId2" Type="http://schemas.openxmlformats.org/officeDocument/2006/relationships/tags" Target="../tags/tag201.xml"/><Relationship Id="rId1" Type="http://schemas.openxmlformats.org/officeDocument/2006/relationships/tags" Target="../tags/tag200.xml"/><Relationship Id="rId6" Type="http://schemas.openxmlformats.org/officeDocument/2006/relationships/tags" Target="../tags/tag205.xml"/><Relationship Id="rId11" Type="http://schemas.openxmlformats.org/officeDocument/2006/relationships/tags" Target="../tags/tag210.xml"/><Relationship Id="rId5" Type="http://schemas.openxmlformats.org/officeDocument/2006/relationships/tags" Target="../tags/tag204.xml"/><Relationship Id="rId10" Type="http://schemas.openxmlformats.org/officeDocument/2006/relationships/tags" Target="../tags/tag209.xml"/><Relationship Id="rId4" Type="http://schemas.openxmlformats.org/officeDocument/2006/relationships/tags" Target="../tags/tag203.xml"/><Relationship Id="rId9" Type="http://schemas.openxmlformats.org/officeDocument/2006/relationships/tags" Target="../tags/tag208.xml"/></Relationships>
</file>

<file path=ppt/slides/_rels/slide5.xml.rels><?xml version="1.0" encoding="UTF-8" standalone="yes"?>
<Relationships xmlns="http://schemas.openxmlformats.org/package/2006/relationships"><Relationship Id="rId3" Type="http://schemas.openxmlformats.org/officeDocument/2006/relationships/tags" Target="../tags/tag214.xml"/><Relationship Id="rId7" Type="http://schemas.openxmlformats.org/officeDocument/2006/relationships/slideLayout" Target="../slideLayouts/slideLayout13.xml"/><Relationship Id="rId2" Type="http://schemas.openxmlformats.org/officeDocument/2006/relationships/tags" Target="../tags/tag213.xml"/><Relationship Id="rId1" Type="http://schemas.openxmlformats.org/officeDocument/2006/relationships/tags" Target="../tags/tag212.xml"/><Relationship Id="rId6" Type="http://schemas.openxmlformats.org/officeDocument/2006/relationships/tags" Target="../tags/tag217.xml"/><Relationship Id="rId5" Type="http://schemas.openxmlformats.org/officeDocument/2006/relationships/tags" Target="../tags/tag216.xml"/><Relationship Id="rId4" Type="http://schemas.openxmlformats.org/officeDocument/2006/relationships/tags" Target="../tags/tag2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8.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8" Type="http://schemas.openxmlformats.org/officeDocument/2006/relationships/tags" Target="../tags/tag225.xml"/><Relationship Id="rId3" Type="http://schemas.openxmlformats.org/officeDocument/2006/relationships/tags" Target="../tags/tag220.xml"/><Relationship Id="rId7" Type="http://schemas.openxmlformats.org/officeDocument/2006/relationships/tags" Target="../tags/tag224.xml"/><Relationship Id="rId2" Type="http://schemas.openxmlformats.org/officeDocument/2006/relationships/tags" Target="../tags/tag219.xml"/><Relationship Id="rId1" Type="http://schemas.openxmlformats.org/officeDocument/2006/relationships/tags" Target="../tags/tag218.xml"/><Relationship Id="rId6" Type="http://schemas.openxmlformats.org/officeDocument/2006/relationships/tags" Target="../tags/tag223.xml"/><Relationship Id="rId5" Type="http://schemas.openxmlformats.org/officeDocument/2006/relationships/tags" Target="../tags/tag222.xml"/><Relationship Id="rId10" Type="http://schemas.openxmlformats.org/officeDocument/2006/relationships/slideLayout" Target="../slideLayouts/slideLayout13.xml"/><Relationship Id="rId4" Type="http://schemas.openxmlformats.org/officeDocument/2006/relationships/tags" Target="../tags/tag221.xml"/><Relationship Id="rId9" Type="http://schemas.openxmlformats.org/officeDocument/2006/relationships/tags" Target="../tags/tag226.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ctrTitle"/>
            <p:custDataLst>
              <p:tags r:id="rId2"/>
            </p:custDataLst>
          </p:nvPr>
        </p:nvSpPr>
        <p:spPr>
          <a:xfrm>
            <a:off x="2286000" y="2182495"/>
            <a:ext cx="8551545" cy="1035050"/>
          </a:xfrm>
        </p:spPr>
        <p:txBody>
          <a:bodyPr>
            <a:normAutofit fontScale="90000"/>
          </a:bodyPr>
          <a:lstStyle/>
          <a:p>
            <a:pPr algn="ctr"/>
            <a:r>
              <a:rPr>
                <a:solidFill>
                  <a:schemeClr val="accent2">
                    <a:lumMod val="50000"/>
                  </a:schemeClr>
                </a:solidFill>
                <a:latin typeface="微软雅黑" panose="020B0503020204020204" charset="-122"/>
                <a:ea typeface="微软雅黑" panose="020B0503020204020204" charset="-122"/>
                <a:cs typeface="Arial" panose="020B0604020202020204" pitchFamily="34" charset="0"/>
                <a:sym typeface="+mn-ea"/>
              </a:rPr>
              <a:t>基于半导体应变片的输电线路横担应力监测系统方案设计</a:t>
            </a:r>
            <a:endParaRPr lang="zh-CN" altLang="en-US">
              <a:solidFill>
                <a:schemeClr val="accent2">
                  <a:lumMod val="50000"/>
                </a:schemeClr>
              </a:solidFill>
              <a:latin typeface="微软雅黑" panose="020B0503020204020204" charset="-122"/>
              <a:ea typeface="微软雅黑" panose="020B0503020204020204" charset="-122"/>
              <a:cs typeface="Arial" panose="020B0604020202020204" pitchFamily="34" charset="0"/>
              <a:sym typeface="+mn-ea"/>
            </a:endParaRPr>
          </a:p>
        </p:txBody>
      </p:sp>
      <p:sp>
        <p:nvSpPr>
          <p:cNvPr id="8" name="Text Placeholder 3"/>
          <p:cNvSpPr>
            <a:spLocks noGrp="1"/>
          </p:cNvSpPr>
          <p:nvPr>
            <p:custDataLst>
              <p:tags r:id="rId3"/>
            </p:custDataLst>
          </p:nvPr>
        </p:nvSpPr>
        <p:spPr>
          <a:xfrm>
            <a:off x="5391570" y="4156322"/>
            <a:ext cx="2340000" cy="468000"/>
          </a:xfrm>
          <a:prstGeom prst="roundRect">
            <a:avLst>
              <a:gd name="adj" fmla="val 50000"/>
            </a:avLst>
          </a:prstGeom>
          <a:ln w="12700">
            <a:solidFill>
              <a:schemeClr val="lt1">
                <a:lumMod val="10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18000" rIns="71755" bIns="18000" numCol="1" spcCol="0" rtlCol="0" fromWordArt="0" anchor="ctr" anchorCtr="0" compatLnSpc="1">
            <a:normAutofit/>
          </a:bodyPr>
          <a:lstStyle>
            <a:defPPr>
              <a:defRPr lang="zh-CN"/>
            </a:defPPr>
            <a:lvl1pPr marL="0" marR="0" indent="0" algn="ctr" defTabSz="914400" rtl="0" eaLnBrk="1" fontAlgn="auto" latinLnBrk="0" hangingPunct="1">
              <a:lnSpc>
                <a:spcPct val="100000"/>
              </a:lnSpc>
              <a:spcBef>
                <a:spcPts val="1000"/>
              </a:spcBef>
              <a:buClrTx/>
              <a:buSzTx/>
              <a:buFontTx/>
              <a:buNone/>
              <a:defRPr kumimoji="0" lang="zh-CN" altLang="en-US" sz="1800" b="1" i="0" u="none" strike="noStrike" kern="1200" cap="none" spc="0" normalizeH="0" baseline="0" noProof="1" dirty="0">
                <a:solidFill>
                  <a:schemeClr val="lt1"/>
                </a:solidFill>
                <a:latin typeface="+mn-ea"/>
                <a:ea typeface="+mn-ea"/>
                <a:cs typeface="+mn-cs"/>
              </a:defRPr>
            </a:lvl1pPr>
            <a:lvl2pPr marL="457200" indent="0" algn="l" defTabSz="914400" rtl="0" eaLnBrk="1" latinLnBrk="0" hangingPunct="1">
              <a:lnSpc>
                <a:spcPct val="130000"/>
              </a:lnSpc>
              <a:spcBef>
                <a:spcPts val="500"/>
              </a:spcBef>
              <a:buFont typeface="Arial" panose="020B0604020202020204" pitchFamily="34" charset="0"/>
              <a:buChar char="•"/>
              <a:defRPr sz="1800" kern="1200" spc="0">
                <a:solidFill>
                  <a:schemeClr val="lt1"/>
                </a:solidFill>
                <a:latin typeface="+mn-lt"/>
                <a:ea typeface="+mn-ea"/>
                <a:cs typeface="+mn-cs"/>
              </a:defRPr>
            </a:lvl2pPr>
            <a:lvl3pPr marL="914400" indent="0" algn="l" defTabSz="914400" rtl="0" eaLnBrk="1" latinLnBrk="0" hangingPunct="1">
              <a:lnSpc>
                <a:spcPct val="130000"/>
              </a:lnSpc>
              <a:spcBef>
                <a:spcPts val="500"/>
              </a:spcBef>
              <a:buFont typeface="Arial" panose="020B0604020202020204" pitchFamily="34" charset="0"/>
              <a:buChar char="•"/>
              <a:defRPr sz="1800" kern="1200" spc="0">
                <a:solidFill>
                  <a:schemeClr val="lt1"/>
                </a:solidFill>
                <a:latin typeface="+mn-lt"/>
                <a:ea typeface="+mn-ea"/>
                <a:cs typeface="+mn-cs"/>
              </a:defRPr>
            </a:lvl3pPr>
            <a:lvl4pPr marL="1371600" indent="0" algn="l" defTabSz="914400" rtl="0" eaLnBrk="1" latinLnBrk="0" hangingPunct="1">
              <a:lnSpc>
                <a:spcPct val="130000"/>
              </a:lnSpc>
              <a:spcBef>
                <a:spcPts val="500"/>
              </a:spcBef>
              <a:buFont typeface="Arial" panose="020B0604020202020204" pitchFamily="34" charset="0"/>
              <a:buChar char="•"/>
              <a:defRPr sz="1800" kern="1200" spc="0">
                <a:solidFill>
                  <a:schemeClr val="lt1"/>
                </a:solidFill>
                <a:latin typeface="+mn-lt"/>
                <a:ea typeface="+mn-ea"/>
                <a:cs typeface="+mn-cs"/>
              </a:defRPr>
            </a:lvl4pPr>
            <a:lvl5pPr marL="1828800" indent="0" algn="l" defTabSz="914400" rtl="0" eaLnBrk="1" latinLnBrk="0" hangingPunct="1">
              <a:lnSpc>
                <a:spcPct val="130000"/>
              </a:lnSpc>
              <a:spcBef>
                <a:spcPts val="500"/>
              </a:spcBef>
              <a:buFont typeface="Arial" panose="020B0604020202020204" pitchFamily="34" charset="0"/>
              <a:buChar char="•"/>
              <a:defRPr sz="1800" kern="1200" spc="0">
                <a:solidFill>
                  <a:schemeClr val="lt1"/>
                </a:solidFill>
                <a:latin typeface="+mn-lt"/>
                <a:ea typeface="+mn-ea"/>
                <a:cs typeface="+mn-cs"/>
              </a:defRPr>
            </a:lvl5pPr>
            <a:lvl6pPr marL="2286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743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200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657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r>
              <a:rPr lang="zh-CN" altLang="en-US">
                <a:solidFill>
                  <a:schemeClr val="tx1"/>
                </a:solidFill>
              </a:rPr>
              <a:t>汇报小组：第一组</a:t>
            </a:r>
          </a:p>
        </p:txBody>
      </p:sp>
      <p:sp>
        <p:nvSpPr>
          <p:cNvPr id="2" name="文本框 1"/>
          <p:cNvSpPr txBox="1"/>
          <p:nvPr/>
        </p:nvSpPr>
        <p:spPr>
          <a:xfrm>
            <a:off x="1569720" y="5316855"/>
            <a:ext cx="4064000" cy="368300"/>
          </a:xfrm>
          <a:prstGeom prst="rect">
            <a:avLst/>
          </a:prstGeom>
          <a:noFill/>
        </p:spPr>
        <p:txBody>
          <a:bodyPr wrap="square" rtlCol="0">
            <a:spAutoFit/>
          </a:bodyPr>
          <a:lstStyle/>
          <a:p>
            <a:endParaRPr lang="zh-CN" altLang="en-US"/>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buNone/>
            </a:pPr>
            <a:r>
              <a:rPr lang="zh-CN" altLang="en-US" dirty="0">
                <a:sym typeface="+mn-ea"/>
              </a:rPr>
              <a:t> </a:t>
            </a:r>
            <a:r>
              <a:rPr lang="en-US" altLang="zh-CN" dirty="0">
                <a:sym typeface="+mn-ea"/>
              </a:rPr>
              <a:t>                                                  </a:t>
            </a:r>
          </a:p>
          <a:p>
            <a:pPr>
              <a:buNone/>
            </a:pPr>
            <a:endParaRPr lang="en-US" altLang="zh-CN" dirty="0">
              <a:sym typeface="+mn-ea"/>
            </a:endParaRPr>
          </a:p>
          <a:p>
            <a:pPr>
              <a:buNone/>
            </a:pPr>
            <a:endParaRPr lang="en-US" altLang="zh-CN" dirty="0">
              <a:sym typeface="+mn-ea"/>
            </a:endParaRPr>
          </a:p>
          <a:p>
            <a:pPr>
              <a:buNone/>
            </a:pPr>
            <a:endParaRPr lang="en-US" altLang="zh-CN" dirty="0">
              <a:sym typeface="+mn-ea"/>
            </a:endParaRPr>
          </a:p>
          <a:p>
            <a:pPr>
              <a:buNone/>
            </a:pPr>
            <a:r>
              <a:rPr lang="en-US" altLang="zh-CN" dirty="0">
                <a:sym typeface="+mn-ea"/>
              </a:rPr>
              <a:t>                                                    </a:t>
            </a:r>
            <a:endParaRPr lang="zh-CN" altLang="en-US"/>
          </a:p>
        </p:txBody>
      </p:sp>
      <p:sp>
        <p:nvSpPr>
          <p:cNvPr id="3" name="标题 2"/>
          <p:cNvSpPr>
            <a:spLocks noGrp="1"/>
          </p:cNvSpPr>
          <p:nvPr>
            <p:ph type="title"/>
          </p:nvPr>
        </p:nvSpPr>
        <p:spPr/>
        <p:txBody>
          <a:bodyPr/>
          <a:lstStyle/>
          <a:p>
            <a:r>
              <a:rPr lang="zh-CN" altLang="en-US"/>
              <a:t>问题概述</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960" y="1383030"/>
            <a:ext cx="4144645" cy="2768600"/>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1111250" y="4398010"/>
            <a:ext cx="3177540" cy="706755"/>
          </a:xfrm>
          <a:prstGeom prst="rect">
            <a:avLst/>
          </a:prstGeom>
          <a:noFill/>
        </p:spPr>
        <p:txBody>
          <a:bodyPr wrap="square" rtlCol="0">
            <a:spAutoFit/>
          </a:bodyPr>
          <a:lstStyle/>
          <a:p>
            <a:pPr algn="ctr"/>
            <a:r>
              <a:rPr lang="zh-CN" altLang="en-US" sz="2000">
                <a:solidFill>
                  <a:schemeClr val="accent2">
                    <a:lumMod val="50000"/>
                  </a:schemeClr>
                </a:solidFill>
                <a:effectLst>
                  <a:outerShdw>
                    <a:srgbClr val="FFFFFF"/>
                  </a:outerShdw>
                </a:effectLst>
                <a:uFill>
                  <a:solidFill>
                    <a:schemeClr val="tx1"/>
                  </a:solidFill>
                </a:uFill>
                <a:latin typeface="微软雅黑" panose="020B0503020204020204" charset="-122"/>
                <a:ea typeface="微软雅黑" panose="020B0503020204020204" charset="-122"/>
                <a:cs typeface="Arial" panose="020B0604020202020204" pitchFamily="34" charset="0"/>
                <a:sym typeface="+mn-ea"/>
              </a:rPr>
              <a:t>铁塔受力超出设计标准，将导致倒塔，引发事故</a:t>
            </a:r>
          </a:p>
        </p:txBody>
      </p:sp>
      <p:grpSp>
        <p:nvGrpSpPr>
          <p:cNvPr id="41" name="组合 40"/>
          <p:cNvGrpSpPr/>
          <p:nvPr/>
        </p:nvGrpSpPr>
        <p:grpSpPr>
          <a:xfrm>
            <a:off x="4840515" y="2527495"/>
            <a:ext cx="1184910" cy="849630"/>
            <a:chOff x="6734977" y="3902622"/>
            <a:chExt cx="1133256" cy="849585"/>
          </a:xfrm>
        </p:grpSpPr>
        <p:sp>
          <p:nvSpPr>
            <p:cNvPr id="22" name="半闭框 21"/>
            <p:cNvSpPr/>
            <p:nvPr/>
          </p:nvSpPr>
          <p:spPr>
            <a:xfrm rot="18900000" flipH="1" flipV="1">
              <a:off x="7085066" y="3902622"/>
              <a:ext cx="783167" cy="849578"/>
            </a:xfrm>
            <a:prstGeom prst="halfFrame">
              <a:avLst>
                <a:gd name="adj1" fmla="val 22257"/>
                <a:gd name="adj2" fmla="val 25949"/>
              </a:avLst>
            </a:prstGeom>
            <a:gradFill flip="none" rotWithShape="1">
              <a:gsLst>
                <a:gs pos="11000">
                  <a:srgbClr val="1F6AA3"/>
                </a:gs>
                <a:gs pos="45000">
                  <a:srgbClr val="4FB0BC">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3" name="半闭框 22"/>
            <p:cNvSpPr/>
            <p:nvPr/>
          </p:nvSpPr>
          <p:spPr>
            <a:xfrm rot="18900000" flipH="1" flipV="1">
              <a:off x="6734977" y="3902629"/>
              <a:ext cx="783186" cy="849578"/>
            </a:xfrm>
            <a:prstGeom prst="halfFrame">
              <a:avLst>
                <a:gd name="adj1" fmla="val 22257"/>
                <a:gd name="adj2" fmla="val 25949"/>
              </a:avLst>
            </a:prstGeom>
            <a:gradFill flip="none" rotWithShape="1">
              <a:gsLst>
                <a:gs pos="11000">
                  <a:srgbClr val="1F6AA3"/>
                </a:gs>
                <a:gs pos="45000">
                  <a:srgbClr val="4FB0BC">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grpSp>
      <p:pic>
        <p:nvPicPr>
          <p:cNvPr id="7" name="图片 6"/>
          <p:cNvPicPr>
            <a:picLocks noChangeAspect="1"/>
          </p:cNvPicPr>
          <p:nvPr/>
        </p:nvPicPr>
        <p:blipFill>
          <a:blip r:embed="rId3"/>
          <a:stretch>
            <a:fillRect/>
          </a:stretch>
        </p:blipFill>
        <p:spPr>
          <a:xfrm>
            <a:off x="6814185" y="1383030"/>
            <a:ext cx="3895725" cy="2705100"/>
          </a:xfrm>
          <a:prstGeom prst="rect">
            <a:avLst/>
          </a:prstGeom>
        </p:spPr>
      </p:pic>
      <p:sp>
        <p:nvSpPr>
          <p:cNvPr id="8" name="文本框 7"/>
          <p:cNvSpPr txBox="1"/>
          <p:nvPr/>
        </p:nvSpPr>
        <p:spPr>
          <a:xfrm>
            <a:off x="7014845" y="4391025"/>
            <a:ext cx="3495040" cy="706755"/>
          </a:xfrm>
          <a:prstGeom prst="rect">
            <a:avLst/>
          </a:prstGeom>
          <a:noFill/>
        </p:spPr>
        <p:txBody>
          <a:bodyPr wrap="square" rtlCol="0">
            <a:spAutoFit/>
          </a:bodyPr>
          <a:lstStyle/>
          <a:p>
            <a:pPr algn="ctr">
              <a:buClrTx/>
              <a:buSzTx/>
              <a:buFontTx/>
            </a:pPr>
            <a:r>
              <a:rPr lang="zh-CN" altLang="en-US" sz="2000">
                <a:solidFill>
                  <a:schemeClr val="accent2">
                    <a:lumMod val="50000"/>
                  </a:schemeClr>
                </a:solidFill>
                <a:effectLst>
                  <a:outerShdw>
                    <a:srgbClr val="FFFFFF"/>
                  </a:outerShdw>
                </a:effectLst>
                <a:uFill>
                  <a:solidFill>
                    <a:schemeClr val="tx1"/>
                  </a:solidFill>
                </a:uFill>
                <a:latin typeface="微软雅黑" panose="020B0503020204020204" charset="-122"/>
                <a:ea typeface="微软雅黑" panose="020B0503020204020204" charset="-122"/>
                <a:cs typeface="Arial" panose="020B0604020202020204" pitchFamily="34" charset="0"/>
              </a:rPr>
              <a:t>设计应变片传感器，实时检测受力情况，及时清理故障</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noChangeAspect="1"/>
          </p:cNvSpPr>
          <p:nvPr>
            <p:ph type="body" sz="quarter" idx="13"/>
          </p:nvPr>
        </p:nvSpPr>
        <p:spPr/>
        <p:txBody>
          <a:bodyPr/>
          <a:lstStyle/>
          <a:p>
            <a:r>
              <a:rPr lang="en-US" altLang="zh-CN"/>
              <a:t>1</a:t>
            </a:r>
          </a:p>
        </p:txBody>
      </p:sp>
      <p:sp>
        <p:nvSpPr>
          <p:cNvPr id="6" name="标题 5"/>
          <p:cNvSpPr>
            <a:spLocks noGrp="1"/>
          </p:cNvSpPr>
          <p:nvPr>
            <p:ph type="title"/>
          </p:nvPr>
        </p:nvSpPr>
        <p:spPr/>
        <p:txBody>
          <a:bodyPr/>
          <a:lstStyle/>
          <a:p>
            <a:r>
              <a:rPr dirty="0">
                <a:latin typeface="微软雅黑" panose="020B0503020204020204" charset="-122"/>
                <a:ea typeface="微软雅黑" panose="020B0503020204020204" charset="-122"/>
                <a:sym typeface="+mn-ea"/>
              </a:rPr>
              <a:t>传感器性能指标概述</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Autofit/>
          </a:bodyPr>
          <a:lstStyle/>
          <a:p>
            <a:r>
              <a:rPr lang="zh-CN" altLang="en-US" sz="4800" dirty="0">
                <a:solidFill>
                  <a:schemeClr val="tx1"/>
                </a:solidFill>
                <a:latin typeface="思源宋体 CN Heavy" pitchFamily="18" charset="-122"/>
                <a:ea typeface="思源宋体 CN Heavy" pitchFamily="18" charset="-122"/>
                <a:sym typeface="微软雅黑" panose="020B0503020204020204" charset="-122"/>
              </a:rPr>
              <a:t>静态特性指标</a:t>
            </a:r>
          </a:p>
        </p:txBody>
      </p:sp>
      <p:sp>
        <p:nvSpPr>
          <p:cNvPr id="6" name="íṧļíḍê"/>
          <p:cNvSpPr/>
          <p:nvPr>
            <p:custDataLst>
              <p:tags r:id="rId1"/>
            </p:custDataLst>
          </p:nvPr>
        </p:nvSpPr>
        <p:spPr>
          <a:xfrm rot="16200000">
            <a:off x="-797451" y="2474586"/>
            <a:ext cx="4950621" cy="2535126"/>
          </a:xfrm>
          <a:prstGeom prst="roundRect">
            <a:avLst>
              <a:gd name="adj" fmla="val 6901"/>
            </a:avLst>
          </a:prstGeom>
          <a:ln w="19050" cap="rnd">
            <a:gradFill>
              <a:gsLst>
                <a:gs pos="97000">
                  <a:srgbClr val="015681"/>
                </a:gs>
                <a:gs pos="51000">
                  <a:srgbClr val="CAD9EB">
                    <a:lumMod val="60000"/>
                    <a:lumOff val="40000"/>
                  </a:srgbClr>
                </a:gs>
                <a:gs pos="0">
                  <a:srgbClr val="015681"/>
                </a:gs>
              </a:gsLst>
              <a:lin ang="10800000" scaled="0"/>
            </a:gra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0" name="Title"/>
          <p:cNvSpPr txBox="1"/>
          <p:nvPr>
            <p:custDataLst>
              <p:tags r:id="rId2"/>
            </p:custDataLst>
          </p:nvPr>
        </p:nvSpPr>
        <p:spPr>
          <a:xfrm>
            <a:off x="869344" y="1439422"/>
            <a:ext cx="1617029" cy="1119200"/>
          </a:xfrm>
          <a:prstGeom prst="rect">
            <a:avLst/>
          </a:prstGeom>
          <a:noFill/>
        </p:spPr>
        <p:txBody>
          <a:bodyPr vert="horz" wrap="square" rtlCol="0" anchor="ctr" anchorCtr="0">
            <a:normAutofit/>
          </a:bodyPr>
          <a:lstStyle/>
          <a:p>
            <a:pPr algn="ctr"/>
            <a:r>
              <a:rPr lang="zh-CN" altLang="en-US" sz="3200" b="1" dirty="0">
                <a:gradFill>
                  <a:gsLst>
                    <a:gs pos="0">
                      <a:srgbClr val="00B0F0"/>
                    </a:gs>
                    <a:gs pos="100000">
                      <a:srgbClr val="0070C0"/>
                    </a:gs>
                  </a:gsLst>
                  <a:lin ang="5400000" scaled="1"/>
                </a:gradFill>
                <a:latin typeface="+mn-ea"/>
              </a:rPr>
              <a:t>灵敏度</a:t>
            </a:r>
          </a:p>
        </p:txBody>
      </p:sp>
      <p:sp>
        <p:nvSpPr>
          <p:cNvPr id="14" name="Title"/>
          <p:cNvSpPr txBox="1"/>
          <p:nvPr>
            <p:custDataLst>
              <p:tags r:id="rId3"/>
            </p:custDataLst>
          </p:nvPr>
        </p:nvSpPr>
        <p:spPr>
          <a:xfrm>
            <a:off x="467803" y="1530290"/>
            <a:ext cx="2535127" cy="3449081"/>
          </a:xfrm>
          <a:prstGeom prst="rect">
            <a:avLst/>
          </a:prstGeom>
          <a:noFill/>
        </p:spPr>
        <p:txBody>
          <a:bodyPr vert="horz" wrap="square" rtlCol="0" anchor="b" anchorCtr="0">
            <a:normAutofit/>
          </a:bodyPr>
          <a:lstStyle/>
          <a:p>
            <a:pPr>
              <a:lnSpc>
                <a:spcPct val="150000"/>
              </a:lnSpc>
            </a:pPr>
            <a:r>
              <a:rPr lang="zh-CN" altLang="en-US" sz="2000" b="1" dirty="0">
                <a:solidFill>
                  <a:schemeClr val="tx1"/>
                </a:solidFill>
                <a:cs typeface="+mn-ea"/>
                <a:sym typeface="+mn-lt"/>
              </a:rPr>
              <a:t>指传感器在静态标准条件下，输出变化量与输入变化量之比。一般灵敏度可达到</a:t>
            </a:r>
            <a:r>
              <a:rPr lang="en-US" altLang="zh-CN" sz="2000" b="1" dirty="0">
                <a:solidFill>
                  <a:schemeClr val="accent2">
                    <a:lumMod val="50000"/>
                  </a:schemeClr>
                </a:solidFill>
                <a:cs typeface="+mn-ea"/>
                <a:sym typeface="+mn-lt"/>
              </a:rPr>
              <a:t> 1 - 2 mV/MPa </a:t>
            </a:r>
            <a:r>
              <a:rPr lang="zh-CN" altLang="en-US" sz="2000" b="1" dirty="0">
                <a:solidFill>
                  <a:schemeClr val="accent2">
                    <a:lumMod val="50000"/>
                  </a:schemeClr>
                </a:solidFill>
                <a:cs typeface="+mn-ea"/>
                <a:sym typeface="+mn-lt"/>
              </a:rPr>
              <a:t>。</a:t>
            </a:r>
          </a:p>
        </p:txBody>
      </p:sp>
      <p:sp>
        <p:nvSpPr>
          <p:cNvPr id="5" name="íṧļíḍê"/>
          <p:cNvSpPr/>
          <p:nvPr>
            <p:custDataLst>
              <p:tags r:id="rId4"/>
            </p:custDataLst>
          </p:nvPr>
        </p:nvSpPr>
        <p:spPr>
          <a:xfrm rot="16200000">
            <a:off x="1922254" y="2474586"/>
            <a:ext cx="4950621" cy="2535126"/>
          </a:xfrm>
          <a:prstGeom prst="roundRect">
            <a:avLst>
              <a:gd name="adj" fmla="val 6901"/>
            </a:avLst>
          </a:prstGeom>
          <a:ln w="19050" cap="rnd">
            <a:gradFill>
              <a:gsLst>
                <a:gs pos="97000">
                  <a:srgbClr val="015681"/>
                </a:gs>
                <a:gs pos="51000">
                  <a:srgbClr val="CAD9EB">
                    <a:lumMod val="60000"/>
                    <a:lumOff val="40000"/>
                  </a:srgbClr>
                </a:gs>
                <a:gs pos="0">
                  <a:srgbClr val="015681"/>
                </a:gs>
              </a:gsLst>
              <a:lin ang="10800000" scaled="0"/>
            </a:gra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7" name="Title"/>
          <p:cNvSpPr txBox="1"/>
          <p:nvPr>
            <p:custDataLst>
              <p:tags r:id="rId5"/>
            </p:custDataLst>
          </p:nvPr>
        </p:nvSpPr>
        <p:spPr>
          <a:xfrm>
            <a:off x="3589049" y="1439422"/>
            <a:ext cx="1617029" cy="1119200"/>
          </a:xfrm>
          <a:prstGeom prst="rect">
            <a:avLst/>
          </a:prstGeom>
          <a:noFill/>
        </p:spPr>
        <p:txBody>
          <a:bodyPr vert="horz" wrap="square" rtlCol="0" anchor="ctr" anchorCtr="0">
            <a:normAutofit/>
          </a:bodyPr>
          <a:lstStyle/>
          <a:p>
            <a:pPr algn="ctr"/>
            <a:r>
              <a:rPr lang="zh-CN" altLang="en-US" sz="3200" b="1" dirty="0">
                <a:gradFill>
                  <a:gsLst>
                    <a:gs pos="0">
                      <a:srgbClr val="00B0F0"/>
                    </a:gs>
                    <a:gs pos="100000">
                      <a:srgbClr val="0070C0"/>
                    </a:gs>
                  </a:gsLst>
                  <a:lin ang="5400000" scaled="1"/>
                </a:gradFill>
                <a:latin typeface="+mn-ea"/>
              </a:rPr>
              <a:t>线性度</a:t>
            </a:r>
          </a:p>
        </p:txBody>
      </p:sp>
      <p:sp>
        <p:nvSpPr>
          <p:cNvPr id="8" name="Title"/>
          <p:cNvSpPr txBox="1"/>
          <p:nvPr>
            <p:custDataLst>
              <p:tags r:id="rId6"/>
            </p:custDataLst>
          </p:nvPr>
        </p:nvSpPr>
        <p:spPr>
          <a:xfrm>
            <a:off x="3245485" y="1856105"/>
            <a:ext cx="2534920" cy="2642235"/>
          </a:xfrm>
          <a:prstGeom prst="rect">
            <a:avLst/>
          </a:prstGeom>
          <a:noFill/>
        </p:spPr>
        <p:txBody>
          <a:bodyPr vert="horz" wrap="square" rtlCol="0" anchor="b" anchorCtr="0">
            <a:normAutofit/>
          </a:bodyPr>
          <a:lstStyle/>
          <a:p>
            <a:pPr>
              <a:lnSpc>
                <a:spcPct val="150000"/>
              </a:lnSpc>
            </a:pPr>
            <a:r>
              <a:rPr lang="zh-CN" altLang="en-US" sz="2000" b="1" dirty="0">
                <a:solidFill>
                  <a:schemeClr val="tx1"/>
                </a:solidFill>
                <a:cs typeface="+mn-ea"/>
                <a:sym typeface="+mn-lt"/>
              </a:rPr>
              <a:t>衡量传感器输出与输入之间线性关系的程度。</a:t>
            </a:r>
            <a:r>
              <a:rPr lang="zh-CN" altLang="en-US" sz="2000" b="1" dirty="0">
                <a:cs typeface="+mn-ea"/>
                <a:sym typeface="+mn-lt"/>
              </a:rPr>
              <a:t>要求线性度误差小于</a:t>
            </a:r>
            <a:r>
              <a:rPr lang="en-US" altLang="zh-CN" sz="2000" b="1" dirty="0">
                <a:solidFill>
                  <a:schemeClr val="accent2">
                    <a:lumMod val="50000"/>
                  </a:schemeClr>
                </a:solidFill>
                <a:cs typeface="+mn-ea"/>
                <a:sym typeface="+mn-lt"/>
              </a:rPr>
              <a:t> </a:t>
            </a:r>
            <a:r>
              <a:rPr lang="en-US" altLang="en-US" sz="2000" b="1" dirty="0">
                <a:solidFill>
                  <a:schemeClr val="accent2">
                    <a:lumMod val="50000"/>
                  </a:schemeClr>
                </a:solidFill>
                <a:cs typeface="+mn-ea"/>
                <a:sym typeface="+mn-lt"/>
              </a:rPr>
              <a:t>±</a:t>
            </a:r>
            <a:r>
              <a:rPr lang="en-US" altLang="zh-CN" sz="2000" b="1" dirty="0">
                <a:solidFill>
                  <a:schemeClr val="accent2">
                    <a:lumMod val="50000"/>
                  </a:schemeClr>
                </a:solidFill>
                <a:cs typeface="+mn-ea"/>
                <a:sym typeface="+mn-lt"/>
              </a:rPr>
              <a:t>0.5% </a:t>
            </a:r>
            <a:r>
              <a:rPr lang="zh-CN" altLang="en-US" sz="2000" b="1" dirty="0">
                <a:solidFill>
                  <a:schemeClr val="accent2">
                    <a:lumMod val="50000"/>
                  </a:schemeClr>
                </a:solidFill>
                <a:cs typeface="+mn-ea"/>
                <a:sym typeface="+mn-lt"/>
              </a:rPr>
              <a:t>。</a:t>
            </a:r>
          </a:p>
        </p:txBody>
      </p:sp>
      <p:sp>
        <p:nvSpPr>
          <p:cNvPr id="9" name="íṧļíḍê"/>
          <p:cNvSpPr/>
          <p:nvPr>
            <p:custDataLst>
              <p:tags r:id="rId7"/>
            </p:custDataLst>
          </p:nvPr>
        </p:nvSpPr>
        <p:spPr>
          <a:xfrm rot="16200000">
            <a:off x="4642594" y="2474586"/>
            <a:ext cx="4950621" cy="2535126"/>
          </a:xfrm>
          <a:prstGeom prst="roundRect">
            <a:avLst>
              <a:gd name="adj" fmla="val 6901"/>
            </a:avLst>
          </a:prstGeom>
          <a:ln w="19050" cap="rnd">
            <a:gradFill>
              <a:gsLst>
                <a:gs pos="97000">
                  <a:srgbClr val="015681"/>
                </a:gs>
                <a:gs pos="51000">
                  <a:srgbClr val="CAD9EB">
                    <a:lumMod val="60000"/>
                    <a:lumOff val="40000"/>
                  </a:srgbClr>
                </a:gs>
                <a:gs pos="0">
                  <a:srgbClr val="015681"/>
                </a:gs>
              </a:gsLst>
              <a:lin ang="10800000" scaled="0"/>
            </a:gra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1" name="Title"/>
          <p:cNvSpPr txBox="1"/>
          <p:nvPr>
            <p:custDataLst>
              <p:tags r:id="rId8"/>
            </p:custDataLst>
          </p:nvPr>
        </p:nvSpPr>
        <p:spPr>
          <a:xfrm>
            <a:off x="6309389" y="1439422"/>
            <a:ext cx="1617029" cy="1119200"/>
          </a:xfrm>
          <a:prstGeom prst="rect">
            <a:avLst/>
          </a:prstGeom>
          <a:noFill/>
        </p:spPr>
        <p:txBody>
          <a:bodyPr vert="horz" wrap="square" rtlCol="0" anchor="ctr" anchorCtr="0">
            <a:normAutofit/>
          </a:bodyPr>
          <a:lstStyle/>
          <a:p>
            <a:pPr algn="ctr"/>
            <a:r>
              <a:rPr lang="zh-CN" altLang="en-US" sz="3200" b="1" dirty="0">
                <a:gradFill>
                  <a:gsLst>
                    <a:gs pos="0">
                      <a:srgbClr val="00B0F0"/>
                    </a:gs>
                    <a:gs pos="100000">
                      <a:srgbClr val="0070C0"/>
                    </a:gs>
                  </a:gsLst>
                  <a:lin ang="5400000" scaled="1"/>
                </a:gradFill>
                <a:latin typeface="+mn-ea"/>
              </a:rPr>
              <a:t>重复性</a:t>
            </a:r>
          </a:p>
        </p:txBody>
      </p:sp>
      <p:sp>
        <p:nvSpPr>
          <p:cNvPr id="12" name="Title"/>
          <p:cNvSpPr txBox="1"/>
          <p:nvPr>
            <p:custDataLst>
              <p:tags r:id="rId9"/>
            </p:custDataLst>
          </p:nvPr>
        </p:nvSpPr>
        <p:spPr>
          <a:xfrm>
            <a:off x="5849620" y="2558415"/>
            <a:ext cx="2534920" cy="2642235"/>
          </a:xfrm>
          <a:prstGeom prst="rect">
            <a:avLst/>
          </a:prstGeom>
          <a:noFill/>
        </p:spPr>
        <p:txBody>
          <a:bodyPr vert="horz" wrap="square" rtlCol="0" anchor="b" anchorCtr="0">
            <a:normAutofit fontScale="90000"/>
          </a:bodyPr>
          <a:lstStyle/>
          <a:p>
            <a:pPr>
              <a:lnSpc>
                <a:spcPct val="150000"/>
              </a:lnSpc>
            </a:pPr>
            <a:r>
              <a:rPr lang="zh-CN" altLang="en-US" sz="2000" b="1" dirty="0">
                <a:cs typeface="+mn-ea"/>
                <a:sym typeface="+mn-lt"/>
              </a:rPr>
              <a:t>在同一工作条件下，输入量按同一方向作全量程连续多次变动时，所得特性曲线不一致的程度。重复性误差一般要求小于</a:t>
            </a:r>
            <a:r>
              <a:rPr lang="en-US" altLang="zh-CN" sz="2000" b="1" dirty="0">
                <a:cs typeface="+mn-ea"/>
                <a:sym typeface="+mn-lt"/>
              </a:rPr>
              <a:t> </a:t>
            </a:r>
            <a:r>
              <a:rPr lang="en-US" altLang="en-US" sz="2000" b="1" dirty="0">
                <a:solidFill>
                  <a:schemeClr val="accent2">
                    <a:lumMod val="50000"/>
                  </a:schemeClr>
                </a:solidFill>
                <a:cs typeface="+mn-ea"/>
                <a:sym typeface="+mn-lt"/>
              </a:rPr>
              <a:t>±</a:t>
            </a:r>
            <a:r>
              <a:rPr lang="en-US" altLang="zh-CN" sz="2000" b="1" dirty="0">
                <a:solidFill>
                  <a:schemeClr val="accent2">
                    <a:lumMod val="50000"/>
                  </a:schemeClr>
                </a:solidFill>
                <a:cs typeface="+mn-ea"/>
                <a:sym typeface="+mn-lt"/>
              </a:rPr>
              <a:t>0.3% </a:t>
            </a:r>
            <a:r>
              <a:rPr lang="zh-CN" altLang="en-US" sz="2000" b="1" dirty="0">
                <a:cs typeface="+mn-ea"/>
                <a:sym typeface="+mn-lt"/>
              </a:rPr>
              <a:t>。</a:t>
            </a:r>
          </a:p>
        </p:txBody>
      </p:sp>
      <p:sp>
        <p:nvSpPr>
          <p:cNvPr id="13" name="íṧļíḍê"/>
          <p:cNvSpPr/>
          <p:nvPr>
            <p:custDataLst>
              <p:tags r:id="rId10"/>
            </p:custDataLst>
          </p:nvPr>
        </p:nvSpPr>
        <p:spPr>
          <a:xfrm rot="16200000">
            <a:off x="7501999" y="2474586"/>
            <a:ext cx="4950621" cy="2535126"/>
          </a:xfrm>
          <a:prstGeom prst="roundRect">
            <a:avLst>
              <a:gd name="adj" fmla="val 6901"/>
            </a:avLst>
          </a:prstGeom>
          <a:ln w="19050" cap="rnd">
            <a:gradFill>
              <a:gsLst>
                <a:gs pos="97000">
                  <a:srgbClr val="015681"/>
                </a:gs>
                <a:gs pos="51000">
                  <a:srgbClr val="CAD9EB">
                    <a:lumMod val="60000"/>
                    <a:lumOff val="40000"/>
                  </a:srgbClr>
                </a:gs>
                <a:gs pos="0">
                  <a:srgbClr val="015681"/>
                </a:gs>
              </a:gsLst>
              <a:lin ang="10800000" scaled="0"/>
            </a:gra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5" name="Title"/>
          <p:cNvSpPr txBox="1"/>
          <p:nvPr>
            <p:custDataLst>
              <p:tags r:id="rId11"/>
            </p:custDataLst>
          </p:nvPr>
        </p:nvSpPr>
        <p:spPr>
          <a:xfrm>
            <a:off x="9168794" y="1439422"/>
            <a:ext cx="1617029" cy="1119200"/>
          </a:xfrm>
          <a:prstGeom prst="rect">
            <a:avLst/>
          </a:prstGeom>
          <a:noFill/>
        </p:spPr>
        <p:txBody>
          <a:bodyPr vert="horz" wrap="square" rtlCol="0" anchor="ctr" anchorCtr="0">
            <a:normAutofit/>
          </a:bodyPr>
          <a:lstStyle/>
          <a:p>
            <a:pPr algn="ctr"/>
            <a:r>
              <a:rPr lang="zh-CN" altLang="en-US" sz="3200" b="1" dirty="0">
                <a:gradFill>
                  <a:gsLst>
                    <a:gs pos="0">
                      <a:srgbClr val="00B0F0"/>
                    </a:gs>
                    <a:gs pos="100000">
                      <a:srgbClr val="0070C0"/>
                    </a:gs>
                  </a:gsLst>
                  <a:lin ang="5400000" scaled="1"/>
                </a:gradFill>
                <a:latin typeface="+mn-ea"/>
              </a:rPr>
              <a:t>迟滞</a:t>
            </a:r>
          </a:p>
        </p:txBody>
      </p:sp>
      <p:sp>
        <p:nvSpPr>
          <p:cNvPr id="16" name="Title"/>
          <p:cNvSpPr txBox="1"/>
          <p:nvPr>
            <p:custDataLst>
              <p:tags r:id="rId12"/>
            </p:custDataLst>
          </p:nvPr>
        </p:nvSpPr>
        <p:spPr>
          <a:xfrm>
            <a:off x="8709025" y="2558415"/>
            <a:ext cx="2534920" cy="2642235"/>
          </a:xfrm>
          <a:prstGeom prst="rect">
            <a:avLst/>
          </a:prstGeom>
          <a:noFill/>
        </p:spPr>
        <p:txBody>
          <a:bodyPr vert="horz" wrap="square" rtlCol="0" anchor="b" anchorCtr="0">
            <a:normAutofit fontScale="90000"/>
          </a:bodyPr>
          <a:lstStyle/>
          <a:p>
            <a:pPr>
              <a:lnSpc>
                <a:spcPct val="150000"/>
              </a:lnSpc>
            </a:pPr>
            <a:r>
              <a:rPr lang="zh-CN" altLang="en-US" sz="2000" b="1" dirty="0">
                <a:cs typeface="+mn-ea"/>
                <a:sym typeface="+mn-lt"/>
              </a:rPr>
              <a:t>传感器在正向（输入量增大）和反向（输入量减小）行程期间，输出</a:t>
            </a:r>
            <a:r>
              <a:rPr lang="en-US" altLang="zh-CN" sz="2000" b="1" dirty="0">
                <a:cs typeface="+mn-ea"/>
                <a:sym typeface="+mn-lt"/>
              </a:rPr>
              <a:t> - </a:t>
            </a:r>
            <a:r>
              <a:rPr lang="zh-CN" altLang="en-US" sz="2000" b="1" dirty="0">
                <a:cs typeface="+mn-ea"/>
                <a:sym typeface="+mn-lt"/>
              </a:rPr>
              <a:t>输入特性曲线不重合的程度。迟滞误差通常小于</a:t>
            </a:r>
            <a:r>
              <a:rPr lang="en-US" altLang="zh-CN" sz="2000" b="1" dirty="0">
                <a:cs typeface="+mn-ea"/>
                <a:sym typeface="+mn-lt"/>
              </a:rPr>
              <a:t> </a:t>
            </a:r>
            <a:r>
              <a:rPr lang="en-US" altLang="en-US" sz="2000" b="1" dirty="0">
                <a:solidFill>
                  <a:schemeClr val="accent2">
                    <a:lumMod val="50000"/>
                  </a:schemeClr>
                </a:solidFill>
                <a:cs typeface="+mn-ea"/>
                <a:sym typeface="+mn-lt"/>
              </a:rPr>
              <a:t>±</a:t>
            </a:r>
            <a:r>
              <a:rPr lang="en-US" altLang="zh-CN" sz="2000" b="1" dirty="0">
                <a:solidFill>
                  <a:schemeClr val="accent2">
                    <a:lumMod val="50000"/>
                  </a:schemeClr>
                </a:solidFill>
                <a:cs typeface="+mn-ea"/>
                <a:sym typeface="+mn-lt"/>
              </a:rPr>
              <a:t>0.3%</a:t>
            </a:r>
            <a:r>
              <a:rPr lang="en-US" altLang="zh-CN" sz="2000" b="1" dirty="0">
                <a:cs typeface="+mn-ea"/>
                <a:sym typeface="+mn-lt"/>
              </a:rPr>
              <a:t> </a:t>
            </a:r>
            <a:r>
              <a:rPr lang="zh-CN" altLang="en-US" sz="2000" b="1" dirty="0">
                <a:cs typeface="+mn-ea"/>
                <a:sym typeface="+mn-lt"/>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Autofit/>
          </a:bodyPr>
          <a:lstStyle/>
          <a:p>
            <a:r>
              <a:rPr lang="zh-CN" altLang="en-US" sz="4800" dirty="0">
                <a:latin typeface="思源宋体 CN Heavy" pitchFamily="18" charset="-122"/>
                <a:ea typeface="思源宋体 CN Heavy" pitchFamily="18" charset="-122"/>
                <a:sym typeface="微软雅黑" panose="020B0503020204020204" charset="-122"/>
              </a:rPr>
              <a:t>动态特性指标</a:t>
            </a:r>
          </a:p>
        </p:txBody>
      </p:sp>
      <p:sp>
        <p:nvSpPr>
          <p:cNvPr id="8" name="íṧļíḍê"/>
          <p:cNvSpPr/>
          <p:nvPr>
            <p:custDataLst>
              <p:tags r:id="rId1"/>
            </p:custDataLst>
          </p:nvPr>
        </p:nvSpPr>
        <p:spPr>
          <a:xfrm rot="16200000">
            <a:off x="1124316" y="2098616"/>
            <a:ext cx="4665951" cy="3176414"/>
          </a:xfrm>
          <a:prstGeom prst="roundRect">
            <a:avLst>
              <a:gd name="adj" fmla="val 9200"/>
            </a:avLst>
          </a:prstGeom>
          <a:ln w="76200" cap="rnd">
            <a:gradFill>
              <a:gsLst>
                <a:gs pos="95000">
                  <a:srgbClr val="CAD9EB">
                    <a:lumMod val="60000"/>
                    <a:lumOff val="40000"/>
                    <a:alpha val="35000"/>
                  </a:srgbClr>
                </a:gs>
                <a:gs pos="0">
                  <a:srgbClr val="015681"/>
                </a:gs>
              </a:gsLst>
              <a:lin ang="11400000" scaled="0"/>
            </a:gra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26" name="文本框 25"/>
          <p:cNvSpPr txBox="1"/>
          <p:nvPr>
            <p:custDataLst>
              <p:tags r:id="rId2"/>
            </p:custDataLst>
          </p:nvPr>
        </p:nvSpPr>
        <p:spPr>
          <a:xfrm>
            <a:off x="1898676" y="1643697"/>
            <a:ext cx="2953408" cy="583565"/>
          </a:xfrm>
          <a:prstGeom prst="rect">
            <a:avLst/>
          </a:prstGeom>
          <a:noFill/>
        </p:spPr>
        <p:txBody>
          <a:bodyPr wrap="square" rtlCol="0">
            <a:spAutoFit/>
          </a:bodyPr>
          <a:lstStyle/>
          <a:p>
            <a:pPr algn="ctr">
              <a:lnSpc>
                <a:spcPct val="100000"/>
              </a:lnSpc>
              <a:buClrTx/>
              <a:buSzTx/>
              <a:buFontTx/>
              <a:buNone/>
            </a:pPr>
            <a:r>
              <a:rPr lang="zh-CN" altLang="en-US" sz="3200" b="1" dirty="0">
                <a:gradFill>
                  <a:gsLst>
                    <a:gs pos="0">
                      <a:srgbClr val="00B0F0"/>
                    </a:gs>
                    <a:gs pos="100000">
                      <a:srgbClr val="0070C0"/>
                    </a:gs>
                  </a:gsLst>
                  <a:lin ang="5400000" scaled="1"/>
                </a:gradFill>
                <a:latin typeface="+mn-ea"/>
              </a:rPr>
              <a:t>固有频率</a:t>
            </a:r>
          </a:p>
        </p:txBody>
      </p:sp>
      <p:sp>
        <p:nvSpPr>
          <p:cNvPr id="5" name="文本框 4"/>
          <p:cNvSpPr txBox="1"/>
          <p:nvPr>
            <p:custDataLst>
              <p:tags r:id="rId3"/>
            </p:custDataLst>
          </p:nvPr>
        </p:nvSpPr>
        <p:spPr>
          <a:xfrm>
            <a:off x="2110105" y="2506980"/>
            <a:ext cx="2684145" cy="1938020"/>
          </a:xfrm>
          <a:prstGeom prst="rect">
            <a:avLst/>
          </a:prstGeom>
          <a:noFill/>
        </p:spPr>
        <p:txBody>
          <a:bodyPr wrap="square" rtlCol="0">
            <a:spAutoFit/>
          </a:bodyPr>
          <a:lstStyle/>
          <a:p>
            <a:pPr algn="ctr"/>
            <a:r>
              <a:rPr lang="zh-CN" altLang="en-US" sz="2400"/>
              <a:t>输电线路在实际运行中，会受到多种因素影响产生振动。频率一般也在</a:t>
            </a:r>
            <a:r>
              <a:rPr lang="en-US" altLang="zh-CN" sz="2400">
                <a:solidFill>
                  <a:schemeClr val="accent2">
                    <a:lumMod val="50000"/>
                  </a:schemeClr>
                </a:solidFill>
              </a:rPr>
              <a:t> 0 - 50Hz</a:t>
            </a:r>
            <a:r>
              <a:rPr lang="en-US" altLang="zh-CN" sz="2400"/>
              <a:t> </a:t>
            </a:r>
            <a:r>
              <a:rPr lang="zh-CN" altLang="en-US" sz="2400"/>
              <a:t>左右</a:t>
            </a:r>
          </a:p>
        </p:txBody>
      </p:sp>
      <p:sp>
        <p:nvSpPr>
          <p:cNvPr id="6" name="íṧļíḍê"/>
          <p:cNvSpPr/>
          <p:nvPr>
            <p:custDataLst>
              <p:tags r:id="rId4"/>
            </p:custDataLst>
          </p:nvPr>
        </p:nvSpPr>
        <p:spPr>
          <a:xfrm rot="16200000">
            <a:off x="5907771" y="2098616"/>
            <a:ext cx="4665951" cy="3176414"/>
          </a:xfrm>
          <a:prstGeom prst="roundRect">
            <a:avLst>
              <a:gd name="adj" fmla="val 9200"/>
            </a:avLst>
          </a:prstGeom>
          <a:ln w="76200" cap="rnd">
            <a:gradFill>
              <a:gsLst>
                <a:gs pos="95000">
                  <a:srgbClr val="CAD9EB">
                    <a:lumMod val="60000"/>
                    <a:lumOff val="40000"/>
                    <a:alpha val="35000"/>
                  </a:srgbClr>
                </a:gs>
                <a:gs pos="0">
                  <a:srgbClr val="015681"/>
                </a:gs>
              </a:gsLst>
              <a:lin ang="11400000" scaled="0"/>
            </a:gra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7" name="文本框 6"/>
          <p:cNvSpPr txBox="1"/>
          <p:nvPr>
            <p:custDataLst>
              <p:tags r:id="rId5"/>
            </p:custDataLst>
          </p:nvPr>
        </p:nvSpPr>
        <p:spPr>
          <a:xfrm>
            <a:off x="6682131" y="1643697"/>
            <a:ext cx="2953408" cy="583565"/>
          </a:xfrm>
          <a:prstGeom prst="rect">
            <a:avLst/>
          </a:prstGeom>
          <a:noFill/>
        </p:spPr>
        <p:txBody>
          <a:bodyPr wrap="square" rtlCol="0">
            <a:spAutoFit/>
          </a:bodyPr>
          <a:lstStyle/>
          <a:p>
            <a:pPr algn="ctr">
              <a:lnSpc>
                <a:spcPct val="100000"/>
              </a:lnSpc>
              <a:buClrTx/>
              <a:buSzTx/>
              <a:buFontTx/>
              <a:buNone/>
            </a:pPr>
            <a:r>
              <a:rPr lang="zh-CN" altLang="en-US" sz="3200" b="1" dirty="0">
                <a:gradFill>
                  <a:gsLst>
                    <a:gs pos="0">
                      <a:srgbClr val="00B0F0"/>
                    </a:gs>
                    <a:gs pos="100000">
                      <a:srgbClr val="0070C0"/>
                    </a:gs>
                  </a:gsLst>
                  <a:lin ang="5400000" scaled="1"/>
                </a:gradFill>
                <a:latin typeface="+mn-ea"/>
              </a:rPr>
              <a:t>响应时间</a:t>
            </a:r>
          </a:p>
        </p:txBody>
      </p:sp>
      <p:sp>
        <p:nvSpPr>
          <p:cNvPr id="9" name="文本框 8"/>
          <p:cNvSpPr txBox="1"/>
          <p:nvPr>
            <p:custDataLst>
              <p:tags r:id="rId6"/>
            </p:custDataLst>
          </p:nvPr>
        </p:nvSpPr>
        <p:spPr>
          <a:xfrm>
            <a:off x="6893560" y="2506980"/>
            <a:ext cx="2684145" cy="3046095"/>
          </a:xfrm>
          <a:prstGeom prst="rect">
            <a:avLst/>
          </a:prstGeom>
          <a:noFill/>
        </p:spPr>
        <p:txBody>
          <a:bodyPr wrap="square" rtlCol="0">
            <a:spAutoFit/>
          </a:bodyPr>
          <a:lstStyle/>
          <a:p>
            <a:pPr algn="ctr"/>
            <a:r>
              <a:rPr lang="zh-CN" altLang="en-US" sz="2400"/>
              <a:t>输电线路的应力状态可能会在短时间内发生剧烈变化只有传感器响应时间足够短，才能快速将应力变化转化为电信号输出要求响应时间小于</a:t>
            </a:r>
            <a:r>
              <a:rPr lang="en-US" altLang="zh-CN" sz="2400"/>
              <a:t> </a:t>
            </a:r>
            <a:r>
              <a:rPr lang="en-US" altLang="zh-CN" sz="2400">
                <a:solidFill>
                  <a:schemeClr val="accent2">
                    <a:lumMod val="50000"/>
                  </a:schemeClr>
                </a:solidFill>
              </a:rPr>
              <a:t>10ms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noChangeAspect="1"/>
          </p:cNvSpPr>
          <p:nvPr>
            <p:ph type="body" sz="quarter" idx="13"/>
          </p:nvPr>
        </p:nvSpPr>
        <p:spPr/>
        <p:txBody>
          <a:bodyPr/>
          <a:lstStyle/>
          <a:p>
            <a:r>
              <a:rPr lang="en-US" altLang="zh-CN"/>
              <a:t>2</a:t>
            </a:r>
          </a:p>
        </p:txBody>
      </p:sp>
      <p:sp>
        <p:nvSpPr>
          <p:cNvPr id="4" name="文本占位符 3"/>
          <p:cNvSpPr>
            <a:spLocks noGrp="1"/>
          </p:cNvSpPr>
          <p:nvPr>
            <p:ph type="body" idx="1"/>
          </p:nvPr>
        </p:nvSpPr>
        <p:spPr/>
        <p:txBody>
          <a:bodyPr>
            <a:normAutofit/>
          </a:bodyPr>
          <a:lstStyle/>
          <a:p>
            <a:r>
              <a:rPr lang="zh-CN" altLang="en-US" dirty="0">
                <a:latin typeface="微软雅黑" panose="020B0503020204020204" charset="-122"/>
                <a:ea typeface="微软雅黑" panose="020B0503020204020204" charset="-122"/>
                <a:sym typeface="+mn-ea"/>
              </a:rPr>
              <a:t>分析输电线路应力监测必要性</a:t>
            </a:r>
            <a:endParaRPr lang="zh-CN" altLang="en-US"/>
          </a:p>
        </p:txBody>
      </p:sp>
      <p:sp>
        <p:nvSpPr>
          <p:cNvPr id="5" name="标题 4"/>
          <p:cNvSpPr>
            <a:spLocks noGrp="1"/>
          </p:cNvSpPr>
          <p:nvPr>
            <p:ph type="title"/>
          </p:nvPr>
        </p:nvSpPr>
        <p:spPr/>
        <p:txBody>
          <a:bodyPr/>
          <a:lstStyle/>
          <a:p>
            <a:r>
              <a:rPr dirty="0">
                <a:latin typeface="微软雅黑" panose="020B0503020204020204" charset="-122"/>
                <a:ea typeface="微软雅黑" panose="020B0503020204020204" charset="-122"/>
                <a:sym typeface="+mn-ea"/>
              </a:rPr>
              <a:t>工程背景分析</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工程背景</a:t>
            </a:r>
          </a:p>
        </p:txBody>
      </p:sp>
      <p:sp>
        <p:nvSpPr>
          <p:cNvPr id="4" name="文本框 3"/>
          <p:cNvSpPr txBox="1"/>
          <p:nvPr/>
        </p:nvSpPr>
        <p:spPr>
          <a:xfrm>
            <a:off x="875030" y="3370580"/>
            <a:ext cx="2298700" cy="460375"/>
          </a:xfrm>
          <a:prstGeom prst="rect">
            <a:avLst/>
          </a:prstGeom>
          <a:noFill/>
        </p:spPr>
        <p:txBody>
          <a:bodyPr wrap="square" rtlCol="0">
            <a:spAutoFit/>
          </a:bodyPr>
          <a:lstStyle/>
          <a:p>
            <a:r>
              <a:rPr lang="zh-CN" altLang="zh-CN" sz="2400" b="1" kern="100" dirty="0">
                <a:solidFill>
                  <a:srgbClr val="000000"/>
                </a:solidFill>
                <a:effectLst/>
                <a:ea typeface="Segoe UI" panose="020B0502040204020203" pitchFamily="34" charset="0"/>
                <a:sym typeface="+mn-ea"/>
              </a:rPr>
              <a:t>风荷载影响</a:t>
            </a:r>
            <a:endParaRPr lang="zh-CN" altLang="en-US" sz="2400"/>
          </a:p>
        </p:txBody>
      </p:sp>
      <p:pic>
        <p:nvPicPr>
          <p:cNvPr id="59" name="图片 58" descr="图片包含 户外, 照片, 站, 田地&#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745" y="1396365"/>
            <a:ext cx="2546985" cy="1894840"/>
          </a:xfrm>
          <a:prstGeom prst="rect">
            <a:avLst/>
          </a:prstGeom>
        </p:spPr>
      </p:pic>
      <p:sp>
        <p:nvSpPr>
          <p:cNvPr id="5" name="文本框 4"/>
          <p:cNvSpPr txBox="1"/>
          <p:nvPr/>
        </p:nvSpPr>
        <p:spPr>
          <a:xfrm>
            <a:off x="289560" y="3909695"/>
            <a:ext cx="2874645" cy="2707640"/>
          </a:xfrm>
          <a:prstGeom prst="rect">
            <a:avLst/>
          </a:prstGeom>
          <a:noFill/>
        </p:spPr>
        <p:txBody>
          <a:bodyPr wrap="square" rtlCol="0">
            <a:noAutofit/>
          </a:bodyPr>
          <a:lstStyle/>
          <a:p>
            <a:pPr algn="l"/>
            <a:r>
              <a:rPr lang="en-US" altLang="zh-CN" dirty="0">
                <a:solidFill>
                  <a:srgbClr val="000000"/>
                </a:solidFill>
                <a:ea typeface="宋体" panose="02010600030101010101" pitchFamily="2" charset="-122"/>
                <a:cs typeface="宋体" panose="02010600030101010101" pitchFamily="2" charset="-122"/>
                <a:sym typeface="+mn-ea"/>
              </a:rPr>
              <a:t>        </a:t>
            </a:r>
            <a:r>
              <a:rPr lang="zh-CN" altLang="zh-CN" dirty="0">
                <a:solidFill>
                  <a:srgbClr val="000000"/>
                </a:solidFill>
                <a:effectLst/>
                <a:ea typeface="宋体" panose="02010600030101010101" pitchFamily="2" charset="-122"/>
                <a:cs typeface="宋体" panose="02010600030101010101" pitchFamily="2" charset="-122"/>
                <a:sym typeface="+mn-ea"/>
              </a:rPr>
              <a:t>风对输电线路横担的作用力十分复杂。在强风天气下，如台风、飓风等，风力强劲且风向多变，会使横担承受巨大的动态风荷载。在寒冷地区或冬季，输电线路可能会出现覆冰现象。当导线和横担上覆冰厚度不断增加，其重量会急剧上升。</a:t>
            </a:r>
            <a:endParaRPr lang="id-ID" dirty="0">
              <a:solidFill>
                <a:schemeClr val="tx1">
                  <a:lumMod val="50000"/>
                  <a:lumOff val="50000"/>
                </a:schemeClr>
              </a:solidFill>
              <a:latin typeface="思源宋体 CN Heavy" pitchFamily="18" charset="-122"/>
              <a:ea typeface="思源宋体 CN Heavy" pitchFamily="18" charset="-122"/>
            </a:endParaRPr>
          </a:p>
          <a:p>
            <a:pPr algn="l"/>
            <a:endParaRPr lang="zh-CN" altLang="en-US" dirty="0"/>
          </a:p>
        </p:txBody>
      </p:sp>
      <p:pic>
        <p:nvPicPr>
          <p:cNvPr id="55" name="图片 54" descr="街道边的轨道上&#10;&#10;低可信度描述已自动生成"/>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87240" y="1396365"/>
            <a:ext cx="2802890" cy="1894205"/>
          </a:xfrm>
          <a:prstGeom prst="rect">
            <a:avLst/>
          </a:prstGeom>
        </p:spPr>
      </p:pic>
      <p:sp>
        <p:nvSpPr>
          <p:cNvPr id="6" name="文本框 5"/>
          <p:cNvSpPr txBox="1"/>
          <p:nvPr/>
        </p:nvSpPr>
        <p:spPr>
          <a:xfrm>
            <a:off x="4959350" y="3370580"/>
            <a:ext cx="2059305" cy="829945"/>
          </a:xfrm>
          <a:prstGeom prst="rect">
            <a:avLst/>
          </a:prstGeom>
          <a:noFill/>
        </p:spPr>
        <p:txBody>
          <a:bodyPr wrap="square" rtlCol="0">
            <a:spAutoFit/>
          </a:bodyPr>
          <a:lstStyle/>
          <a:p>
            <a:r>
              <a:rPr lang="zh-CN" altLang="en-US" sz="2400" b="1" kern="100" dirty="0">
                <a:solidFill>
                  <a:srgbClr val="000000"/>
                </a:solidFill>
                <a:ea typeface="Segoe UI" panose="020B0502040204020203" pitchFamily="34" charset="0"/>
                <a:sym typeface="+mn-ea"/>
              </a:rPr>
              <a:t>导线自重</a:t>
            </a:r>
            <a:r>
              <a:rPr lang="zh-CN" altLang="zh-CN" sz="2400" b="1" kern="100" dirty="0">
                <a:solidFill>
                  <a:srgbClr val="000000"/>
                </a:solidFill>
                <a:effectLst/>
                <a:ea typeface="Segoe UI" panose="020B0502040204020203" pitchFamily="34" charset="0"/>
                <a:sym typeface="+mn-ea"/>
              </a:rPr>
              <a:t>影响</a:t>
            </a:r>
            <a:endParaRPr lang="en-US" altLang="zh-CN" sz="2400" b="1" dirty="0">
              <a:solidFill>
                <a:schemeClr val="tx1">
                  <a:lumMod val="65000"/>
                  <a:lumOff val="35000"/>
                </a:schemeClr>
              </a:solidFill>
              <a:latin typeface="思源宋体 CN Heavy" pitchFamily="18" charset="-122"/>
              <a:ea typeface="思源宋体 CN Heavy" pitchFamily="18" charset="-122"/>
              <a:sym typeface="微软雅黑" panose="020B0503020204020204" charset="-122"/>
            </a:endParaRPr>
          </a:p>
          <a:p>
            <a:endParaRPr lang="zh-CN" altLang="en-US" sz="2400"/>
          </a:p>
        </p:txBody>
      </p:sp>
      <p:sp>
        <p:nvSpPr>
          <p:cNvPr id="7" name="文本框 6"/>
          <p:cNvSpPr txBox="1"/>
          <p:nvPr/>
        </p:nvSpPr>
        <p:spPr>
          <a:xfrm>
            <a:off x="4587875" y="3909695"/>
            <a:ext cx="2819400" cy="2602865"/>
          </a:xfrm>
          <a:prstGeom prst="rect">
            <a:avLst/>
          </a:prstGeom>
          <a:noFill/>
        </p:spPr>
        <p:txBody>
          <a:bodyPr wrap="square" rtlCol="0">
            <a:noAutofit/>
          </a:bodyPr>
          <a:lstStyle/>
          <a:p>
            <a:r>
              <a:rPr lang="en-US" altLang="zh-CN" dirty="0">
                <a:solidFill>
                  <a:srgbClr val="000000"/>
                </a:solidFill>
                <a:effectLst/>
                <a:ea typeface="宋体" panose="02010600030101010101" pitchFamily="2" charset="-122"/>
                <a:cs typeface="宋体" panose="02010600030101010101" pitchFamily="2" charset="-122"/>
                <a:sym typeface="+mn-ea"/>
              </a:rPr>
              <a:t>       </a:t>
            </a:r>
            <a:r>
              <a:rPr lang="zh-CN" altLang="zh-CN" dirty="0">
                <a:solidFill>
                  <a:srgbClr val="000000"/>
                </a:solidFill>
                <a:effectLst/>
                <a:ea typeface="宋体" panose="02010600030101010101" pitchFamily="2" charset="-122"/>
                <a:cs typeface="宋体" panose="02010600030101010101" pitchFamily="2" charset="-122"/>
                <a:sym typeface="+mn-ea"/>
              </a:rPr>
              <a:t>输电线路的导线本身具有一定重量，随着线路长度增加，累积的重力会对横担产生持续的拉力。</a:t>
            </a:r>
            <a:r>
              <a:rPr lang="en-US" altLang="zh-CN" dirty="0">
                <a:solidFill>
                  <a:srgbClr val="000000"/>
                </a:solidFill>
                <a:effectLst/>
                <a:ea typeface="宋体" panose="02010600030101010101" pitchFamily="2" charset="-122"/>
                <a:cs typeface="宋体" panose="02010600030101010101" pitchFamily="2" charset="-122"/>
                <a:sym typeface="+mn-ea"/>
              </a:rPr>
              <a:t>(</a:t>
            </a:r>
            <a:r>
              <a:rPr lang="zh-CN" altLang="en-US" dirty="0">
                <a:solidFill>
                  <a:schemeClr val="tx1"/>
                </a:solidFill>
                <a:latin typeface="思源宋体 CN Heavy" pitchFamily="18" charset="-122"/>
                <a:ea typeface="思源宋体 CN Heavy" pitchFamily="18" charset="-122"/>
              </a:rPr>
              <a:t>若横担长期承受超出设计承载能力的导线自重，会逐渐产生疲劳损伤，导致结构强度下降，导致出现横担变形、断裂的情况，进而引发线路故障）</a:t>
            </a:r>
            <a:endParaRPr lang="zh-CN" altLang="en-US" dirty="0">
              <a:solidFill>
                <a:schemeClr val="tx1">
                  <a:lumMod val="50000"/>
                  <a:lumOff val="50000"/>
                </a:schemeClr>
              </a:solidFill>
              <a:latin typeface="思源宋体 CN Heavy" pitchFamily="18" charset="-122"/>
              <a:ea typeface="思源宋体 CN Heavy" pitchFamily="18" charset="-122"/>
            </a:endParaRPr>
          </a:p>
          <a:p>
            <a:r>
              <a:rPr lang="zh-CN" altLang="en-US" dirty="0"/>
              <a:t>    </a:t>
            </a:r>
          </a:p>
        </p:txBody>
      </p:sp>
      <p:pic>
        <p:nvPicPr>
          <p:cNvPr id="57" name="图片 56" descr="山上覆盖着雪&#10;&#10;描述已自动生成"/>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39480" y="1462405"/>
            <a:ext cx="2697480" cy="1821180"/>
          </a:xfrm>
          <a:prstGeom prst="rect">
            <a:avLst/>
          </a:prstGeom>
        </p:spPr>
      </p:pic>
      <p:sp>
        <p:nvSpPr>
          <p:cNvPr id="8" name="文本框 7"/>
          <p:cNvSpPr txBox="1"/>
          <p:nvPr/>
        </p:nvSpPr>
        <p:spPr>
          <a:xfrm>
            <a:off x="8776970" y="3370580"/>
            <a:ext cx="2270125" cy="829945"/>
          </a:xfrm>
          <a:prstGeom prst="rect">
            <a:avLst/>
          </a:prstGeom>
          <a:noFill/>
        </p:spPr>
        <p:txBody>
          <a:bodyPr wrap="square" rtlCol="0">
            <a:spAutoFit/>
          </a:bodyPr>
          <a:lstStyle/>
          <a:p>
            <a:r>
              <a:rPr lang="zh-CN" altLang="zh-CN" sz="2400" b="1" kern="100" dirty="0">
                <a:solidFill>
                  <a:srgbClr val="000000"/>
                </a:solidFill>
                <a:effectLst/>
                <a:ea typeface="Segoe UI" panose="020B0502040204020203" pitchFamily="34" charset="0"/>
                <a:sym typeface="+mn-ea"/>
              </a:rPr>
              <a:t>覆冰荷载影响</a:t>
            </a:r>
            <a:endParaRPr lang="en-US" sz="2400" b="1" dirty="0">
              <a:solidFill>
                <a:schemeClr val="tx1">
                  <a:lumMod val="65000"/>
                  <a:lumOff val="35000"/>
                </a:schemeClr>
              </a:solidFill>
              <a:latin typeface="思源宋体 CN Heavy" pitchFamily="18" charset="-122"/>
              <a:ea typeface="思源宋体 CN Heavy" pitchFamily="18" charset="-122"/>
              <a:sym typeface="微软雅黑" panose="020B0503020204020204" charset="-122"/>
            </a:endParaRPr>
          </a:p>
          <a:p>
            <a:endParaRPr lang="zh-CN" altLang="en-US" sz="2400"/>
          </a:p>
        </p:txBody>
      </p:sp>
      <p:sp>
        <p:nvSpPr>
          <p:cNvPr id="9" name="文本框 8"/>
          <p:cNvSpPr txBox="1"/>
          <p:nvPr/>
        </p:nvSpPr>
        <p:spPr>
          <a:xfrm>
            <a:off x="8499475" y="4032250"/>
            <a:ext cx="2815590" cy="2585085"/>
          </a:xfrm>
          <a:prstGeom prst="rect">
            <a:avLst/>
          </a:prstGeom>
          <a:noFill/>
        </p:spPr>
        <p:txBody>
          <a:bodyPr wrap="square" rtlCol="0">
            <a:noAutofit/>
          </a:bodyPr>
          <a:lstStyle/>
          <a:p>
            <a:r>
              <a:rPr lang="zh-CN" altLang="zh-CN" dirty="0">
                <a:solidFill>
                  <a:srgbClr val="000000"/>
                </a:solidFill>
                <a:effectLst/>
                <a:ea typeface="宋体" panose="02010600030101010101" pitchFamily="2" charset="-122"/>
                <a:cs typeface="宋体" panose="02010600030101010101" pitchFamily="2" charset="-122"/>
                <a:sym typeface="+mn-ea"/>
              </a:rPr>
              <a:t>在寒冷地区或冬季，输电线路可能会出现覆冰现象。当导线和横担上覆冰厚度不断增加，其重量会急剧上升。</a:t>
            </a:r>
            <a:r>
              <a:rPr lang="zh-CN" altLang="en-US">
                <a:latin typeface="宋体" panose="02010600030101010101" pitchFamily="2" charset="-122"/>
                <a:ea typeface="宋体" panose="02010600030101010101" pitchFamily="2" charset="-122"/>
              </a:rPr>
              <a:t>覆冰重量使横担弯曲变形，甚至断裂，铁塔不堪重负倒塌，导致电网大面积瘫痪。</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22442" y="3132355"/>
            <a:ext cx="10800000" cy="720000"/>
          </a:xfrm>
        </p:spPr>
        <p:txBody>
          <a:bodyPr>
            <a:normAutofit/>
          </a:bodyPr>
          <a:lstStyle/>
          <a:p>
            <a:r>
              <a:rPr lang="zh-CN" altLang="en-US" dirty="0"/>
              <a:t>       </a:t>
            </a:r>
          </a:p>
        </p:txBody>
      </p:sp>
      <p:sp>
        <p:nvSpPr>
          <p:cNvPr id="18" name="íṧļíḍê"/>
          <p:cNvSpPr/>
          <p:nvPr/>
        </p:nvSpPr>
        <p:spPr>
          <a:xfrm rot="16200000">
            <a:off x="2736215" y="-873760"/>
            <a:ext cx="3233420" cy="8607425"/>
          </a:xfrm>
          <a:prstGeom prst="roundRect">
            <a:avLst>
              <a:gd name="adj" fmla="val 6901"/>
            </a:avLst>
          </a:prstGeom>
          <a:ln w="19050" cap="rnd">
            <a:gradFill>
              <a:gsLst>
                <a:gs pos="97000">
                  <a:srgbClr val="015681"/>
                </a:gs>
                <a:gs pos="51000">
                  <a:srgbClr val="CAD9EB">
                    <a:lumMod val="60000"/>
                    <a:lumOff val="40000"/>
                  </a:srgbClr>
                </a:gs>
                <a:gs pos="0">
                  <a:srgbClr val="015681"/>
                </a:gs>
              </a:gsLst>
              <a:lin ang="10800000" scaled="0"/>
            </a:gra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3" name="文本框 2"/>
          <p:cNvSpPr txBox="1"/>
          <p:nvPr/>
        </p:nvSpPr>
        <p:spPr>
          <a:xfrm>
            <a:off x="224790" y="1812290"/>
            <a:ext cx="8095615" cy="3233420"/>
          </a:xfrm>
          <a:prstGeom prst="rect">
            <a:avLst/>
          </a:prstGeom>
          <a:noFill/>
        </p:spPr>
        <p:txBody>
          <a:bodyPr wrap="square" rtlCol="0">
            <a:noAutofit/>
          </a:bodyPr>
          <a:lstStyle/>
          <a:p>
            <a:pPr indent="457200"/>
            <a:r>
              <a:rPr lang="zh-CN" altLang="en-US" sz="2800">
                <a:latin typeface="仿宋" panose="02010609060101010101" charset="-122"/>
                <a:ea typeface="仿宋" panose="02010609060101010101" charset="-122"/>
              </a:rPr>
              <a:t>输电线路横担长期承受导线自重、风荷载、覆冰荷载等多种外力作用。运电铁塔若受力超出设计标准，易发生倒塔事故，造成电力供应中断，影响工业生产、居民生活，甚至引发次生灾害。通过应力监测，可实时掌握横担受力状态，提前预警过载情况，以便及时采取维护措施，保障输电线路安全稳定运行，减少经济损失和社会影响。</a:t>
            </a:r>
          </a:p>
        </p:txBody>
      </p:sp>
      <p:pic>
        <p:nvPicPr>
          <p:cNvPr id="4" name="图片 3"/>
          <p:cNvPicPr>
            <a:picLocks noChangeAspect="1"/>
          </p:cNvPicPr>
          <p:nvPr/>
        </p:nvPicPr>
        <p:blipFill>
          <a:blip r:embed="rId2"/>
          <a:stretch>
            <a:fillRect/>
          </a:stretch>
        </p:blipFill>
        <p:spPr>
          <a:xfrm>
            <a:off x="8680450" y="1945640"/>
            <a:ext cx="3042285" cy="29692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noChangeAspect="1"/>
          </p:cNvSpPr>
          <p:nvPr>
            <p:ph type="body" sz="quarter" idx="13"/>
          </p:nvPr>
        </p:nvSpPr>
        <p:spPr/>
        <p:txBody>
          <a:bodyPr/>
          <a:lstStyle/>
          <a:p>
            <a:r>
              <a:rPr lang="en-US" altLang="zh-CN"/>
              <a:t>3</a:t>
            </a:r>
          </a:p>
        </p:txBody>
      </p:sp>
      <p:sp>
        <p:nvSpPr>
          <p:cNvPr id="5" name="标题 4"/>
          <p:cNvSpPr>
            <a:spLocks noGrp="1"/>
          </p:cNvSpPr>
          <p:nvPr>
            <p:ph type="title"/>
          </p:nvPr>
        </p:nvSpPr>
        <p:spPr/>
        <p:txBody>
          <a:bodyPr/>
          <a:lstStyle/>
          <a:p>
            <a:r>
              <a:rPr lang="zh-CN" altLang="en-US" dirty="0"/>
              <a:t>方案设计</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buNone/>
            </a:pPr>
            <a:r>
              <a:rPr lang="zh-CN" altLang="en-US" b="1" dirty="0">
                <a:solidFill>
                  <a:schemeClr val="tx2">
                    <a:lumMod val="75000"/>
                    <a:lumOff val="25000"/>
                  </a:schemeClr>
                </a:solidFill>
                <a:sym typeface="+mn-ea"/>
              </a:rPr>
              <a:t>铁塔结构</a:t>
            </a:r>
            <a:endParaRPr lang="zh-CN" altLang="en-US" b="1" dirty="0">
              <a:solidFill>
                <a:schemeClr val="accent2"/>
              </a:solidFill>
            </a:endParaRPr>
          </a:p>
          <a:p>
            <a:pPr>
              <a:buNone/>
            </a:pPr>
            <a:endParaRPr lang="zh-CN" altLang="en-US"/>
          </a:p>
        </p:txBody>
      </p:sp>
      <p:sp>
        <p:nvSpPr>
          <p:cNvPr id="4" name="标题 3"/>
          <p:cNvSpPr>
            <a:spLocks noGrp="1"/>
          </p:cNvSpPr>
          <p:nvPr>
            <p:ph type="title"/>
          </p:nvPr>
        </p:nvSpPr>
        <p:spPr/>
        <p:txBody>
          <a:bodyPr/>
          <a:lstStyle/>
          <a:p>
            <a:r>
              <a:rPr lang="zh-CN" altLang="en-US" dirty="0">
                <a:solidFill>
                  <a:schemeClr val="tx2">
                    <a:lumMod val="75000"/>
                    <a:lumOff val="25000"/>
                  </a:schemeClr>
                </a:solidFill>
                <a:latin typeface="思源宋体 CN Heavy" pitchFamily="18" charset="-122"/>
                <a:ea typeface="思源宋体 CN Heavy" pitchFamily="18" charset="-122"/>
                <a:sym typeface="微软雅黑" panose="020B0503020204020204" charset="-122"/>
              </a:rPr>
              <a:t>简化模型</a:t>
            </a:r>
          </a:p>
        </p:txBody>
      </p:sp>
      <p:pic>
        <p:nvPicPr>
          <p:cNvPr id="5" name="图片 4"/>
          <p:cNvPicPr>
            <a:picLocks noChangeAspect="1"/>
          </p:cNvPicPr>
          <p:nvPr/>
        </p:nvPicPr>
        <p:blipFill>
          <a:blip r:embed="rId2"/>
          <a:stretch>
            <a:fillRect/>
          </a:stretch>
        </p:blipFill>
        <p:spPr>
          <a:xfrm>
            <a:off x="854767" y="1810488"/>
            <a:ext cx="3571875" cy="3943350"/>
          </a:xfrm>
          <a:prstGeom prst="rect">
            <a:avLst/>
          </a:prstGeom>
        </p:spPr>
      </p:pic>
      <p:sp>
        <p:nvSpPr>
          <p:cNvPr id="6" name="文本框 5"/>
          <p:cNvSpPr txBox="1"/>
          <p:nvPr/>
        </p:nvSpPr>
        <p:spPr>
          <a:xfrm>
            <a:off x="7003995" y="1395515"/>
            <a:ext cx="1522730" cy="829945"/>
          </a:xfrm>
          <a:prstGeom prst="rect">
            <a:avLst/>
          </a:prstGeom>
          <a:noFill/>
        </p:spPr>
        <p:txBody>
          <a:bodyPr wrap="square" rtlCol="0">
            <a:spAutoFit/>
          </a:bodyPr>
          <a:lstStyle/>
          <a:p>
            <a:r>
              <a:rPr lang="zh-CN" altLang="en-US" sz="2400" b="1" dirty="0">
                <a:solidFill>
                  <a:schemeClr val="tx2">
                    <a:lumMod val="75000"/>
                    <a:lumOff val="25000"/>
                  </a:schemeClr>
                </a:solidFill>
                <a:sym typeface="+mn-ea"/>
              </a:rPr>
              <a:t>简化模型</a:t>
            </a:r>
            <a:endParaRPr lang="zh-CN" altLang="en-US" sz="2400" b="1" dirty="0">
              <a:solidFill>
                <a:schemeClr val="accent2"/>
              </a:solidFill>
            </a:endParaRPr>
          </a:p>
          <a:p>
            <a:endParaRPr lang="zh-CN" altLang="en-US" sz="2400" dirty="0"/>
          </a:p>
        </p:txBody>
      </p:sp>
      <p:pic>
        <p:nvPicPr>
          <p:cNvPr id="7" name="图片 6"/>
          <p:cNvPicPr>
            <a:picLocks noChangeAspect="1"/>
          </p:cNvPicPr>
          <p:nvPr/>
        </p:nvPicPr>
        <p:blipFill>
          <a:blip r:embed="rId3"/>
          <a:stretch>
            <a:fillRect/>
          </a:stretch>
        </p:blipFill>
        <p:spPr>
          <a:xfrm>
            <a:off x="5927298" y="2102946"/>
            <a:ext cx="4029075" cy="33147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p:cNvPicPr>
            <a:picLocks noGrp="1" noChangeAspect="1"/>
          </p:cNvPicPr>
          <p:nvPr>
            <p:ph idx="1"/>
          </p:nvPr>
        </p:nvPicPr>
        <p:blipFill>
          <a:blip r:embed="rId2"/>
          <a:stretch>
            <a:fillRect/>
          </a:stretch>
        </p:blipFill>
        <p:spPr>
          <a:xfrm>
            <a:off x="1269561" y="1331556"/>
            <a:ext cx="7957820" cy="5010150"/>
          </a:xfrm>
          <a:prstGeom prst="rect">
            <a:avLst/>
          </a:prstGeom>
        </p:spPr>
      </p:pic>
      <p:sp>
        <p:nvSpPr>
          <p:cNvPr id="3" name="标题 2"/>
          <p:cNvSpPr>
            <a:spLocks noGrp="1"/>
          </p:cNvSpPr>
          <p:nvPr>
            <p:ph type="title"/>
          </p:nvPr>
        </p:nvSpPr>
        <p:spPr>
          <a:xfrm>
            <a:off x="695960" y="360045"/>
            <a:ext cx="10800080" cy="805815"/>
          </a:xfrm>
        </p:spPr>
        <p:txBody>
          <a:bodyPr>
            <a:normAutofit/>
          </a:bodyPr>
          <a:lstStyle/>
          <a:p>
            <a:r>
              <a:rPr lang="zh-CN" altLang="en-US" sz="2800" dirty="0">
                <a:solidFill>
                  <a:schemeClr val="tx2">
                    <a:lumMod val="75000"/>
                    <a:lumOff val="25000"/>
                  </a:schemeClr>
                </a:solidFill>
                <a:latin typeface="微软雅黑" panose="020B0503020204020204" charset="-122"/>
                <a:ea typeface="微软雅黑" panose="020B0503020204020204" charset="-122"/>
                <a:sym typeface="+mn-ea"/>
              </a:rPr>
              <a:t>应力监测单元总体架构：总体框图与各功能模块设计</a:t>
            </a:r>
          </a:p>
        </p:txBody>
      </p:sp>
      <p:sp>
        <p:nvSpPr>
          <p:cNvPr id="4" name="文本框 3"/>
          <p:cNvSpPr txBox="1"/>
          <p:nvPr/>
        </p:nvSpPr>
        <p:spPr>
          <a:xfrm>
            <a:off x="3356892" y="4749105"/>
            <a:ext cx="7235754" cy="2002155"/>
          </a:xfrm>
          <a:prstGeom prst="rect">
            <a:avLst/>
          </a:prstGeom>
          <a:noFill/>
        </p:spPr>
        <p:txBody>
          <a:bodyPr wrap="square" rtlCol="0">
            <a:noAutofit/>
          </a:bodyPr>
          <a:lstStyle/>
          <a:p>
            <a:r>
              <a:rPr lang="en-US" altLang="zh-CN" dirty="0"/>
              <a:t>       </a:t>
            </a:r>
            <a:r>
              <a:rPr lang="zh-CN" altLang="en-US" dirty="0">
                <a:latin typeface="华文宋体" panose="02010600040101010101" charset="-122"/>
                <a:ea typeface="华文宋体" panose="02010600040101010101" charset="-122"/>
                <a:cs typeface="华文宋体" panose="02010600040101010101" charset="-122"/>
              </a:rPr>
              <a:t>如图所示，重力（代表横担所受应力产生的力）作用于等强度梁，产生应变</a:t>
            </a:r>
            <a:r>
              <a:rPr lang="en-US" altLang="zh-CN" dirty="0">
                <a:latin typeface="华文宋体" panose="02010600040101010101" charset="-122"/>
                <a:ea typeface="华文宋体" panose="02010600040101010101" charset="-122"/>
                <a:cs typeface="华文宋体" panose="02010600040101010101" charset="-122"/>
              </a:rPr>
              <a:t> ε </a:t>
            </a:r>
            <a:r>
              <a:rPr lang="zh-CN" altLang="en-US" dirty="0">
                <a:latin typeface="华文宋体" panose="02010600040101010101" charset="-122"/>
                <a:ea typeface="华文宋体" panose="02010600040101010101" charset="-122"/>
                <a:cs typeface="华文宋体" panose="02010600040101010101" charset="-122"/>
              </a:rPr>
              <a:t>，由半导体应变片感知应变，引起电阻变化</a:t>
            </a:r>
            <a:r>
              <a:rPr lang="en-US" altLang="zh-CN" dirty="0">
                <a:latin typeface="华文宋体" panose="02010600040101010101" charset="-122"/>
                <a:ea typeface="华文宋体" panose="02010600040101010101" charset="-122"/>
                <a:cs typeface="华文宋体" panose="02010600040101010101" charset="-122"/>
              </a:rPr>
              <a:t> ΔR/R </a:t>
            </a:r>
            <a:r>
              <a:rPr lang="zh-CN" altLang="en-US" dirty="0">
                <a:latin typeface="华文宋体" panose="02010600040101010101" charset="-122"/>
                <a:ea typeface="华文宋体" panose="02010600040101010101" charset="-122"/>
                <a:cs typeface="华文宋体" panose="02010600040101010101" charset="-122"/>
              </a:rPr>
              <a:t>，经电桥转换为电压信号，再通过放大及</a:t>
            </a:r>
            <a:r>
              <a:rPr lang="en-US" altLang="zh-CN" dirty="0">
                <a:latin typeface="华文宋体" panose="02010600040101010101" charset="-122"/>
                <a:ea typeface="华文宋体" panose="02010600040101010101" charset="-122"/>
                <a:cs typeface="华文宋体" panose="02010600040101010101" charset="-122"/>
              </a:rPr>
              <a:t> V/F </a:t>
            </a:r>
            <a:r>
              <a:rPr lang="zh-CN" altLang="en-US" dirty="0">
                <a:latin typeface="华文宋体" panose="02010600040101010101" charset="-122"/>
                <a:ea typeface="华文宋体" panose="02010600040101010101" charset="-122"/>
                <a:cs typeface="华文宋体" panose="02010600040101010101" charset="-122"/>
              </a:rPr>
              <a:t>电路将电压信号转换为频率信号，单片机接收频率信号处理后，传输至显示单元显示，同时供电电源为各模块供电</a:t>
            </a:r>
            <a:r>
              <a:rPr lang="en-US" altLang="zh-CN" dirty="0">
                <a:latin typeface="华文宋体" panose="02010600040101010101" charset="-122"/>
                <a:ea typeface="华文宋体" panose="02010600040101010101" charset="-122"/>
                <a:cs typeface="华文宋体" panose="02010600040101010101" charset="-122"/>
              </a:rPr>
              <a:t> </a:t>
            </a:r>
            <a:r>
              <a:rPr lang="zh-CN" altLang="en-US" dirty="0">
                <a:latin typeface="华文宋体" panose="02010600040101010101" charset="-122"/>
                <a:ea typeface="华文宋体" panose="02010600040101010101" charset="-122"/>
                <a:cs typeface="华文宋体" panose="02010600040101010101" charset="-122"/>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5960" y="360045"/>
            <a:ext cx="10800080" cy="805815"/>
          </a:xfrm>
        </p:spPr>
        <p:txBody>
          <a:bodyPr>
            <a:normAutofit/>
          </a:bodyPr>
          <a:lstStyle/>
          <a:p>
            <a:r>
              <a:rPr lang="zh-CN" altLang="en-US" sz="2800" dirty="0">
                <a:solidFill>
                  <a:schemeClr val="tx2">
                    <a:lumMod val="75000"/>
                    <a:lumOff val="25000"/>
                  </a:schemeClr>
                </a:solidFill>
                <a:latin typeface="微软雅黑" panose="020B0503020204020204" charset="-122"/>
                <a:ea typeface="微软雅黑" panose="020B0503020204020204" charset="-122"/>
                <a:sym typeface="+mn-ea"/>
              </a:rPr>
              <a:t>应力监测单元总体架构：各功能模块设计</a:t>
            </a:r>
          </a:p>
        </p:txBody>
      </p:sp>
      <p:sp>
        <p:nvSpPr>
          <p:cNvPr id="221" name="文本框 220"/>
          <p:cNvSpPr txBox="1"/>
          <p:nvPr>
            <p:custDataLst>
              <p:tags r:id="rId1"/>
            </p:custDataLst>
          </p:nvPr>
        </p:nvSpPr>
        <p:spPr>
          <a:xfrm>
            <a:off x="230505" y="1248410"/>
            <a:ext cx="5459730" cy="596900"/>
          </a:xfrm>
          <a:prstGeom prst="rect">
            <a:avLst/>
          </a:prstGeom>
          <a:gradFill flip="none" rotWithShape="1">
            <a:gsLst>
              <a:gs pos="0">
                <a:srgbClr val="1F6AA3"/>
              </a:gs>
              <a:gs pos="100000">
                <a:srgbClr val="4FB0BC"/>
              </a:gs>
            </a:gsLst>
            <a:lin ang="0" scaled="1"/>
            <a:tileRect/>
          </a:grad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FFFFFF"/>
                </a:solidFill>
                <a:effectLst/>
                <a:uLnTx/>
                <a:uFillTx/>
                <a:latin typeface="优设标题黑" panose="00000500000000000000" pitchFamily="2" charset="-122"/>
                <a:ea typeface="优设标题黑" panose="00000500000000000000" pitchFamily="2" charset="-122"/>
                <a:cs typeface="微软雅黑" panose="020B0503020204020204" charset="-122"/>
              </a:rPr>
              <a:t>应力感知模块</a:t>
            </a:r>
          </a:p>
        </p:txBody>
      </p:sp>
      <p:sp>
        <p:nvSpPr>
          <p:cNvPr id="100" name="矩形: 剪去单角 99"/>
          <p:cNvSpPr/>
          <p:nvPr>
            <p:custDataLst>
              <p:tags r:id="rId2"/>
            </p:custDataLst>
          </p:nvPr>
        </p:nvSpPr>
        <p:spPr>
          <a:xfrm rot="5400000" flipH="1">
            <a:off x="1995805" y="13970"/>
            <a:ext cx="2199005" cy="5727700"/>
          </a:xfrm>
          <a:prstGeom prst="snip1Rect">
            <a:avLst>
              <a:gd name="adj" fmla="val 11075"/>
            </a:avLst>
          </a:prstGeom>
          <a:gradFill flip="none" rotWithShape="1">
            <a:gsLst>
              <a:gs pos="0">
                <a:schemeClr val="bg1"/>
              </a:gs>
              <a:gs pos="100000">
                <a:schemeClr val="bg1"/>
              </a:gs>
            </a:gsLst>
            <a:lin ang="8100000" scaled="1"/>
            <a:tileRect/>
          </a:gradFill>
          <a:ln w="12700">
            <a:solidFill>
              <a:srgbClr val="034299"/>
            </a:solidFill>
          </a:ln>
          <a:effectLst>
            <a:outerShdw blurRad="76200" dist="63500" dir="8100000" algn="tr"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阿里巴巴普惠体" panose="00020600040101010101" pitchFamily="18" charset="-122"/>
            </a:endParaRPr>
          </a:p>
        </p:txBody>
      </p:sp>
      <p:sp>
        <p:nvSpPr>
          <p:cNvPr id="76" name="文本框 75"/>
          <p:cNvSpPr txBox="1"/>
          <p:nvPr>
            <p:custDataLst>
              <p:tags r:id="rId3"/>
            </p:custDataLst>
          </p:nvPr>
        </p:nvSpPr>
        <p:spPr>
          <a:xfrm>
            <a:off x="230505" y="1778635"/>
            <a:ext cx="5883910" cy="3077845"/>
          </a:xfrm>
          <a:prstGeom prst="rect">
            <a:avLst/>
          </a:prstGeom>
          <a:noFill/>
        </p:spPr>
        <p:txBody>
          <a:bodyPr wrap="square">
            <a:noAutofit/>
          </a:bodyPr>
          <a:lstStyle/>
          <a:p>
            <a:pPr marL="0" indent="457200">
              <a:buNone/>
            </a:pPr>
            <a:r>
              <a:rPr lang="zh-CN" altLang="en-US" sz="1800" noProof="0" dirty="0">
                <a:ln>
                  <a:noFill/>
                </a:ln>
                <a:solidFill>
                  <a:prstClr val="black"/>
                </a:solidFill>
                <a:effectLst/>
                <a:uLnTx/>
                <a:uFillTx/>
                <a:latin typeface="Calibri" panose="020F0502020204030204"/>
                <a:ea typeface="微软雅黑" panose="020B0503020204020204" charset="-122"/>
                <a:sym typeface="+mn-ea"/>
              </a:rPr>
              <a:t>该模块是整个应力监测系统的基础感知部分，其核心部件是半导体应变片以及与之配合的等强度梁。将半导体应变片精准粘贴在等强度梁上，输电线路横担一旦受力产生应变，等强度梁会随之变形，这种变形会传递给半导体应变片，使得应变片的电阻值发生精确且可测量的变化，从而将横担的应力变化巧妙地转化为电学量的变化</a:t>
            </a:r>
            <a:r>
              <a:rPr lang="zh-CN" altLang="en-US" sz="2000" b="1" dirty="0">
                <a:solidFill>
                  <a:srgbClr val="2F385A"/>
                </a:solidFill>
                <a:latin typeface="微软雅黑" panose="020B0503020204020204" charset="-122"/>
                <a:ea typeface="微软雅黑" panose="020B0503020204020204" charset="-122"/>
                <a:cs typeface="Arial" panose="020B0604020202020204" pitchFamily="34" charset="0"/>
                <a:sym typeface="+mn-ea"/>
              </a:rPr>
              <a:t>。</a:t>
            </a:r>
            <a:endParaRPr lang="zh-CN" altLang="en-US" sz="2000" b="1" dirty="0">
              <a:solidFill>
                <a:srgbClr val="2F385A"/>
              </a:solidFill>
              <a:latin typeface="微软雅黑" panose="020B0503020204020204" charset="-122"/>
              <a:ea typeface="微软雅黑" panose="020B0503020204020204" charset="-122"/>
              <a:cs typeface="Arial" panose="020B0604020202020204" pitchFamily="34" charset="0"/>
            </a:endParaRPr>
          </a:p>
        </p:txBody>
      </p:sp>
      <p:sp>
        <p:nvSpPr>
          <p:cNvPr id="40" name="文本框 39"/>
          <p:cNvSpPr txBox="1"/>
          <p:nvPr>
            <p:custDataLst>
              <p:tags r:id="rId4"/>
            </p:custDataLst>
          </p:nvPr>
        </p:nvSpPr>
        <p:spPr>
          <a:xfrm>
            <a:off x="1892300" y="4083050"/>
            <a:ext cx="7713345" cy="596900"/>
          </a:xfrm>
          <a:prstGeom prst="rect">
            <a:avLst/>
          </a:prstGeom>
          <a:gradFill flip="none" rotWithShape="1">
            <a:gsLst>
              <a:gs pos="0">
                <a:srgbClr val="1F6AA3"/>
              </a:gs>
              <a:gs pos="100000">
                <a:srgbClr val="4FB0BC"/>
              </a:gs>
            </a:gsLst>
            <a:lin ang="0" scaled="1"/>
            <a:tileRect/>
          </a:grad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FFFFFF"/>
                </a:solidFill>
                <a:effectLst/>
                <a:uLnTx/>
                <a:uFillTx/>
                <a:latin typeface="优设标题黑" panose="00000500000000000000" pitchFamily="2" charset="-122"/>
                <a:ea typeface="优设标题黑" panose="00000500000000000000" pitchFamily="2" charset="-122"/>
                <a:cs typeface="微软雅黑" panose="020B0503020204020204" charset="-122"/>
              </a:rPr>
              <a:t>信号转换模块</a:t>
            </a:r>
          </a:p>
        </p:txBody>
      </p:sp>
      <p:sp>
        <p:nvSpPr>
          <p:cNvPr id="41" name="矩形: 剪去单角 99"/>
          <p:cNvSpPr/>
          <p:nvPr>
            <p:custDataLst>
              <p:tags r:id="rId5"/>
            </p:custDataLst>
          </p:nvPr>
        </p:nvSpPr>
        <p:spPr>
          <a:xfrm rot="5400000" flipH="1">
            <a:off x="4743450" y="1762760"/>
            <a:ext cx="2199005" cy="7899400"/>
          </a:xfrm>
          <a:prstGeom prst="snip1Rect">
            <a:avLst>
              <a:gd name="adj" fmla="val 11075"/>
            </a:avLst>
          </a:prstGeom>
          <a:gradFill flip="none" rotWithShape="1">
            <a:gsLst>
              <a:gs pos="0">
                <a:schemeClr val="bg1"/>
              </a:gs>
              <a:gs pos="100000">
                <a:schemeClr val="bg1"/>
              </a:gs>
            </a:gsLst>
            <a:lin ang="8100000" scaled="1"/>
            <a:tileRect/>
          </a:gradFill>
          <a:ln w="12700">
            <a:solidFill>
              <a:srgbClr val="034299"/>
            </a:solidFill>
          </a:ln>
          <a:effectLst>
            <a:outerShdw blurRad="76200" dist="63500" dir="8100000" algn="tr"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阿里巴巴普惠体" panose="00020600040101010101" pitchFamily="18" charset="-122"/>
            </a:endParaRPr>
          </a:p>
        </p:txBody>
      </p:sp>
      <p:sp>
        <p:nvSpPr>
          <p:cNvPr id="42" name="文本框 41"/>
          <p:cNvSpPr txBox="1"/>
          <p:nvPr>
            <p:custDataLst>
              <p:tags r:id="rId6"/>
            </p:custDataLst>
          </p:nvPr>
        </p:nvSpPr>
        <p:spPr>
          <a:xfrm>
            <a:off x="1893570" y="4613275"/>
            <a:ext cx="7975600" cy="3077845"/>
          </a:xfrm>
          <a:prstGeom prst="rect">
            <a:avLst/>
          </a:prstGeom>
          <a:noFill/>
        </p:spPr>
        <p:txBody>
          <a:bodyPr wrap="square">
            <a:noAutofit/>
          </a:bodyPr>
          <a:lstStyle/>
          <a:p>
            <a:pPr marL="0" indent="457200">
              <a:buNone/>
            </a:pPr>
            <a:r>
              <a:rPr lang="zh-CN" altLang="en-US" sz="1800" noProof="0" dirty="0">
                <a:ln>
                  <a:noFill/>
                </a:ln>
                <a:solidFill>
                  <a:prstClr val="black"/>
                </a:solidFill>
                <a:effectLst/>
                <a:uLnTx/>
                <a:uFillTx/>
                <a:latin typeface="Calibri" panose="020F0502020204030204"/>
                <a:ea typeface="微软雅黑" panose="020B0503020204020204" charset="-122"/>
                <a:sym typeface="+mn-ea"/>
              </a:rPr>
              <a:t>电桥电路：它将半导体应变片电阻值的变化转换为易于测量的电压信号。通过合理设计电桥的电阻参数，可以调整电桥的灵敏度，使得即使半导体应变片电阻发生微小变化，电桥也能输出一个清晰可测的电压信号。</a:t>
            </a:r>
            <a:endParaRPr lang="zh-CN" altLang="en-US" sz="1800" noProof="0" dirty="0">
              <a:ln>
                <a:noFill/>
              </a:ln>
              <a:solidFill>
                <a:prstClr val="black"/>
              </a:solidFill>
              <a:effectLst/>
              <a:uLnTx/>
              <a:uFillTx/>
              <a:latin typeface="Calibri" panose="020F0502020204030204"/>
              <a:ea typeface="微软雅黑" panose="020B0503020204020204" charset="-122"/>
            </a:endParaRPr>
          </a:p>
          <a:p>
            <a:pPr marL="0" indent="0">
              <a:buNone/>
            </a:pPr>
            <a:r>
              <a:rPr lang="zh-CN" altLang="en-US" sz="1800" noProof="0" dirty="0">
                <a:ln>
                  <a:noFill/>
                </a:ln>
                <a:solidFill>
                  <a:prstClr val="black"/>
                </a:solidFill>
                <a:effectLst/>
                <a:uLnTx/>
                <a:uFillTx/>
                <a:latin typeface="Calibri" panose="020F0502020204030204"/>
                <a:ea typeface="微软雅黑" panose="020B0503020204020204" charset="-122"/>
                <a:sym typeface="+mn-ea"/>
              </a:rPr>
              <a:t>      放大及 V/F 电路：从电桥输出的电压信号往往比较微弱，容易受到噪声干扰，难以直接进行远距离传输和被后续单片机处理。因此，需要通过放大电路对电压信号进行放大，增强信号的幅值。</a:t>
            </a:r>
            <a:endParaRPr lang="zh-CN" altLang="en-US" sz="1800" noProof="0" dirty="0">
              <a:ln>
                <a:noFill/>
              </a:ln>
              <a:solidFill>
                <a:prstClr val="black"/>
              </a:solidFill>
              <a:effectLst/>
              <a:uLnTx/>
              <a:uFillTx/>
              <a:latin typeface="Calibri" panose="020F0502020204030204"/>
              <a:ea typeface="微软雅黑" panose="020B0503020204020204" charset="-122"/>
            </a:endParaRPr>
          </a:p>
        </p:txBody>
      </p:sp>
      <p:sp>
        <p:nvSpPr>
          <p:cNvPr id="64" name="文本框 63"/>
          <p:cNvSpPr txBox="1"/>
          <p:nvPr>
            <p:custDataLst>
              <p:tags r:id="rId7"/>
            </p:custDataLst>
          </p:nvPr>
        </p:nvSpPr>
        <p:spPr>
          <a:xfrm>
            <a:off x="6241415" y="1248410"/>
            <a:ext cx="5459730" cy="596900"/>
          </a:xfrm>
          <a:prstGeom prst="rect">
            <a:avLst/>
          </a:prstGeom>
          <a:gradFill flip="none" rotWithShape="1">
            <a:gsLst>
              <a:gs pos="0">
                <a:srgbClr val="1F6AA3"/>
              </a:gs>
              <a:gs pos="100000">
                <a:srgbClr val="4FB0BC"/>
              </a:gs>
            </a:gsLst>
            <a:lin ang="0" scaled="1"/>
            <a:tileRect/>
          </a:gradFill>
        </p:spPr>
        <p:txBody>
          <a:bodyPr wrap="square" rtlCol="0">
            <a:noAutofit/>
          </a:bodyPr>
          <a:lstStyle/>
          <a:p>
            <a:pPr marL="0" marR="0" lvl="0" algn="ctr" defTabSz="914400" rtl="0" eaLnBrk="1" fontAlgn="auto" latinLnBrk="0" hangingPunct="1">
              <a:lnSpc>
                <a:spcPct val="100000"/>
              </a:lnSpc>
              <a:spcBef>
                <a:spcPts val="0"/>
              </a:spcBef>
              <a:spcAft>
                <a:spcPts val="0"/>
              </a:spcAft>
              <a:buClrTx/>
              <a:buSzTx/>
              <a:buFontTx/>
              <a:buNone/>
              <a:defRPr/>
            </a:pPr>
            <a:r>
              <a:rPr lang="zh-CN" altLang="en-US" sz="2800" noProof="0" dirty="0">
                <a:ln>
                  <a:noFill/>
                </a:ln>
                <a:solidFill>
                  <a:srgbClr val="FFFFFF"/>
                </a:solidFill>
                <a:effectLst/>
                <a:uLnTx/>
                <a:uFillTx/>
                <a:latin typeface="优设标题黑" panose="00000500000000000000" pitchFamily="2" charset="-122"/>
                <a:ea typeface="优设标题黑" panose="00000500000000000000" pitchFamily="2" charset="-122"/>
                <a:cs typeface="微软雅黑" panose="020B0503020204020204" charset="-122"/>
                <a:sym typeface="+mn-ea"/>
              </a:rPr>
              <a:t>数据处理与显示模块</a:t>
            </a:r>
            <a:endParaRPr kumimoji="0" lang="zh-CN" altLang="en-US" sz="2800" b="0" i="0" u="none" strike="noStrike" kern="1200" cap="none" spc="0" normalizeH="0" baseline="0" noProof="0" dirty="0">
              <a:ln>
                <a:noFill/>
              </a:ln>
              <a:solidFill>
                <a:srgbClr val="FFFFFF"/>
              </a:solidFill>
              <a:effectLst/>
              <a:uLnTx/>
              <a:uFillTx/>
              <a:latin typeface="优设标题黑" panose="00000500000000000000" pitchFamily="2" charset="-122"/>
              <a:ea typeface="优设标题黑" panose="00000500000000000000" pitchFamily="2" charset="-122"/>
              <a:cs typeface="微软雅黑" panose="020B0503020204020204" charset="-122"/>
            </a:endParaRPr>
          </a:p>
        </p:txBody>
      </p:sp>
      <p:sp>
        <p:nvSpPr>
          <p:cNvPr id="65" name="矩形: 剪去单角 99"/>
          <p:cNvSpPr/>
          <p:nvPr>
            <p:custDataLst>
              <p:tags r:id="rId8"/>
            </p:custDataLst>
          </p:nvPr>
        </p:nvSpPr>
        <p:spPr>
          <a:xfrm rot="5400000" flipH="1">
            <a:off x="8006715" y="74295"/>
            <a:ext cx="2199005" cy="5727700"/>
          </a:xfrm>
          <a:prstGeom prst="snip1Rect">
            <a:avLst>
              <a:gd name="adj" fmla="val 11075"/>
            </a:avLst>
          </a:prstGeom>
          <a:gradFill flip="none" rotWithShape="1">
            <a:gsLst>
              <a:gs pos="0">
                <a:schemeClr val="bg1"/>
              </a:gs>
              <a:gs pos="100000">
                <a:schemeClr val="bg1"/>
              </a:gs>
            </a:gsLst>
            <a:lin ang="8100000" scaled="1"/>
            <a:tileRect/>
          </a:gradFill>
          <a:ln w="12700">
            <a:solidFill>
              <a:srgbClr val="034299"/>
            </a:solidFill>
          </a:ln>
          <a:effectLst>
            <a:outerShdw blurRad="76200" dist="63500" dir="8100000" algn="tr"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阿里巴巴普惠体" panose="00020600040101010101" pitchFamily="18" charset="-122"/>
            </a:endParaRPr>
          </a:p>
        </p:txBody>
      </p:sp>
      <p:sp>
        <p:nvSpPr>
          <p:cNvPr id="66" name="文本框 65"/>
          <p:cNvSpPr txBox="1"/>
          <p:nvPr>
            <p:custDataLst>
              <p:tags r:id="rId9"/>
            </p:custDataLst>
          </p:nvPr>
        </p:nvSpPr>
        <p:spPr>
          <a:xfrm>
            <a:off x="6241415" y="1838960"/>
            <a:ext cx="5883910" cy="1068070"/>
          </a:xfrm>
          <a:prstGeom prst="rect">
            <a:avLst/>
          </a:prstGeom>
          <a:noFill/>
        </p:spPr>
        <p:txBody>
          <a:bodyPr wrap="square">
            <a:noAutofit/>
          </a:bodyPr>
          <a:lstStyle/>
          <a:p>
            <a:pPr marL="0" indent="457200" algn="l">
              <a:buClrTx/>
              <a:buSzTx/>
              <a:buFontTx/>
              <a:buNone/>
            </a:pPr>
            <a:r>
              <a:rPr lang="zh-CN" altLang="en-US" sz="1800" noProof="0" dirty="0">
                <a:ln>
                  <a:noFill/>
                </a:ln>
                <a:solidFill>
                  <a:prstClr val="black"/>
                </a:solidFill>
                <a:effectLst/>
                <a:uLnTx/>
                <a:uFillTx/>
                <a:latin typeface="Calibri" panose="020F0502020204030204"/>
                <a:ea typeface="微软雅黑" panose="020B0503020204020204" charset="-122"/>
                <a:sym typeface="+mn-ea"/>
              </a:rPr>
              <a:t>单片机处理：单片机作为整个系统的数据处理核心，接收来自 V/F 电路输出的频率信号。它通过内部预设的算法，对频率信号进行分析和处理	         	</a:t>
            </a:r>
            <a:endParaRPr lang="zh-CN" altLang="en-US" sz="1800" noProof="0" dirty="0">
              <a:ln>
                <a:noFill/>
              </a:ln>
              <a:solidFill>
                <a:prstClr val="black"/>
              </a:solidFill>
              <a:effectLst/>
              <a:uLnTx/>
              <a:uFillTx/>
              <a:latin typeface="Calibri" panose="020F0502020204030204"/>
              <a:ea typeface="微软雅黑" panose="020B0503020204020204" charset="-122"/>
            </a:endParaRPr>
          </a:p>
        </p:txBody>
      </p:sp>
      <p:sp>
        <p:nvSpPr>
          <p:cNvPr id="68" name="文本框 67"/>
          <p:cNvSpPr txBox="1"/>
          <p:nvPr/>
        </p:nvSpPr>
        <p:spPr>
          <a:xfrm>
            <a:off x="6243320" y="2840990"/>
            <a:ext cx="5882005" cy="588010"/>
          </a:xfrm>
          <a:prstGeom prst="rect">
            <a:avLst/>
          </a:prstGeom>
          <a:noFill/>
        </p:spPr>
        <p:txBody>
          <a:bodyPr wrap="square" rtlCol="0">
            <a:noAutofit/>
          </a:bodyPr>
          <a:lstStyle/>
          <a:p>
            <a:r>
              <a:rPr lang="zh-CN" altLang="en-US" dirty="0">
                <a:sym typeface="+mn-ea"/>
              </a:rPr>
              <a:t> </a:t>
            </a:r>
            <a:r>
              <a:rPr lang="en-US" altLang="zh-CN" dirty="0">
                <a:sym typeface="+mn-ea"/>
              </a:rPr>
              <a:t>      </a:t>
            </a:r>
            <a:r>
              <a:rPr lang="zh-CN" altLang="en-US" sz="1800" noProof="0" dirty="0">
                <a:ln>
                  <a:noFill/>
                </a:ln>
                <a:solidFill>
                  <a:prstClr val="black"/>
                </a:solidFill>
                <a:effectLst/>
                <a:uLnTx/>
                <a:uFillTx/>
                <a:latin typeface="Calibri" panose="020F0502020204030204"/>
                <a:ea typeface="微软雅黑" panose="020B0503020204020204" charset="-122"/>
                <a:sym typeface="+mn-ea"/>
              </a:rPr>
              <a:t>显示单元：显示单元与单片机相连，实时接收单片机计算得出的应力数据，并将其以直观的方式呈现给操作人员。</a:t>
            </a:r>
            <a:endParaRPr lang="zh-CN" altLang="en-US" sz="1800" noProof="0" dirty="0">
              <a:ln>
                <a:noFill/>
              </a:ln>
              <a:solidFill>
                <a:prstClr val="black"/>
              </a:solidFill>
              <a:effectLst/>
              <a:uLnTx/>
              <a:uFillTx/>
              <a:latin typeface="Calibri" panose="020F0502020204030204"/>
              <a:ea typeface="微软雅黑" panose="020B0503020204020204" charset="-122"/>
            </a:endParaRPr>
          </a:p>
          <a:p>
            <a:endParaRPr lang="zh-CN" altLang="en-US" sz="2000" b="1" dirty="0">
              <a:solidFill>
                <a:srgbClr val="2F385A"/>
              </a:solidFill>
              <a:latin typeface="微软雅黑" panose="020B0503020204020204" charset="-122"/>
              <a:ea typeface="微软雅黑" panose="020B0503020204020204" charset="-122"/>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5960" y="360045"/>
            <a:ext cx="10800080" cy="805815"/>
          </a:xfrm>
        </p:spPr>
        <p:txBody>
          <a:bodyPr>
            <a:normAutofit/>
          </a:bodyPr>
          <a:lstStyle/>
          <a:p>
            <a:r>
              <a:rPr lang="zh-CN" altLang="en-US" sz="2800" dirty="0">
                <a:solidFill>
                  <a:schemeClr val="tx2">
                    <a:lumMod val="75000"/>
                    <a:lumOff val="25000"/>
                  </a:schemeClr>
                </a:solidFill>
                <a:latin typeface="微软雅黑" panose="020B0503020204020204" charset="-122"/>
                <a:ea typeface="微软雅黑" panose="020B0503020204020204" charset="-122"/>
                <a:sym typeface="+mn-ea"/>
              </a:rPr>
              <a:t>应力监测单元总体架构：</a:t>
            </a:r>
            <a:r>
              <a:rPr lang="zh-CN" altLang="en-US" sz="2400" dirty="0">
                <a:solidFill>
                  <a:schemeClr val="tx2">
                    <a:lumMod val="75000"/>
                    <a:lumOff val="25000"/>
                  </a:schemeClr>
                </a:solidFill>
                <a:latin typeface="微软雅黑" panose="020B0503020204020204" charset="-122"/>
                <a:ea typeface="微软雅黑" panose="020B0503020204020204" charset="-122"/>
                <a:sym typeface="+mn-ea"/>
              </a:rPr>
              <a:t>电桥测量电路设计及温度补偿设计</a:t>
            </a:r>
          </a:p>
        </p:txBody>
      </p:sp>
      <p:pic>
        <p:nvPicPr>
          <p:cNvPr id="8" name="图片 7"/>
          <p:cNvPicPr>
            <a:picLocks noChangeAspect="1"/>
          </p:cNvPicPr>
          <p:nvPr/>
        </p:nvPicPr>
        <p:blipFill>
          <a:blip r:embed="rId2"/>
          <a:stretch>
            <a:fillRect/>
          </a:stretch>
        </p:blipFill>
        <p:spPr>
          <a:xfrm>
            <a:off x="460059" y="4252594"/>
            <a:ext cx="8602525" cy="2601203"/>
          </a:xfrm>
          <a:prstGeom prst="rect">
            <a:avLst/>
          </a:prstGeom>
        </p:spPr>
      </p:pic>
      <p:sp>
        <p:nvSpPr>
          <p:cNvPr id="6" name="文本框 5"/>
          <p:cNvSpPr txBox="1"/>
          <p:nvPr/>
        </p:nvSpPr>
        <p:spPr>
          <a:xfrm>
            <a:off x="7512685" y="4517390"/>
            <a:ext cx="3516630" cy="1014730"/>
          </a:xfrm>
          <a:prstGeom prst="rect">
            <a:avLst/>
          </a:prstGeom>
          <a:noFill/>
        </p:spPr>
        <p:txBody>
          <a:bodyPr wrap="square" rtlCol="0">
            <a:spAutoFit/>
          </a:bodyPr>
          <a:lstStyle/>
          <a:p>
            <a:pPr indent="457200"/>
            <a:r>
              <a:rPr lang="zh-CN" altLang="en-US" sz="2000" b="1" dirty="0">
                <a:solidFill>
                  <a:srgbClr val="2F385A"/>
                </a:solidFill>
                <a:latin typeface="微软雅黑" panose="020B0503020204020204" charset="-122"/>
                <a:ea typeface="微软雅黑" panose="020B0503020204020204" charset="-122"/>
                <a:cs typeface="Arial" panose="020B0604020202020204" pitchFamily="34" charset="0"/>
                <a:sym typeface="+mn-ea"/>
              </a:rPr>
              <a:t>电路采用电桥连接，能通过抵消作用消除温度的影响；</a:t>
            </a:r>
            <a:endParaRPr lang="zh-CN" altLang="en-US" sz="2000" b="1" dirty="0">
              <a:solidFill>
                <a:srgbClr val="2F385A"/>
              </a:solidFill>
              <a:latin typeface="微软雅黑" panose="020B0503020204020204" charset="-122"/>
              <a:ea typeface="微软雅黑" panose="020B0503020204020204" charset="-122"/>
              <a:cs typeface="Arial" panose="020B0604020202020204" pitchFamily="34" charset="0"/>
            </a:endParaRPr>
          </a:p>
          <a:p>
            <a:endParaRPr lang="zh-CN" altLang="en-US" sz="2000" b="1" dirty="0">
              <a:solidFill>
                <a:srgbClr val="2F385A"/>
              </a:solidFill>
              <a:latin typeface="微软雅黑" panose="020B0503020204020204" charset="-122"/>
              <a:ea typeface="微软雅黑" panose="020B0503020204020204" charset="-122"/>
              <a:cs typeface="Arial" panose="020B0604020202020204" pitchFamily="34" charset="0"/>
            </a:endParaRPr>
          </a:p>
        </p:txBody>
      </p:sp>
      <p:pic>
        <p:nvPicPr>
          <p:cNvPr id="5" name="内容占位符 4"/>
          <p:cNvPicPr>
            <a:picLocks noGrp="1" noChangeAspect="1"/>
          </p:cNvPicPr>
          <p:nvPr>
            <p:ph idx="1"/>
          </p:nvPr>
        </p:nvPicPr>
        <p:blipFill>
          <a:blip r:embed="rId3"/>
          <a:stretch>
            <a:fillRect/>
          </a:stretch>
        </p:blipFill>
        <p:spPr>
          <a:xfrm>
            <a:off x="945515" y="1703070"/>
            <a:ext cx="9134475" cy="2619375"/>
          </a:xfrm>
          <a:prstGeom prst="rect">
            <a:avLst/>
          </a:prstGeom>
        </p:spPr>
      </p:pic>
      <p:sp>
        <p:nvSpPr>
          <p:cNvPr id="7" name="文本框 6"/>
          <p:cNvSpPr txBox="1"/>
          <p:nvPr/>
        </p:nvSpPr>
        <p:spPr>
          <a:xfrm>
            <a:off x="1123315" y="1304290"/>
            <a:ext cx="8449310" cy="398780"/>
          </a:xfrm>
          <a:prstGeom prst="rect">
            <a:avLst/>
          </a:prstGeom>
          <a:noFill/>
        </p:spPr>
        <p:txBody>
          <a:bodyPr wrap="square" rtlCol="0">
            <a:spAutoFit/>
          </a:bodyPr>
          <a:lstStyle/>
          <a:p>
            <a:r>
              <a:rPr lang="zh-CN" altLang="en-US" sz="2000"/>
              <a:t>在连接点螺栓处沿轴向和周向对称地粘贴多片应力片，粘贴效果如图所示：</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5960" y="360045"/>
            <a:ext cx="10800080" cy="805815"/>
          </a:xfrm>
        </p:spPr>
        <p:txBody>
          <a:bodyPr>
            <a:normAutofit/>
          </a:bodyPr>
          <a:lstStyle/>
          <a:p>
            <a:r>
              <a:rPr lang="zh-CN" altLang="en-US" sz="2800" dirty="0">
                <a:solidFill>
                  <a:schemeClr val="tx2">
                    <a:lumMod val="75000"/>
                    <a:lumOff val="25000"/>
                  </a:schemeClr>
                </a:solidFill>
                <a:latin typeface="微软雅黑" panose="020B0503020204020204" charset="-122"/>
                <a:ea typeface="微软雅黑" panose="020B0503020204020204" charset="-122"/>
                <a:sym typeface="+mn-ea"/>
              </a:rPr>
              <a:t>应力监测单元总体架构：通信方案设计</a:t>
            </a:r>
          </a:p>
        </p:txBody>
      </p:sp>
      <p:sp>
        <p:nvSpPr>
          <p:cNvPr id="5" name="内容占位符 4"/>
          <p:cNvSpPr>
            <a:spLocks noGrp="1"/>
          </p:cNvSpPr>
          <p:nvPr>
            <p:ph idx="1"/>
          </p:nvPr>
        </p:nvSpPr>
        <p:spPr>
          <a:xfrm>
            <a:off x="838200" y="1260475"/>
            <a:ext cx="10515600" cy="4916805"/>
          </a:xfrm>
        </p:spPr>
        <p:txBody>
          <a:bodyPr/>
          <a:lstStyle/>
          <a:p>
            <a:pPr marL="0" indent="0">
              <a:buNone/>
            </a:pPr>
            <a:r>
              <a:rPr lang="zh-CN" altLang="en-US">
                <a:sym typeface="+mn-ea"/>
              </a:rPr>
              <a:t>一</a:t>
            </a:r>
            <a:r>
              <a:rPr lang="en-US" altLang="zh-CN">
                <a:sym typeface="+mn-ea"/>
              </a:rPr>
              <a:t>.</a:t>
            </a:r>
            <a:r>
              <a:rPr lang="zh-CN" altLang="en-US">
                <a:sym typeface="+mn-ea"/>
              </a:rPr>
              <a:t>技术原理</a:t>
            </a:r>
            <a:r>
              <a:rPr lang="en-US" altLang="zh-CN">
                <a:sym typeface="+mn-ea"/>
              </a:rPr>
              <a:t>——</a:t>
            </a:r>
            <a:r>
              <a:rPr lang="zh-CN" altLang="en-US">
                <a:sym typeface="+mn-ea"/>
              </a:rPr>
              <a:t>基于扩频技术的远距离无线通信技术</a:t>
            </a:r>
          </a:p>
          <a:p>
            <a:pPr marL="0" indent="0">
              <a:buNone/>
            </a:pPr>
            <a:endParaRPr lang="zh-CN" altLang="en-US"/>
          </a:p>
        </p:txBody>
      </p:sp>
      <p:sp>
        <p:nvSpPr>
          <p:cNvPr id="7" name="文本框 6"/>
          <p:cNvSpPr txBox="1"/>
          <p:nvPr/>
        </p:nvSpPr>
        <p:spPr>
          <a:xfrm>
            <a:off x="822960" y="2072005"/>
            <a:ext cx="10771505" cy="3969385"/>
          </a:xfrm>
          <a:prstGeom prst="rect">
            <a:avLst/>
          </a:prstGeom>
          <a:noFill/>
        </p:spPr>
        <p:txBody>
          <a:bodyPr wrap="square" rtlCol="0">
            <a:spAutoFit/>
          </a:bodyPr>
          <a:lstStyle/>
          <a:p>
            <a:r>
              <a:rPr lang="en-US" altLang="zh-CN" b="1"/>
              <a:t>1.</a:t>
            </a:r>
            <a:r>
              <a:rPr lang="zh-CN" altLang="en-US"/>
              <a:t>将原始信号在不同的频率信道上进行</a:t>
            </a:r>
            <a:r>
              <a:rPr lang="zh-CN" altLang="en-US" b="1">
                <a:solidFill>
                  <a:srgbClr val="00B0F0"/>
                </a:solidFill>
              </a:rPr>
              <a:t>多次调制和传输</a:t>
            </a:r>
            <a:r>
              <a:rPr lang="zh-CN" altLang="en-US"/>
              <a:t>，实现了信号的远距离传输和较强的抗干扰能力。</a:t>
            </a:r>
          </a:p>
          <a:p>
            <a:r>
              <a:rPr lang="en-US" altLang="zh-CN" b="1"/>
              <a:t>2.</a:t>
            </a:r>
            <a:r>
              <a:rPr lang="zh-CN" altLang="en-US"/>
              <a:t>使用</a:t>
            </a:r>
            <a:r>
              <a:rPr lang="zh-CN" altLang="en-US" b="1">
                <a:solidFill>
                  <a:srgbClr val="00B0F0"/>
                </a:solidFill>
              </a:rPr>
              <a:t>线性调频扩频</a:t>
            </a:r>
            <a:r>
              <a:rPr lang="zh-CN" altLang="en-US"/>
              <a:t>（</a:t>
            </a:r>
            <a:r>
              <a:rPr lang="en-US" altLang="zh-CN"/>
              <a:t>CSS</a:t>
            </a:r>
            <a:r>
              <a:rPr lang="zh-CN" altLang="en-US"/>
              <a:t>）技术，可以在低信噪比的环境下，仍能保持可靠的通信连接。</a:t>
            </a:r>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r>
              <a:rPr lang="zh-CN" altLang="en-US"/>
              <a:t>在野外复杂的电磁环境中，即使信号受到一定程度的干扰，</a:t>
            </a:r>
            <a:r>
              <a:rPr lang="en-US" altLang="zh-CN"/>
              <a:t>LoRa </a:t>
            </a:r>
            <a:r>
              <a:rPr lang="zh-CN" altLang="en-US"/>
              <a:t>设备也能通过自身的扩频特性，从噪声中提取出有效的数据信号。</a:t>
            </a:r>
          </a:p>
        </p:txBody>
      </p:sp>
      <p:pic>
        <p:nvPicPr>
          <p:cNvPr id="9" name="图片 8" descr="1"/>
          <p:cNvPicPr>
            <a:picLocks noChangeAspect="1"/>
          </p:cNvPicPr>
          <p:nvPr/>
        </p:nvPicPr>
        <p:blipFill>
          <a:blip r:embed="rId2"/>
          <a:stretch>
            <a:fillRect/>
          </a:stretch>
        </p:blipFill>
        <p:spPr>
          <a:xfrm>
            <a:off x="4277995" y="2778125"/>
            <a:ext cx="3035300" cy="246316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5960" y="360045"/>
            <a:ext cx="10800080" cy="805815"/>
          </a:xfrm>
        </p:spPr>
        <p:txBody>
          <a:bodyPr>
            <a:normAutofit/>
          </a:bodyPr>
          <a:lstStyle/>
          <a:p>
            <a:r>
              <a:rPr lang="zh-CN" altLang="en-US" sz="2800" dirty="0">
                <a:solidFill>
                  <a:schemeClr val="tx2">
                    <a:lumMod val="75000"/>
                    <a:lumOff val="25000"/>
                  </a:schemeClr>
                </a:solidFill>
                <a:latin typeface="微软雅黑" panose="020B0503020204020204" charset="-122"/>
                <a:ea typeface="微软雅黑" panose="020B0503020204020204" charset="-122"/>
                <a:sym typeface="+mn-ea"/>
              </a:rPr>
              <a:t>应力监测单元总体架构：通信方案设计</a:t>
            </a:r>
          </a:p>
        </p:txBody>
      </p:sp>
      <p:sp>
        <p:nvSpPr>
          <p:cNvPr id="4" name="标题 1"/>
          <p:cNvSpPr>
            <a:spLocks noGrp="1"/>
          </p:cNvSpPr>
          <p:nvPr/>
        </p:nvSpPr>
        <p:spPr>
          <a:xfrm>
            <a:off x="780415" y="82677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a:sym typeface="+mn-ea"/>
              </a:rPr>
              <a:t>二</a:t>
            </a:r>
            <a:r>
              <a:rPr lang="en-US" altLang="zh-CN" sz="2800">
                <a:sym typeface="+mn-ea"/>
              </a:rPr>
              <a:t>.</a:t>
            </a:r>
            <a:r>
              <a:rPr lang="zh-CN" altLang="en-US" sz="2800">
                <a:sym typeface="+mn-ea"/>
              </a:rPr>
              <a:t>系统架构</a:t>
            </a:r>
            <a:r>
              <a:rPr lang="en-US" altLang="zh-CN" sz="2800">
                <a:sym typeface="+mn-ea"/>
              </a:rPr>
              <a:t>——</a:t>
            </a:r>
            <a:r>
              <a:rPr lang="zh-CN" altLang="en-US" sz="2800">
                <a:sym typeface="+mn-ea"/>
              </a:rPr>
              <a:t>设置监测点</a:t>
            </a:r>
            <a:r>
              <a:rPr lang="en-US" altLang="zh-CN" sz="2800">
                <a:sym typeface="+mn-ea"/>
              </a:rPr>
              <a:t> LoRa </a:t>
            </a:r>
            <a:r>
              <a:rPr lang="zh-CN" altLang="en-US" sz="2800">
                <a:sym typeface="+mn-ea"/>
              </a:rPr>
              <a:t>节点</a:t>
            </a:r>
            <a:endParaRPr lang="zh-CN" altLang="en-US" sz="2800"/>
          </a:p>
        </p:txBody>
      </p:sp>
      <p:sp>
        <p:nvSpPr>
          <p:cNvPr id="6" name="内容占位符 5"/>
          <p:cNvSpPr>
            <a:spLocks noGrp="1"/>
          </p:cNvSpPr>
          <p:nvPr>
            <p:ph idx="1"/>
          </p:nvPr>
        </p:nvSpPr>
        <p:spPr>
          <a:xfrm>
            <a:off x="780415" y="1654810"/>
            <a:ext cx="10515600" cy="4820920"/>
          </a:xfrm>
        </p:spPr>
        <p:txBody>
          <a:bodyPr>
            <a:normAutofit fontScale="90000" lnSpcReduction="20000"/>
          </a:bodyPr>
          <a:lstStyle/>
          <a:p>
            <a:pPr marL="0" indent="0">
              <a:buNone/>
            </a:pPr>
            <a:r>
              <a:rPr lang="zh-CN" altLang="en-US">
                <a:sym typeface="+mn-ea"/>
              </a:rPr>
              <a:t>在每个输电线路应力监测点</a:t>
            </a:r>
            <a:r>
              <a:rPr lang="zh-CN" altLang="en-US" b="1">
                <a:solidFill>
                  <a:srgbClr val="00B0F0"/>
                </a:solidFill>
                <a:sym typeface="+mn-ea"/>
              </a:rPr>
              <a:t>安装 LoRa 节点设备</a:t>
            </a:r>
            <a:r>
              <a:rPr lang="zh-CN" altLang="en-US">
                <a:sym typeface="+mn-ea"/>
              </a:rPr>
              <a:t>。这些节点负责采集应力检测单元测量到的应力数据，并将数据进行打包处理。节点内置微控制器，用于控制数据采集和通信模块的工作。</a:t>
            </a:r>
          </a:p>
          <a:p>
            <a:pPr marL="0" indent="0">
              <a:buNone/>
            </a:pPr>
            <a:endParaRPr lang="zh-CN" altLang="en-US">
              <a:sym typeface="+mn-ea"/>
            </a:endParaRPr>
          </a:p>
          <a:p>
            <a:pPr marL="0" indent="0">
              <a:buNone/>
            </a:pPr>
            <a:endParaRPr lang="zh-CN" altLang="en-US">
              <a:sym typeface="+mn-ea"/>
            </a:endParaRPr>
          </a:p>
          <a:p>
            <a:pPr marL="0" indent="0">
              <a:buNone/>
            </a:pPr>
            <a:endParaRPr lang="zh-CN" altLang="en-US">
              <a:sym typeface="+mn-ea"/>
            </a:endParaRPr>
          </a:p>
          <a:p>
            <a:pPr marL="0" indent="0">
              <a:buNone/>
            </a:pPr>
            <a:endParaRPr lang="zh-CN" altLang="en-US">
              <a:sym typeface="+mn-ea"/>
            </a:endParaRPr>
          </a:p>
          <a:p>
            <a:pPr marL="0" indent="0">
              <a:buNone/>
            </a:pPr>
            <a:endParaRPr lang="zh-CN" altLang="en-US">
              <a:sym typeface="+mn-ea"/>
            </a:endParaRPr>
          </a:p>
          <a:p>
            <a:pPr marL="0" indent="0">
              <a:buNone/>
            </a:pPr>
            <a:r>
              <a:rPr lang="zh-CN" altLang="en-US">
                <a:sym typeface="+mn-ea"/>
              </a:rPr>
              <a:t>例如，</a:t>
            </a:r>
            <a:r>
              <a:rPr lang="zh-CN" altLang="en-US" b="1">
                <a:solidFill>
                  <a:srgbClr val="00B0F0"/>
                </a:solidFill>
                <a:sym typeface="+mn-ea"/>
              </a:rPr>
              <a:t>STM32 系列微控制器</a:t>
            </a:r>
            <a:r>
              <a:rPr lang="zh-CN" altLang="en-US">
                <a:sym typeface="+mn-ea"/>
              </a:rPr>
              <a:t>就常被用于此类应用，其具备丰富的外设接口，能方便地与应力检测单元和</a:t>
            </a:r>
            <a:r>
              <a:rPr lang="en-US" altLang="zh-CN">
                <a:sym typeface="+mn-ea"/>
              </a:rPr>
              <a:t> LoRa </a:t>
            </a:r>
            <a:r>
              <a:rPr lang="zh-CN" altLang="en-US">
                <a:sym typeface="+mn-ea"/>
              </a:rPr>
              <a:t>通信模块连接。</a:t>
            </a:r>
            <a:r>
              <a:rPr lang="en-US" altLang="zh-CN">
                <a:sym typeface="+mn-ea"/>
              </a:rPr>
              <a:t>​</a:t>
            </a:r>
            <a:endParaRPr lang="en-US" altLang="zh-CN"/>
          </a:p>
          <a:p>
            <a:pPr marL="0" indent="0">
              <a:buNone/>
            </a:pPr>
            <a:endParaRPr lang="zh-CN" altLang="en-US"/>
          </a:p>
        </p:txBody>
      </p:sp>
      <p:pic>
        <p:nvPicPr>
          <p:cNvPr id="8" name="图片 7" descr="1"/>
          <p:cNvPicPr>
            <a:picLocks noChangeAspect="1"/>
          </p:cNvPicPr>
          <p:nvPr/>
        </p:nvPicPr>
        <p:blipFill>
          <a:blip r:embed="rId2"/>
          <a:stretch>
            <a:fillRect/>
          </a:stretch>
        </p:blipFill>
        <p:spPr>
          <a:xfrm>
            <a:off x="4323080" y="2763520"/>
            <a:ext cx="2649220" cy="21285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5960" y="360045"/>
            <a:ext cx="10800080" cy="805815"/>
          </a:xfrm>
        </p:spPr>
        <p:txBody>
          <a:bodyPr>
            <a:normAutofit/>
          </a:bodyPr>
          <a:lstStyle/>
          <a:p>
            <a:r>
              <a:rPr lang="zh-CN" altLang="en-US" sz="2800" dirty="0">
                <a:solidFill>
                  <a:schemeClr val="tx2">
                    <a:lumMod val="75000"/>
                    <a:lumOff val="25000"/>
                  </a:schemeClr>
                </a:solidFill>
                <a:latin typeface="微软雅黑" panose="020B0503020204020204" charset="-122"/>
                <a:ea typeface="微软雅黑" panose="020B0503020204020204" charset="-122"/>
                <a:sym typeface="+mn-ea"/>
              </a:rPr>
              <a:t>应力监测单元总体架构：通信方案设计</a:t>
            </a:r>
          </a:p>
        </p:txBody>
      </p:sp>
      <p:sp>
        <p:nvSpPr>
          <p:cNvPr id="2" name="标题 1"/>
          <p:cNvSpPr>
            <a:spLocks noGrp="1"/>
          </p:cNvSpPr>
          <p:nvPr/>
        </p:nvSpPr>
        <p:spPr>
          <a:xfrm>
            <a:off x="780415" y="65341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sz="2665">
                <a:sym typeface="+mn-ea"/>
              </a:rPr>
              <a:t>三</a:t>
            </a:r>
            <a:r>
              <a:rPr lang="en-US" altLang="zh-CN" sz="2665">
                <a:sym typeface="+mn-ea"/>
              </a:rPr>
              <a:t>.</a:t>
            </a:r>
            <a:r>
              <a:rPr lang="zh-CN" altLang="en-US" sz="2665">
                <a:sym typeface="+mn-ea"/>
              </a:rPr>
              <a:t>汇聚节点</a:t>
            </a:r>
            <a:r>
              <a:rPr lang="en-US" altLang="zh-CN" sz="2665">
                <a:sym typeface="+mn-ea"/>
              </a:rPr>
              <a:t>——</a:t>
            </a:r>
            <a:r>
              <a:rPr lang="zh-CN" altLang="en-US" sz="2665">
                <a:sym typeface="+mn-ea"/>
              </a:rPr>
              <a:t>接收各个监测点</a:t>
            </a:r>
            <a:r>
              <a:rPr lang="en-US" altLang="zh-CN" sz="2665">
                <a:sym typeface="+mn-ea"/>
              </a:rPr>
              <a:t> LoRa </a:t>
            </a:r>
            <a:r>
              <a:rPr lang="zh-CN" altLang="en-US" sz="2665">
                <a:sym typeface="+mn-ea"/>
              </a:rPr>
              <a:t>节点发送的数据</a:t>
            </a:r>
            <a:endParaRPr lang="zh-CN" altLang="en-US" sz="2665"/>
          </a:p>
        </p:txBody>
      </p:sp>
      <p:pic>
        <p:nvPicPr>
          <p:cNvPr id="10" name="图片 9" descr="1"/>
          <p:cNvPicPr>
            <a:picLocks noChangeAspect="1"/>
          </p:cNvPicPr>
          <p:nvPr/>
        </p:nvPicPr>
        <p:blipFill>
          <a:blip r:embed="rId2"/>
          <a:stretch>
            <a:fillRect/>
          </a:stretch>
        </p:blipFill>
        <p:spPr>
          <a:xfrm>
            <a:off x="5543550" y="2788285"/>
            <a:ext cx="4057650" cy="2773045"/>
          </a:xfrm>
          <a:prstGeom prst="rect">
            <a:avLst/>
          </a:prstGeom>
        </p:spPr>
      </p:pic>
      <p:sp>
        <p:nvSpPr>
          <p:cNvPr id="13" name="内容占位符 12"/>
          <p:cNvSpPr>
            <a:spLocks noGrp="1"/>
          </p:cNvSpPr>
          <p:nvPr>
            <p:ph idx="1"/>
          </p:nvPr>
        </p:nvSpPr>
        <p:spPr>
          <a:xfrm>
            <a:off x="838200" y="1567180"/>
            <a:ext cx="10515600" cy="4610100"/>
          </a:xfrm>
        </p:spPr>
        <p:txBody>
          <a:bodyPr>
            <a:normAutofit fontScale="70000"/>
          </a:bodyPr>
          <a:lstStyle/>
          <a:p>
            <a:pPr marL="0" indent="0">
              <a:buNone/>
            </a:pPr>
            <a:r>
              <a:rPr lang="zh-CN" altLang="en-US" sz="2400" dirty="0">
                <a:sym typeface="+mn-ea"/>
              </a:rPr>
              <a:t>汇聚节点应该具有</a:t>
            </a:r>
            <a:r>
              <a:rPr lang="zh-CN" altLang="en-US" sz="2400" b="1" dirty="0">
                <a:solidFill>
                  <a:srgbClr val="00B0F0"/>
                </a:solidFill>
                <a:sym typeface="+mn-ea"/>
              </a:rPr>
              <a:t>更大的功率和更高的灵敏度</a:t>
            </a:r>
            <a:r>
              <a:rPr lang="zh-CN" altLang="en-US" sz="2400" dirty="0">
                <a:sym typeface="+mn-ea"/>
              </a:rPr>
              <a:t>，能够接收更远距离的</a:t>
            </a:r>
            <a:r>
              <a:rPr lang="en-US" altLang="zh-CN" sz="2400" dirty="0">
                <a:sym typeface="+mn-ea"/>
              </a:rPr>
              <a:t> LoRa </a:t>
            </a:r>
            <a:r>
              <a:rPr lang="zh-CN" altLang="en-US" sz="2400" dirty="0">
                <a:sym typeface="+mn-ea"/>
              </a:rPr>
              <a:t>信号。同时，汇聚节点还具备</a:t>
            </a:r>
            <a:r>
              <a:rPr lang="zh-CN" altLang="en-US" sz="2400" b="1" dirty="0">
                <a:solidFill>
                  <a:srgbClr val="00B0F0"/>
                </a:solidFill>
                <a:sym typeface="+mn-ea"/>
              </a:rPr>
              <a:t>数据存储和初步处理的能力</a:t>
            </a:r>
            <a:r>
              <a:rPr lang="zh-CN" altLang="en-US" sz="2400" dirty="0">
                <a:sym typeface="+mn-ea"/>
              </a:rPr>
              <a:t>，当监测点数量较多时，可对数据进行缓存，避免数据丢失。</a:t>
            </a:r>
            <a:endParaRPr lang="zh-CN" altLang="en-US" sz="2400" dirty="0"/>
          </a:p>
          <a:p>
            <a:pPr marL="0" indent="0">
              <a:buNone/>
            </a:pPr>
            <a:endParaRPr lang="zh-CN" altLang="en-US" sz="2400" dirty="0">
              <a:sym typeface="+mn-ea"/>
            </a:endParaRPr>
          </a:p>
          <a:p>
            <a:pPr marL="0" indent="0">
              <a:buNone/>
            </a:pPr>
            <a:r>
              <a:rPr lang="zh-CN" altLang="en-US" sz="2400" dirty="0">
                <a:sym typeface="+mn-ea"/>
              </a:rPr>
              <a:t>汇聚节点一般采用工业级的</a:t>
            </a:r>
            <a:r>
              <a:rPr lang="en-US" altLang="zh-CN" sz="2400" dirty="0">
                <a:sym typeface="+mn-ea"/>
              </a:rPr>
              <a:t> </a:t>
            </a:r>
          </a:p>
          <a:p>
            <a:pPr marL="0" indent="0">
              <a:buNone/>
            </a:pPr>
            <a:r>
              <a:rPr lang="en-US" altLang="zh-CN" sz="2400" dirty="0">
                <a:sym typeface="+mn-ea"/>
              </a:rPr>
              <a:t>LoRa </a:t>
            </a:r>
            <a:r>
              <a:rPr lang="zh-CN" altLang="en-US" sz="2400" dirty="0">
                <a:sym typeface="+mn-ea"/>
              </a:rPr>
              <a:t>网关设备，如</a:t>
            </a:r>
            <a:r>
              <a:rPr lang="en-US" altLang="zh-CN" sz="2400" dirty="0">
                <a:sym typeface="+mn-ea"/>
              </a:rPr>
              <a:t> </a:t>
            </a:r>
            <a:r>
              <a:rPr lang="zh-CN" altLang="en-US" sz="2400" b="1" dirty="0">
                <a:solidFill>
                  <a:srgbClr val="00B0F0"/>
                </a:solidFill>
                <a:sym typeface="+mn-ea"/>
              </a:rPr>
              <a:t>Dragino </a:t>
            </a:r>
          </a:p>
          <a:p>
            <a:pPr marL="0" indent="0">
              <a:buNone/>
            </a:pPr>
            <a:r>
              <a:rPr lang="zh-CN" altLang="en-US" sz="2400" b="1" dirty="0">
                <a:solidFill>
                  <a:srgbClr val="00B0F0"/>
                </a:solidFill>
                <a:sym typeface="+mn-ea"/>
              </a:rPr>
              <a:t>LG01</a:t>
            </a:r>
            <a:r>
              <a:rPr lang="en-US" altLang="zh-CN" sz="2400" dirty="0">
                <a:sym typeface="+mn-ea"/>
              </a:rPr>
              <a:t> </a:t>
            </a:r>
            <a:r>
              <a:rPr lang="zh-CN" altLang="en-US" sz="2400" dirty="0">
                <a:sym typeface="+mn-ea"/>
              </a:rPr>
              <a:t>等。</a:t>
            </a:r>
            <a:endParaRPr lang="zh-CN" altLang="en-US" sz="2400" dirty="0"/>
          </a:p>
          <a:p>
            <a:pPr marL="0" indent="0">
              <a:buNone/>
            </a:pPr>
            <a:endParaRPr lang="zh-CN" altLang="en-US" sz="2400" dirty="0"/>
          </a:p>
          <a:p>
            <a:pPr marL="0" indent="0">
              <a:buNone/>
            </a:pPr>
            <a:r>
              <a:rPr lang="zh-CN" altLang="en-US" sz="2400" dirty="0">
                <a:sym typeface="+mn-ea"/>
              </a:rPr>
              <a:t>其能同时与多个</a:t>
            </a:r>
            <a:r>
              <a:rPr lang="en-US" altLang="zh-CN" sz="2400" dirty="0">
                <a:sym typeface="+mn-ea"/>
              </a:rPr>
              <a:t> LoRa </a:t>
            </a:r>
            <a:r>
              <a:rPr lang="zh-CN" altLang="en-US" sz="2400" dirty="0">
                <a:sym typeface="+mn-ea"/>
              </a:rPr>
              <a:t>节点进</a:t>
            </a:r>
          </a:p>
          <a:p>
            <a:pPr marL="0" indent="0">
              <a:buNone/>
            </a:pPr>
            <a:r>
              <a:rPr lang="zh-CN" altLang="en-US" sz="2400" dirty="0">
                <a:sym typeface="+mn-ea"/>
              </a:rPr>
              <a:t>行通信，并支持多种网络协议。</a:t>
            </a:r>
            <a:r>
              <a:rPr lang="en-US" altLang="zh-CN" sz="2400" dirty="0">
                <a:sym typeface="+mn-ea"/>
              </a:rPr>
              <a:t>​</a:t>
            </a:r>
            <a:endParaRPr lang="en-US" altLang="zh-CN" sz="2400" dirty="0"/>
          </a:p>
          <a:p>
            <a:pPr marL="0" indent="0">
              <a:buNone/>
            </a:pPr>
            <a:r>
              <a:rPr lang="zh-CN" altLang="en-US" sz="2400" dirty="0"/>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5960" y="360045"/>
            <a:ext cx="10800080" cy="805815"/>
          </a:xfrm>
        </p:spPr>
        <p:txBody>
          <a:bodyPr>
            <a:normAutofit/>
          </a:bodyPr>
          <a:lstStyle/>
          <a:p>
            <a:r>
              <a:rPr lang="zh-CN" altLang="en-US" sz="2800" dirty="0">
                <a:solidFill>
                  <a:schemeClr val="tx2">
                    <a:lumMod val="75000"/>
                    <a:lumOff val="25000"/>
                  </a:schemeClr>
                </a:solidFill>
                <a:latin typeface="微软雅黑" panose="020B0503020204020204" charset="-122"/>
                <a:ea typeface="微软雅黑" panose="020B0503020204020204" charset="-122"/>
                <a:sym typeface="+mn-ea"/>
              </a:rPr>
              <a:t>应力监测单元总体架构：通信方案设计</a:t>
            </a:r>
          </a:p>
        </p:txBody>
      </p:sp>
      <p:sp>
        <p:nvSpPr>
          <p:cNvPr id="5" name="标题 1"/>
          <p:cNvSpPr>
            <a:spLocks noGrp="1"/>
          </p:cNvSpPr>
          <p:nvPr/>
        </p:nvSpPr>
        <p:spPr>
          <a:xfrm>
            <a:off x="628650" y="69215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sz="2800">
                <a:sym typeface="+mn-ea"/>
              </a:rPr>
              <a:t>四</a:t>
            </a:r>
            <a:r>
              <a:rPr lang="en-US" altLang="zh-CN" sz="2800">
                <a:sym typeface="+mn-ea"/>
              </a:rPr>
              <a:t>.</a:t>
            </a:r>
            <a:r>
              <a:rPr lang="zh-CN" altLang="en-US" sz="2800">
                <a:sym typeface="+mn-ea"/>
              </a:rPr>
              <a:t>数据传输链路</a:t>
            </a:r>
            <a:r>
              <a:rPr lang="en-US" altLang="zh-CN" sz="2800">
                <a:sym typeface="+mn-ea"/>
              </a:rPr>
              <a:t>——</a:t>
            </a:r>
            <a:r>
              <a:rPr lang="zh-CN" altLang="en-US" sz="2800">
                <a:sym typeface="+mn-ea"/>
              </a:rPr>
              <a:t>无线链路数据传输</a:t>
            </a:r>
            <a:endParaRPr lang="zh-CN" altLang="en-US" sz="2800"/>
          </a:p>
        </p:txBody>
      </p:sp>
      <p:sp>
        <p:nvSpPr>
          <p:cNvPr id="6" name="内容占位符 5"/>
          <p:cNvSpPr>
            <a:spLocks noGrp="1"/>
          </p:cNvSpPr>
          <p:nvPr>
            <p:ph idx="1"/>
          </p:nvPr>
        </p:nvSpPr>
        <p:spPr>
          <a:xfrm>
            <a:off x="838200" y="1519555"/>
            <a:ext cx="10515600" cy="4657725"/>
          </a:xfrm>
        </p:spPr>
        <p:txBody>
          <a:bodyPr/>
          <a:lstStyle/>
          <a:p>
            <a:pPr marL="0" indent="0">
              <a:buNone/>
            </a:pPr>
            <a:r>
              <a:rPr lang="en-US" altLang="zh-CN" sz="2400" dirty="0">
                <a:sym typeface="+mn-ea"/>
              </a:rPr>
              <a:t>         LoRa </a:t>
            </a:r>
            <a:r>
              <a:rPr lang="zh-CN" altLang="en-US" sz="2400" dirty="0">
                <a:sym typeface="+mn-ea"/>
              </a:rPr>
              <a:t>的传输距离在开阔地可达数公里，在有一定遮挡的野外环境中，也能实现千米级别的传输。例如，在山区输电线路监测场景中，通过合理设置监测点和汇聚节点的位置，可确保信号稳定传输。</a:t>
            </a:r>
            <a:endParaRPr lang="zh-CN" altLang="en-US" sz="2400" dirty="0"/>
          </a:p>
          <a:p>
            <a:pPr marL="0" indent="0">
              <a:buNone/>
            </a:pPr>
            <a:r>
              <a:rPr lang="en-US" altLang="zh-CN" sz="2400" dirty="0">
                <a:sym typeface="+mn-ea"/>
              </a:rPr>
              <a:t>  	</a:t>
            </a:r>
            <a:r>
              <a:rPr lang="zh-CN" altLang="en-US" sz="2400" dirty="0">
                <a:sym typeface="+mn-ea"/>
              </a:rPr>
              <a:t>汇聚节点收集到数据后，可通过</a:t>
            </a:r>
            <a:r>
              <a:rPr lang="zh-CN" altLang="en-US" sz="2400" b="1" dirty="0">
                <a:solidFill>
                  <a:srgbClr val="00B0F0"/>
                </a:solidFill>
                <a:sym typeface="+mn-ea"/>
              </a:rPr>
              <a:t>卫星通信模块</a:t>
            </a:r>
            <a:r>
              <a:rPr lang="zh-CN" altLang="en-US" sz="2400" dirty="0">
                <a:sym typeface="+mn-ea"/>
              </a:rPr>
              <a:t>（如</a:t>
            </a:r>
            <a:r>
              <a:rPr lang="en-US" altLang="zh-CN" sz="2400" dirty="0">
                <a:sym typeface="+mn-ea"/>
              </a:rPr>
              <a:t> Thales TT500S </a:t>
            </a:r>
            <a:r>
              <a:rPr lang="zh-CN" altLang="en-US" sz="2400" dirty="0">
                <a:sym typeface="+mn-ea"/>
              </a:rPr>
              <a:t>等卫星通信终端）将数据发送至卫星，再由卫星转发至地面监控中心。</a:t>
            </a:r>
            <a:endParaRPr lang="zh-CN" altLang="en-US" sz="2400" dirty="0"/>
          </a:p>
        </p:txBody>
      </p:sp>
      <p:pic>
        <p:nvPicPr>
          <p:cNvPr id="7" name="图片 6" descr="1"/>
          <p:cNvPicPr>
            <a:picLocks noChangeAspect="1"/>
          </p:cNvPicPr>
          <p:nvPr/>
        </p:nvPicPr>
        <p:blipFill>
          <a:blip r:embed="rId2"/>
          <a:stretch>
            <a:fillRect/>
          </a:stretch>
        </p:blipFill>
        <p:spPr>
          <a:xfrm>
            <a:off x="1637665" y="4076700"/>
            <a:ext cx="2902585" cy="2555240"/>
          </a:xfrm>
          <a:prstGeom prst="rect">
            <a:avLst/>
          </a:prstGeom>
        </p:spPr>
      </p:pic>
      <p:pic>
        <p:nvPicPr>
          <p:cNvPr id="8" name="图片 7" descr="1"/>
          <p:cNvPicPr>
            <a:picLocks noChangeAspect="1"/>
          </p:cNvPicPr>
          <p:nvPr/>
        </p:nvPicPr>
        <p:blipFill>
          <a:blip r:embed="rId3"/>
          <a:stretch>
            <a:fillRect/>
          </a:stretch>
        </p:blipFill>
        <p:spPr>
          <a:xfrm>
            <a:off x="4933315" y="4076700"/>
            <a:ext cx="4127500" cy="25552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5960" y="360045"/>
            <a:ext cx="10800080" cy="805815"/>
          </a:xfrm>
        </p:spPr>
        <p:txBody>
          <a:bodyPr>
            <a:normAutofit/>
          </a:bodyPr>
          <a:lstStyle/>
          <a:p>
            <a:r>
              <a:rPr lang="zh-CN" altLang="en-US" sz="2800" dirty="0">
                <a:solidFill>
                  <a:schemeClr val="tx2">
                    <a:lumMod val="75000"/>
                    <a:lumOff val="25000"/>
                  </a:schemeClr>
                </a:solidFill>
                <a:latin typeface="微软雅黑" panose="020B0503020204020204" charset="-122"/>
                <a:ea typeface="微软雅黑" panose="020B0503020204020204" charset="-122"/>
                <a:sym typeface="+mn-ea"/>
              </a:rPr>
              <a:t>应力监测单元总体架构：电源设计</a:t>
            </a:r>
          </a:p>
        </p:txBody>
      </p:sp>
      <p:pic>
        <p:nvPicPr>
          <p:cNvPr id="4" name="图片 3" descr="船停在码头&#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274" y="1305268"/>
            <a:ext cx="2926715" cy="1828800"/>
          </a:xfrm>
          <a:prstGeom prst="rect">
            <a:avLst/>
          </a:prstGeom>
        </p:spPr>
      </p:pic>
      <p:sp>
        <p:nvSpPr>
          <p:cNvPr id="9" name="文本框 8"/>
          <p:cNvSpPr txBox="1"/>
          <p:nvPr/>
        </p:nvSpPr>
        <p:spPr>
          <a:xfrm>
            <a:off x="536129" y="3473158"/>
            <a:ext cx="4559300" cy="31700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sym typeface="+mn-ea"/>
              </a:rPr>
              <a:t>                              </a:t>
            </a:r>
            <a:r>
              <a:rPr kumimoji="0" lang="zh-CN" altLang="en-US" sz="20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sym typeface="+mn-ea"/>
              </a:rPr>
              <a:t>太阳能发电</a:t>
            </a:r>
            <a:endParaRPr kumimoji="0" lang="en-US" altLang="zh-CN" sz="20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sym typeface="+mn-ea"/>
              </a:rPr>
              <a:t>1. </a:t>
            </a:r>
            <a:r>
              <a:rPr kumimoji="0" lang="zh-CN" altLang="en-US" sz="1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sym typeface="+mn-ea"/>
              </a:rPr>
              <a:t>能量密度高：太阳能是一种能量密度较高的可再生能源，在日照充足的地 区，太阳能电池板可以高效地将太阳能转化为电能，为传感器提供稳定的 电力供应。 </a:t>
            </a:r>
            <a:endParaRPr kumimoji="0" lang="en-US" altLang="zh-CN" sz="1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sym typeface="+mn-ea"/>
              </a:rPr>
              <a:t>2. </a:t>
            </a:r>
            <a:r>
              <a:rPr kumimoji="0" lang="zh-CN" altLang="en-US" sz="1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sym typeface="+mn-ea"/>
              </a:rPr>
              <a:t>可靠性强：太阳能供电系统通常具有较高的可靠性和稳定性，只要太阳能 电池板正常工作，就可以持续为传感器供电，不受风速等环境因素的影 响。</a:t>
            </a:r>
            <a:endParaRPr kumimoji="0" lang="en-US" altLang="zh-CN" sz="1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sym typeface="+mn-ea"/>
              </a:rPr>
              <a:t>3. </a:t>
            </a:r>
            <a:r>
              <a:rPr kumimoji="0" lang="zh-CN" altLang="en-US" sz="1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sym typeface="+mn-ea"/>
              </a:rPr>
              <a:t>维护简单：太阳能电池板的结构相对简单，没有复杂的机械部件，维护成 本较低。</a:t>
            </a:r>
          </a:p>
        </p:txBody>
      </p:sp>
      <p:sp>
        <p:nvSpPr>
          <p:cNvPr id="10" name="文本框 9"/>
          <p:cNvSpPr txBox="1"/>
          <p:nvPr/>
        </p:nvSpPr>
        <p:spPr>
          <a:xfrm>
            <a:off x="5429249" y="1565162"/>
            <a:ext cx="5424617" cy="5078313"/>
          </a:xfrm>
          <a:prstGeom prst="rect">
            <a:avLst/>
          </a:prstGeom>
          <a:noFill/>
        </p:spPr>
        <p:txBody>
          <a:bodyPr wrap="square" rtlCol="0">
            <a:spAutoFit/>
          </a:bodyPr>
          <a:lstStyle/>
          <a:p>
            <a:pPr>
              <a:buNone/>
            </a:pPr>
            <a:r>
              <a:rPr lang="zh-CN" altLang="en-US" sz="1800" b="0" i="0" dirty="0">
                <a:solidFill>
                  <a:srgbClr val="000000"/>
                </a:solidFill>
                <a:effectLst/>
                <a:latin typeface="宋体" panose="02010600030101010101" pitchFamily="2" charset="-122"/>
                <a:ea typeface="宋体" panose="02010600030101010101" pitchFamily="2" charset="-122"/>
              </a:rPr>
              <a:t>挑战：</a:t>
            </a:r>
            <a:endParaRPr lang="en-US" altLang="zh-CN" sz="1800" b="0" i="0" dirty="0">
              <a:solidFill>
                <a:srgbClr val="0A1D30"/>
              </a:solidFill>
              <a:effectLst/>
              <a:latin typeface="TimesNewRomanPSMT"/>
            </a:endParaRPr>
          </a:p>
          <a:p>
            <a:pPr>
              <a:buNone/>
            </a:pPr>
            <a:r>
              <a:rPr lang="en-US" altLang="zh-CN" sz="1800" b="0" i="0" dirty="0">
                <a:solidFill>
                  <a:srgbClr val="000000"/>
                </a:solidFill>
                <a:effectLst/>
                <a:latin typeface="TimesNewRomanPSMT"/>
              </a:rPr>
              <a:t>1. </a:t>
            </a:r>
            <a:r>
              <a:rPr lang="zh-CN" altLang="en-US" sz="1800" b="0" i="0" dirty="0">
                <a:solidFill>
                  <a:srgbClr val="000000"/>
                </a:solidFill>
                <a:effectLst/>
                <a:latin typeface="宋体" panose="02010600030101010101" pitchFamily="2" charset="-122"/>
                <a:ea typeface="宋体" panose="02010600030101010101" pitchFamily="2" charset="-122"/>
              </a:rPr>
              <a:t>昼夜周期和天气影响：太阳能发电受昼夜周期和天气条件的限制，在夜间或阴雨天气下，太阳能电池板的发电效率会大幅下降，甚至无法发电，需要配备储能设备来保证传感器的持续供电。</a:t>
            </a:r>
          </a:p>
          <a:p>
            <a:pPr>
              <a:buNone/>
            </a:pPr>
            <a:r>
              <a:rPr lang="en-US" altLang="zh-CN" sz="1800" b="0" i="0" dirty="0">
                <a:solidFill>
                  <a:srgbClr val="000000"/>
                </a:solidFill>
                <a:effectLst/>
                <a:latin typeface="TimesNewRomanPSMT"/>
              </a:rPr>
              <a:t>2. </a:t>
            </a:r>
            <a:r>
              <a:rPr lang="zh-CN" altLang="en-US" sz="1800" b="0" i="0" dirty="0">
                <a:solidFill>
                  <a:srgbClr val="000000"/>
                </a:solidFill>
                <a:effectLst/>
                <a:latin typeface="宋体" panose="02010600030101010101" pitchFamily="2" charset="-122"/>
                <a:ea typeface="宋体" panose="02010600030101010101" pitchFamily="2" charset="-122"/>
              </a:rPr>
              <a:t>安装位置和角度要求：为了最大化太阳能的利用效率，太阳能电池板需要安装在阳光充足的位置，并且需要根据太阳的运行轨迹调整安装角度，这在电塔上可能受到一定的限制。</a:t>
            </a:r>
          </a:p>
          <a:p>
            <a:pPr>
              <a:buNone/>
            </a:pPr>
            <a:r>
              <a:rPr lang="en-US" altLang="zh-CN" sz="1800" b="0" i="0" dirty="0">
                <a:solidFill>
                  <a:srgbClr val="000000"/>
                </a:solidFill>
                <a:effectLst/>
                <a:latin typeface="TimesNewRomanPSMT"/>
              </a:rPr>
              <a:t>3. </a:t>
            </a:r>
            <a:r>
              <a:rPr lang="zh-CN" altLang="en-US" sz="1800" b="0" i="0" dirty="0">
                <a:solidFill>
                  <a:srgbClr val="000000"/>
                </a:solidFill>
                <a:effectLst/>
                <a:latin typeface="宋体" panose="02010600030101010101" pitchFamily="2" charset="-122"/>
                <a:ea typeface="宋体" panose="02010600030101010101" pitchFamily="2" charset="-122"/>
              </a:rPr>
              <a:t>能量转换效率有限：目前太阳能电池板的能量转换效率仍然有限，通常在</a:t>
            </a:r>
            <a:r>
              <a:rPr lang="en-US" altLang="zh-CN" sz="1800" b="0" i="0" dirty="0">
                <a:solidFill>
                  <a:srgbClr val="000000"/>
                </a:solidFill>
                <a:effectLst/>
                <a:latin typeface="TimesNewRomanPSMT"/>
              </a:rPr>
              <a:t>15%-20%</a:t>
            </a:r>
            <a:r>
              <a:rPr lang="zh-CN" altLang="en-US" sz="1800" b="0" i="0" dirty="0">
                <a:solidFill>
                  <a:srgbClr val="000000"/>
                </a:solidFill>
                <a:effectLst/>
                <a:latin typeface="宋体" panose="02010600030101010101" pitchFamily="2" charset="-122"/>
                <a:ea typeface="宋体" panose="02010600030101010101" pitchFamily="2" charset="-122"/>
              </a:rPr>
              <a:t>左右，这意味着需要较大面积的太阳能电池板才能满足一定的电力需求。</a:t>
            </a:r>
            <a:endParaRPr lang="en-US" altLang="zh-CN" sz="1800" b="0" i="0" dirty="0">
              <a:solidFill>
                <a:srgbClr val="000000"/>
              </a:solidFill>
              <a:effectLst/>
              <a:latin typeface="宋体" panose="02010600030101010101" pitchFamily="2" charset="-122"/>
              <a:ea typeface="宋体" panose="02010600030101010101" pitchFamily="2" charset="-122"/>
            </a:endParaRPr>
          </a:p>
          <a:p>
            <a:pPr>
              <a:buNone/>
            </a:pPr>
            <a:endParaRPr lang="zh-CN" altLang="en-US" sz="1800" b="0" i="0" dirty="0">
              <a:solidFill>
                <a:srgbClr val="000000"/>
              </a:solidFill>
              <a:effectLst/>
              <a:latin typeface="宋体" panose="02010600030101010101" pitchFamily="2" charset="-122"/>
              <a:ea typeface="宋体" panose="02010600030101010101" pitchFamily="2" charset="-122"/>
            </a:endParaRPr>
          </a:p>
          <a:p>
            <a:pPr>
              <a:buNone/>
            </a:pPr>
            <a:r>
              <a:rPr lang="zh-CN" altLang="en-US" sz="1800" b="0" i="0" dirty="0">
                <a:solidFill>
                  <a:srgbClr val="000000"/>
                </a:solidFill>
                <a:effectLst/>
                <a:latin typeface="宋体" panose="02010600030101010101" pitchFamily="2" charset="-122"/>
                <a:ea typeface="宋体" panose="02010600030101010101" pitchFamily="2" charset="-122"/>
              </a:rPr>
              <a:t>改进方案：</a:t>
            </a:r>
          </a:p>
          <a:p>
            <a:pPr>
              <a:buNone/>
            </a:pPr>
            <a:r>
              <a:rPr lang="en-US" altLang="zh-CN" sz="1800" b="0" i="0" dirty="0">
                <a:solidFill>
                  <a:srgbClr val="000000"/>
                </a:solidFill>
                <a:effectLst/>
                <a:latin typeface="TimesNewRomanPSMT"/>
              </a:rPr>
              <a:t>1. </a:t>
            </a:r>
            <a:r>
              <a:rPr lang="zh-CN" altLang="en-US" sz="1800" b="0" i="0" dirty="0">
                <a:solidFill>
                  <a:srgbClr val="000000"/>
                </a:solidFill>
                <a:effectLst/>
                <a:latin typeface="宋体" panose="02010600030101010101" pitchFamily="2" charset="-122"/>
                <a:ea typeface="宋体" panose="02010600030101010101" pitchFamily="2" charset="-122"/>
              </a:rPr>
              <a:t>引入能源存储设备，削峰补枯；</a:t>
            </a:r>
          </a:p>
          <a:p>
            <a:pPr>
              <a:buNone/>
            </a:pPr>
            <a:r>
              <a:rPr lang="en-US" altLang="zh-CN" sz="1800" b="0" i="0" dirty="0">
                <a:solidFill>
                  <a:srgbClr val="000000"/>
                </a:solidFill>
                <a:effectLst/>
                <a:latin typeface="TimesNewRomanPSMT"/>
              </a:rPr>
              <a:t>2. </a:t>
            </a:r>
            <a:r>
              <a:rPr lang="zh-CN" altLang="en-US" sz="1800" b="0" i="0" dirty="0">
                <a:solidFill>
                  <a:srgbClr val="000000"/>
                </a:solidFill>
                <a:effectLst/>
                <a:latin typeface="宋体" panose="02010600030101010101" pitchFamily="2" charset="-122"/>
                <a:ea typeface="宋体" panose="02010600030101010101" pitchFamily="2" charset="-122"/>
              </a:rPr>
              <a:t>与其他能源设备互相配合</a:t>
            </a:r>
            <a:r>
              <a:rPr lang="zh-CN" altLang="en-US" dirty="0"/>
              <a:t> </a:t>
            </a:r>
            <a:br>
              <a:rPr lang="zh-CN" altLang="en-US" dirty="0"/>
            </a:b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5960" y="360045"/>
            <a:ext cx="10800080" cy="805815"/>
          </a:xfrm>
        </p:spPr>
        <p:txBody>
          <a:bodyPr>
            <a:normAutofit/>
          </a:bodyPr>
          <a:lstStyle/>
          <a:p>
            <a:r>
              <a:rPr lang="zh-CN" altLang="en-US" sz="2800" dirty="0">
                <a:solidFill>
                  <a:schemeClr val="tx2">
                    <a:lumMod val="75000"/>
                    <a:lumOff val="25000"/>
                  </a:schemeClr>
                </a:solidFill>
                <a:latin typeface="微软雅黑" panose="020B0503020204020204" charset="-122"/>
                <a:ea typeface="微软雅黑" panose="020B0503020204020204" charset="-122"/>
                <a:sym typeface="+mn-ea"/>
              </a:rPr>
              <a:t>关键技术难点分析</a:t>
            </a:r>
            <a:endParaRPr lang="en-US" altLang="zh-CN" sz="2800" dirty="0">
              <a:solidFill>
                <a:schemeClr val="tx2">
                  <a:lumMod val="75000"/>
                  <a:lumOff val="25000"/>
                </a:schemeClr>
              </a:solidFill>
              <a:latin typeface="微软雅黑" panose="020B0503020204020204" charset="-122"/>
              <a:ea typeface="微软雅黑" panose="020B0503020204020204" charset="-122"/>
              <a:sym typeface="+mn-ea"/>
            </a:endParaRPr>
          </a:p>
        </p:txBody>
      </p:sp>
      <p:sp>
        <p:nvSpPr>
          <p:cNvPr id="8" name="文本框 7"/>
          <p:cNvSpPr txBox="1"/>
          <p:nvPr/>
        </p:nvSpPr>
        <p:spPr>
          <a:xfrm>
            <a:off x="850265" y="1471295"/>
            <a:ext cx="8783320" cy="645160"/>
          </a:xfrm>
          <a:prstGeom prst="rect">
            <a:avLst/>
          </a:prstGeom>
          <a:noFill/>
        </p:spPr>
        <p:txBody>
          <a:bodyPr wrap="square" rtlCol="0">
            <a:spAutoFit/>
          </a:bodyPr>
          <a:lstStyle/>
          <a:p>
            <a:r>
              <a:rPr lang="zh-CN" altLang="en-US" b="1"/>
              <a:t>高精度测量</a:t>
            </a:r>
            <a:r>
              <a:rPr lang="zh-CN" altLang="en-US"/>
              <a:t>：噪声干扰（如环境电磁噪声、电路热噪声）会使测量值偏离，半导体应变片及测量电路元件的非线性导致测量结果偏差。</a:t>
            </a:r>
          </a:p>
        </p:txBody>
      </p:sp>
      <p:sp>
        <p:nvSpPr>
          <p:cNvPr id="19" name="文本框 18"/>
          <p:cNvSpPr txBox="1"/>
          <p:nvPr/>
        </p:nvSpPr>
        <p:spPr>
          <a:xfrm>
            <a:off x="850265" y="2421890"/>
            <a:ext cx="7109460" cy="922020"/>
          </a:xfrm>
          <a:prstGeom prst="rect">
            <a:avLst/>
          </a:prstGeom>
          <a:noFill/>
        </p:spPr>
        <p:txBody>
          <a:bodyPr wrap="square" rtlCol="0">
            <a:spAutoFit/>
          </a:bodyPr>
          <a:lstStyle/>
          <a:p>
            <a:r>
              <a:rPr lang="zh-CN" altLang="en-US" b="1"/>
              <a:t>恶劣环境适应</a:t>
            </a:r>
            <a:r>
              <a:rPr lang="en-US" altLang="zh-CN"/>
              <a:t>​</a:t>
            </a:r>
            <a:r>
              <a:rPr lang="zh-CN" altLang="en-US"/>
              <a:t>：野外环境复杂，温度跨度大，高温会改变传感器和电路中电子元件性能，低温会降低电池性能，此外，野外强电磁干扰（如雷电、通信基站辐射）会影响信号传输。</a:t>
            </a:r>
          </a:p>
        </p:txBody>
      </p:sp>
      <p:sp>
        <p:nvSpPr>
          <p:cNvPr id="20" name="文本框 19"/>
          <p:cNvSpPr txBox="1"/>
          <p:nvPr/>
        </p:nvSpPr>
        <p:spPr>
          <a:xfrm>
            <a:off x="850265" y="3683000"/>
            <a:ext cx="7437120" cy="922020"/>
          </a:xfrm>
          <a:prstGeom prst="rect">
            <a:avLst/>
          </a:prstGeom>
          <a:noFill/>
        </p:spPr>
        <p:txBody>
          <a:bodyPr wrap="square" rtlCol="0">
            <a:spAutoFit/>
          </a:bodyPr>
          <a:lstStyle/>
          <a:p>
            <a:r>
              <a:rPr lang="zh-CN" altLang="en-US" b="1"/>
              <a:t>低功耗设计</a:t>
            </a:r>
            <a:r>
              <a:rPr lang="zh-CN" altLang="en-US"/>
              <a:t>：野外依靠太阳能、风力发电，电源有限，而应力监测系统各模块均耗电，像数据处理模块的微处理器高速运算、通信模块传输数据时功耗大。</a:t>
            </a:r>
          </a:p>
        </p:txBody>
      </p:sp>
      <p:sp>
        <p:nvSpPr>
          <p:cNvPr id="21" name="文本框 20"/>
          <p:cNvSpPr txBox="1"/>
          <p:nvPr/>
        </p:nvSpPr>
        <p:spPr>
          <a:xfrm>
            <a:off x="850265" y="4944110"/>
            <a:ext cx="7109460" cy="922020"/>
          </a:xfrm>
          <a:prstGeom prst="rect">
            <a:avLst/>
          </a:prstGeom>
          <a:noFill/>
        </p:spPr>
        <p:txBody>
          <a:bodyPr wrap="square" rtlCol="0">
            <a:spAutoFit/>
          </a:bodyPr>
          <a:lstStyle/>
          <a:p>
            <a:r>
              <a:rPr lang="zh-CN" altLang="en-US" b="1"/>
              <a:t>可靠通信</a:t>
            </a:r>
            <a:r>
              <a:rPr lang="en-US" altLang="zh-CN"/>
              <a:t>​</a:t>
            </a:r>
            <a:r>
              <a:rPr lang="zh-CN" altLang="en-US"/>
              <a:t>：野外无公网，通信受阻，复杂地形（如山体、峡谷）阻挡信号，树木、植被吸收散射信号，降雨、沙尘等天气影响传播，电磁干扰源干扰信号。</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7"/>
          </p:nvPr>
        </p:nvSpPr>
        <p:spPr/>
        <p:txBody>
          <a:bodyPr/>
          <a:lstStyle/>
          <a:p>
            <a:endParaRPr lang="zh-CN" altLang="en-US"/>
          </a:p>
        </p:txBody>
      </p:sp>
      <p:sp>
        <p:nvSpPr>
          <p:cNvPr id="3" name="标题 2"/>
          <p:cNvSpPr>
            <a:spLocks noGrp="1"/>
          </p:cNvSpPr>
          <p:nvPr>
            <p:ph type="ctrTitle"/>
          </p:nvPr>
        </p:nvSpPr>
        <p:spPr>
          <a:xfrm>
            <a:off x="2916555" y="1906905"/>
            <a:ext cx="5661025" cy="1454785"/>
          </a:xfrm>
        </p:spPr>
        <p:txBody>
          <a:bodyPr>
            <a:normAutofit fontScale="90000"/>
          </a:bodyPr>
          <a:lstStyle/>
          <a:p>
            <a:r>
              <a:rPr lang="zh-CN" altLang="en-US">
                <a:solidFill>
                  <a:schemeClr val="accent1"/>
                </a:solidFill>
              </a:rPr>
              <a:t>汇报结束，谢谢</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ASTERZORDER" val="3"/>
  <p:tag name="KSO_WM_UNIT_TYPE" val="i"/>
  <p:tag name="KSO_WM_UNIT_INDEX" val="1"/>
  <p:tag name="KSO_WM_UNIT_ID" val="_0*i*1"/>
  <p:tag name="KSO_WM_BEAUTIFY_FLAG" val="#wm#"/>
  <p:tag name="KSO_WM_TAG_VERSION" val="3.0"/>
  <p:tag name="KSO_WM_UNIT_LAYERLEVEL" val="1"/>
  <p:tag name="KSO_WM_TEMPLATE_CATEGORY" val="custom"/>
  <p:tag name="KSO_WM_TEMPLATE_USER_THEME" val="1"/>
</p:tagLst>
</file>

<file path=ppt/tags/tag2.xml><?xml version="1.0" encoding="utf-8"?>
<p:tagLst xmlns:a="http://schemas.openxmlformats.org/drawingml/2006/main" xmlns:r="http://schemas.openxmlformats.org/officeDocument/2006/relationships" xmlns:p="http://schemas.openxmlformats.org/presentationml/2006/main">
  <p:tag name="MASTERZORDER" val="7"/>
</p:tagLst>
</file>

<file path=ppt/tags/tag3.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Lst>
</file>

<file path=ppt/tags/tag4.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Lst>
</file>

<file path=ppt/tags/tag5.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Lst>
</file>

<file path=ppt/tags/tag6.xml><?xml version="1.0" encoding="utf-8"?>
<p:tagLst xmlns:a="http://schemas.openxmlformats.org/drawingml/2006/main" xmlns:r="http://schemas.openxmlformats.org/officeDocument/2006/relationships" xmlns:p="http://schemas.openxmlformats.org/presentationml/2006/main">
  <p:tag name="KSO_WM_UNIT_TYPE" val="f"/>
  <p:tag name="KSO_WM_UNIT_INDEX" val="1"/>
  <p:tag name="KSO_WM_UNIT_ID" val="_0*f*1"/>
  <p:tag name="KSO_WM_BEAUTIFY_FLAG" val="#wm#"/>
  <p:tag name="KSO_WM_TAG_VERSION" val="3.0"/>
  <p:tag name="KSO_WM_UNIT_LAYERLEVEL" val="1"/>
  <p:tag name="KSO_WM_TEMPLATE_CATEGORY" val="custom"/>
  <p:tag name="KSO_WM_TEMPLATE_USER_THEME" val="1"/>
</p:tagLst>
</file>

<file path=ppt/tags/tag7.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UNIT_ID" val="_0*a*1"/>
  <p:tag name="KSO_WM_BEAUTIFY_FLAG" val="#wm#"/>
  <p:tag name="KSO_WM_TAG_VERSION" val="3.0"/>
  <p:tag name="KSO_WM_UNIT_LAYERLEVEL" val="1"/>
  <p:tag name="KSO_WM_TEMPLATE_CATEGORY" val="custom"/>
  <p:tag name="KSO_WM_TEMPLATE_USER_THEME" val="1"/>
</p:tagLst>
</file>

<file path=ppt/tags/tag8.xml><?xml version="1.0" encoding="utf-8"?>
<p:tagLst xmlns:a="http://schemas.openxmlformats.org/drawingml/2006/main" xmlns:r="http://schemas.openxmlformats.org/officeDocument/2006/relationships" xmlns:p="http://schemas.openxmlformats.org/presentationml/2006/main">
  <p:tag name="KSO_WM_UNIT_TYPE" val="i"/>
  <p:tag name="KSO_WM_UNIT_INDEX" val="25"/>
  <p:tag name="KSO_WM_UNIT_ID" val="_0*i*25"/>
  <p:tag name="KSO_WM_BEAUTIFY_FLAG" val="#wm#"/>
  <p:tag name="KSO_WM_TAG_VERSION" val="3.0"/>
  <p:tag name="KSO_WM_UNIT_LAYERLEVEL" val="1"/>
  <p:tag name="KSO_WM_TEMPLATE_CATEGORY" val="custom"/>
  <p:tag name="KSO_WM_TEMPLATE_USER_THEME" val="1"/>
</p:tagLst>
</file>

<file path=ppt/tags/tag9.xml><?xml version="1.0" encoding="utf-8"?>
<p:tagLst xmlns:a="http://schemas.openxmlformats.org/drawingml/2006/main" xmlns:r="http://schemas.openxmlformats.org/officeDocument/2006/relationships" xmlns:p="http://schemas.openxmlformats.org/presentationml/2006/main">
  <p:tag name="KSO_WM_UNIT_TYPE" val="i"/>
  <p:tag name="KSO_WM_UNIT_INDEX" val="26"/>
  <p:tag name="KSO_WM_UNIT_ID" val="_0*i*26"/>
  <p:tag name="KSO_WM_BEAUTIFY_FLAG" val="#wm#"/>
  <p:tag name="KSO_WM_TAG_VERSION" val="3.0"/>
  <p:tag name="KSO_WM_UNIT_LAYERLEVEL" val="1"/>
  <p:tag name="KSO_WM_TEMPLATE_CATEGORY" val="custom"/>
  <p:tag name="KSO_WM_TEMPLATE_USER_THEME" val="1"/>
</p:tagLst>
</file>

<file path=ppt/tags/tag10.xml><?xml version="1.0" encoding="utf-8"?>
<p:tagLst xmlns:a="http://schemas.openxmlformats.org/drawingml/2006/main" xmlns:r="http://schemas.openxmlformats.org/officeDocument/2006/relationships" xmlns:p="http://schemas.openxmlformats.org/presentationml/2006/main">
  <p:tag name="KSO_WM_UNIT_TYPE" val="i"/>
  <p:tag name="KSO_WM_UNIT_INDEX" val="19"/>
  <p:tag name="KSO_WM_UNIT_ID" val="_0*i*19"/>
  <p:tag name="KSO_WM_BEAUTIFY_FLAG" val="#wm#"/>
  <p:tag name="KSO_WM_TAG_VERSION" val="3.0"/>
  <p:tag name="KSO_WM_UNIT_LAYERLEVEL" val="1"/>
  <p:tag name="KSO_WM_TEMPLATE_CATEGORY" val="custom"/>
  <p:tag name="KSO_WM_TEMPLATE_USER_THEME" val="1"/>
</p:tagLst>
</file>

<file path=ppt/tags/tag11.xml><?xml version="1.0" encoding="utf-8"?>
<p:tagLst xmlns:a="http://schemas.openxmlformats.org/drawingml/2006/main" xmlns:r="http://schemas.openxmlformats.org/officeDocument/2006/relationships" xmlns:p="http://schemas.openxmlformats.org/presentationml/2006/main">
  <p:tag name="KSO_WM_UNIT_TYPE" val="i"/>
  <p:tag name="KSO_WM_UNIT_INDEX" val="20"/>
  <p:tag name="KSO_WM_UNIT_ID" val="_0*i*20"/>
  <p:tag name="KSO_WM_BEAUTIFY_FLAG" val="#wm#"/>
  <p:tag name="KSO_WM_TAG_VERSION" val="3.0"/>
  <p:tag name="KSO_WM_UNIT_LAYERLEVEL" val="1"/>
  <p:tag name="KSO_WM_TEMPLATE_CATEGORY" val="custom"/>
  <p:tag name="KSO_WM_TEMPLATE_USER_THEME" val="1"/>
</p:tagLst>
</file>

<file path=ppt/tags/tag12.xml><?xml version="1.0" encoding="utf-8"?>
<p:tagLst xmlns:a="http://schemas.openxmlformats.org/drawingml/2006/main" xmlns:r="http://schemas.openxmlformats.org/officeDocument/2006/relationships" xmlns:p="http://schemas.openxmlformats.org/presentationml/2006/main">
  <p:tag name="KSO_WM_UNIT_TYPE" val="i"/>
  <p:tag name="KSO_WM_UNIT_INDEX" val="21"/>
  <p:tag name="KSO_WM_UNIT_ID" val="_0*i*21"/>
  <p:tag name="KSO_WM_BEAUTIFY_FLAG" val="#wm#"/>
  <p:tag name="KSO_WM_TAG_VERSION" val="3.0"/>
  <p:tag name="KSO_WM_UNIT_LAYERLEVEL" val="1"/>
  <p:tag name="KSO_WM_TEMPLATE_CATEGORY" val="custom"/>
  <p:tag name="KSO_WM_TEMPLATE_USER_THEME" val="1"/>
</p:tagLst>
</file>

<file path=ppt/tags/tag13.xml><?xml version="1.0" encoding="utf-8"?>
<p:tagLst xmlns:a="http://schemas.openxmlformats.org/drawingml/2006/main" xmlns:r="http://schemas.openxmlformats.org/officeDocument/2006/relationships" xmlns:p="http://schemas.openxmlformats.org/presentationml/2006/main">
  <p:tag name="KSO_WM_UNIT_TYPE" val="i"/>
  <p:tag name="KSO_WM_UNIT_INDEX" val="22"/>
  <p:tag name="KSO_WM_UNIT_ID" val="_0*i*22"/>
  <p:tag name="KSO_WM_BEAUTIFY_FLAG" val="#wm#"/>
  <p:tag name="KSO_WM_TAG_VERSION" val="3.0"/>
  <p:tag name="KSO_WM_UNIT_LAYERLEVEL" val="1"/>
  <p:tag name="KSO_WM_TEMPLATE_CATEGORY" val="custom"/>
  <p:tag name="KSO_WM_TEMPLATE_USER_THEME" val="1"/>
</p:tagLst>
</file>

<file path=ppt/tags/tag14.xml><?xml version="1.0" encoding="utf-8"?>
<p:tagLst xmlns:a="http://schemas.openxmlformats.org/drawingml/2006/main" xmlns:r="http://schemas.openxmlformats.org/officeDocument/2006/relationships" xmlns:p="http://schemas.openxmlformats.org/presentationml/2006/main">
  <p:tag name="KSO_WM_UNIT_TYPE" val="i"/>
  <p:tag name="KSO_WM_UNIT_INDEX" val="23"/>
  <p:tag name="KSO_WM_UNIT_ID" val="_0*i*23"/>
  <p:tag name="KSO_WM_BEAUTIFY_FLAG" val="#wm#"/>
  <p:tag name="KSO_WM_TAG_VERSION" val="3.0"/>
  <p:tag name="KSO_WM_UNIT_LAYERLEVEL" val="1"/>
  <p:tag name="KSO_WM_TEMPLATE_CATEGORY" val="custom"/>
  <p:tag name="KSO_WM_TEMPLATE_USER_THEME" val="1"/>
</p:tagLst>
</file>

<file path=ppt/tags/tag15.xml><?xml version="1.0" encoding="utf-8"?>
<p:tagLst xmlns:a="http://schemas.openxmlformats.org/drawingml/2006/main" xmlns:r="http://schemas.openxmlformats.org/officeDocument/2006/relationships" xmlns:p="http://schemas.openxmlformats.org/presentationml/2006/main">
  <p:tag name="KSO_WM_UNIT_TYPE" val="i"/>
  <p:tag name="KSO_WM_UNIT_INDEX" val="24"/>
  <p:tag name="KSO_WM_UNIT_ID" val="_0*i*24"/>
  <p:tag name="KSO_WM_BEAUTIFY_FLAG" val="#wm#"/>
  <p:tag name="KSO_WM_TAG_VERSION" val="3.0"/>
  <p:tag name="KSO_WM_UNIT_LAYERLEVEL" val="1"/>
  <p:tag name="KSO_WM_TEMPLATE_CATEGORY" val="custom"/>
  <p:tag name="KSO_WM_TEMPLATE_USER_THEME" val="1"/>
</p:tagLst>
</file>

<file path=ppt/tags/tag16.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UNIT_ID" val="_0*i*2"/>
  <p:tag name="KSO_WM_BEAUTIFY_FLAG" val="#wm#"/>
  <p:tag name="KSO_WM_TAG_VERSION" val="3.0"/>
  <p:tag name="KSO_WM_UNIT_LAYERLEVEL" val="1"/>
  <p:tag name="KSO_WM_TEMPLATE_CATEGORY" val="custom"/>
  <p:tag name="KSO_WM_TEMPLATE_USER_THEME" val="1"/>
</p:tagLst>
</file>

<file path=ppt/tags/tag17.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UNIT_ID" val="_0*i*3"/>
  <p:tag name="KSO_WM_BEAUTIFY_FLAG" val="#wm#"/>
  <p:tag name="KSO_WM_TAG_VERSION" val="3.0"/>
  <p:tag name="KSO_WM_UNIT_LAYERLEVEL" val="1"/>
  <p:tag name="KSO_WM_TEMPLATE_CATEGORY" val="custom"/>
  <p:tag name="KSO_WM_TEMPLATE_USER_THEME" val="1"/>
</p:tagLst>
</file>

<file path=ppt/tags/tag18.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UNIT_ID" val="_0*i*4"/>
  <p:tag name="KSO_WM_BEAUTIFY_FLAG" val="#wm#"/>
  <p:tag name="KSO_WM_TAG_VERSION" val="3.0"/>
  <p:tag name="KSO_WM_UNIT_LAYERLEVEL" val="1"/>
  <p:tag name="KSO_WM_TEMPLATE_CATEGORY" val="custom"/>
  <p:tag name="KSO_WM_TEMPLATE_USER_THEME" val="1"/>
</p:tagLst>
</file>

<file path=ppt/tags/tag19.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UNIT_ID" val="_0*i*5"/>
  <p:tag name="KSO_WM_BEAUTIFY_FLAG" val="#wm#"/>
  <p:tag name="KSO_WM_TAG_VERSION" val="3.0"/>
  <p:tag name="KSO_WM_UNIT_LAYERLEVEL" val="1"/>
  <p:tag name="KSO_WM_TEMPLATE_CATEGORY" val="custom"/>
  <p:tag name="KSO_WM_TEMPLATE_USER_THEME" val="1"/>
</p:tagLst>
</file>

<file path=ppt/tags/tag20.xml><?xml version="1.0" encoding="utf-8"?>
<p:tagLst xmlns:a="http://schemas.openxmlformats.org/drawingml/2006/main" xmlns:r="http://schemas.openxmlformats.org/officeDocument/2006/relationships" xmlns:p="http://schemas.openxmlformats.org/presentationml/2006/main">
  <p:tag name="KSO_WM_UNIT_TYPE" val="i"/>
  <p:tag name="KSO_WM_UNIT_INDEX" val="6"/>
  <p:tag name="KSO_WM_UNIT_ID" val="_0*i*6"/>
  <p:tag name="KSO_WM_BEAUTIFY_FLAG" val="#wm#"/>
  <p:tag name="KSO_WM_TAG_VERSION" val="3.0"/>
  <p:tag name="KSO_WM_UNIT_LAYERLEVEL" val="1"/>
  <p:tag name="KSO_WM_TEMPLATE_CATEGORY" val="custom"/>
  <p:tag name="KSO_WM_TEMPLATE_USER_THEME" val="1"/>
</p:tagLst>
</file>

<file path=ppt/tags/tag21.xml><?xml version="1.0" encoding="utf-8"?>
<p:tagLst xmlns:a="http://schemas.openxmlformats.org/drawingml/2006/main" xmlns:r="http://schemas.openxmlformats.org/officeDocument/2006/relationships" xmlns:p="http://schemas.openxmlformats.org/presentationml/2006/main">
  <p:tag name="KSO_WM_UNIT_TYPE" val="i"/>
  <p:tag name="KSO_WM_UNIT_INDEX" val="7"/>
  <p:tag name="KSO_WM_UNIT_ID" val="_0*i*7"/>
  <p:tag name="KSO_WM_BEAUTIFY_FLAG" val="#wm#"/>
  <p:tag name="KSO_WM_TAG_VERSION" val="3.0"/>
  <p:tag name="KSO_WM_UNIT_LAYERLEVEL" val="1"/>
  <p:tag name="KSO_WM_TEMPLATE_CATEGORY" val="custom"/>
  <p:tag name="KSO_WM_TEMPLATE_USER_THEME" val="1"/>
</p:tagLst>
</file>

<file path=ppt/tags/tag22.xml><?xml version="1.0" encoding="utf-8"?>
<p:tagLst xmlns:a="http://schemas.openxmlformats.org/drawingml/2006/main" xmlns:r="http://schemas.openxmlformats.org/officeDocument/2006/relationships" xmlns:p="http://schemas.openxmlformats.org/presentationml/2006/main">
  <p:tag name="KSO_WM_UNIT_TYPE" val="i"/>
  <p:tag name="KSO_WM_UNIT_INDEX" val="8"/>
  <p:tag name="KSO_WM_UNIT_ID" val="_0*i*8"/>
  <p:tag name="KSO_WM_BEAUTIFY_FLAG" val="#wm#"/>
  <p:tag name="KSO_WM_TAG_VERSION" val="3.0"/>
  <p:tag name="KSO_WM_UNIT_LAYERLEVEL" val="1"/>
  <p:tag name="KSO_WM_TEMPLATE_CATEGORY" val="custom"/>
  <p:tag name="KSO_WM_TEMPLATE_USER_THEME" val="1"/>
</p:tagLst>
</file>

<file path=ppt/tags/tag23.xml><?xml version="1.0" encoding="utf-8"?>
<p:tagLst xmlns:a="http://schemas.openxmlformats.org/drawingml/2006/main" xmlns:r="http://schemas.openxmlformats.org/officeDocument/2006/relationships" xmlns:p="http://schemas.openxmlformats.org/presentationml/2006/main">
  <p:tag name="KSO_WM_UNIT_TYPE" val="i"/>
  <p:tag name="KSO_WM_UNIT_INDEX" val="9"/>
  <p:tag name="KSO_WM_UNIT_ID" val="_0*i*9"/>
  <p:tag name="KSO_WM_BEAUTIFY_FLAG" val="#wm#"/>
  <p:tag name="KSO_WM_TAG_VERSION" val="3.0"/>
  <p:tag name="KSO_WM_UNIT_LAYERLEVEL" val="1"/>
  <p:tag name="KSO_WM_TEMPLATE_CATEGORY" val="custom"/>
  <p:tag name="KSO_WM_TEMPLATE_USER_THEME" val="1"/>
</p:tagLst>
</file>

<file path=ppt/tags/tag24.xml><?xml version="1.0" encoding="utf-8"?>
<p:tagLst xmlns:a="http://schemas.openxmlformats.org/drawingml/2006/main" xmlns:r="http://schemas.openxmlformats.org/officeDocument/2006/relationships" xmlns:p="http://schemas.openxmlformats.org/presentationml/2006/main">
  <p:tag name="KSO_WM_UNIT_TYPE" val="i"/>
  <p:tag name="KSO_WM_UNIT_INDEX" val="10"/>
  <p:tag name="KSO_WM_UNIT_ID" val="_0*i*10"/>
  <p:tag name="KSO_WM_BEAUTIFY_FLAG" val="#wm#"/>
  <p:tag name="KSO_WM_TAG_VERSION" val="3.0"/>
  <p:tag name="KSO_WM_UNIT_LAYERLEVEL" val="1"/>
  <p:tag name="KSO_WM_TEMPLATE_CATEGORY" val="custom"/>
  <p:tag name="KSO_WM_TEMPLATE_USER_THEME" val="1"/>
</p:tagLst>
</file>

<file path=ppt/tags/tag25.xml><?xml version="1.0" encoding="utf-8"?>
<p:tagLst xmlns:a="http://schemas.openxmlformats.org/drawingml/2006/main" xmlns:r="http://schemas.openxmlformats.org/officeDocument/2006/relationships" xmlns:p="http://schemas.openxmlformats.org/presentationml/2006/main">
  <p:tag name="KSO_WM_UNIT_TYPE" val="i"/>
  <p:tag name="KSO_WM_UNIT_INDEX" val="11"/>
  <p:tag name="KSO_WM_UNIT_ID" val="_0*i*11"/>
  <p:tag name="KSO_WM_BEAUTIFY_FLAG" val="#wm#"/>
  <p:tag name="KSO_WM_TAG_VERSION" val="3.0"/>
  <p:tag name="KSO_WM_UNIT_LAYERLEVEL" val="1"/>
  <p:tag name="KSO_WM_TEMPLATE_CATEGORY" val="custom"/>
  <p:tag name="KSO_WM_TEMPLATE_USER_THEME" val="1"/>
</p:tagLst>
</file>

<file path=ppt/tags/tag26.xml><?xml version="1.0" encoding="utf-8"?>
<p:tagLst xmlns:a="http://schemas.openxmlformats.org/drawingml/2006/main" xmlns:r="http://schemas.openxmlformats.org/officeDocument/2006/relationships" xmlns:p="http://schemas.openxmlformats.org/presentationml/2006/main">
  <p:tag name="KSO_WM_UNIT_TYPE" val="i"/>
  <p:tag name="KSO_WM_UNIT_INDEX" val="12"/>
  <p:tag name="KSO_WM_UNIT_ID" val="_0*i*12"/>
  <p:tag name="KSO_WM_BEAUTIFY_FLAG" val="#wm#"/>
  <p:tag name="KSO_WM_TAG_VERSION" val="3.0"/>
  <p:tag name="KSO_WM_UNIT_LAYERLEVEL" val="1"/>
  <p:tag name="KSO_WM_TEMPLATE_CATEGORY" val="custom"/>
  <p:tag name="KSO_WM_TEMPLATE_USER_THEME" val="1"/>
</p:tagLst>
</file>

<file path=ppt/tags/tag27.xml><?xml version="1.0" encoding="utf-8"?>
<p:tagLst xmlns:a="http://schemas.openxmlformats.org/drawingml/2006/main" xmlns:r="http://schemas.openxmlformats.org/officeDocument/2006/relationships" xmlns:p="http://schemas.openxmlformats.org/presentationml/2006/main">
  <p:tag name="KSO_WM_UNIT_TYPE" val="i"/>
  <p:tag name="KSO_WM_UNIT_INDEX" val="13"/>
  <p:tag name="KSO_WM_UNIT_ID" val="_0*i*13"/>
  <p:tag name="KSO_WM_BEAUTIFY_FLAG" val="#wm#"/>
  <p:tag name="KSO_WM_TAG_VERSION" val="3.0"/>
  <p:tag name="KSO_WM_UNIT_LAYERLEVEL" val="1"/>
  <p:tag name="KSO_WM_TEMPLATE_CATEGORY" val="custom"/>
  <p:tag name="KSO_WM_TEMPLATE_USER_THEME" val="1"/>
</p:tagLst>
</file>

<file path=ppt/tags/tag28.xml><?xml version="1.0" encoding="utf-8"?>
<p:tagLst xmlns:a="http://schemas.openxmlformats.org/drawingml/2006/main" xmlns:r="http://schemas.openxmlformats.org/officeDocument/2006/relationships" xmlns:p="http://schemas.openxmlformats.org/presentationml/2006/main">
  <p:tag name="KSO_WM_UNIT_TYPE" val="i"/>
  <p:tag name="KSO_WM_UNIT_INDEX" val="14"/>
  <p:tag name="KSO_WM_UNIT_ID" val="_0*i*14"/>
  <p:tag name="KSO_WM_BEAUTIFY_FLAG" val="#wm#"/>
  <p:tag name="KSO_WM_TAG_VERSION" val="3.0"/>
  <p:tag name="KSO_WM_UNIT_LAYERLEVEL" val="1"/>
  <p:tag name="KSO_WM_TEMPLATE_CATEGORY" val="custom"/>
  <p:tag name="KSO_WM_TEMPLATE_USER_THEME" val="1"/>
</p:tagLst>
</file>

<file path=ppt/tags/tag29.xml><?xml version="1.0" encoding="utf-8"?>
<p:tagLst xmlns:a="http://schemas.openxmlformats.org/drawingml/2006/main" xmlns:r="http://schemas.openxmlformats.org/officeDocument/2006/relationships" xmlns:p="http://schemas.openxmlformats.org/presentationml/2006/main">
  <p:tag name="KSO_WM_UNIT_TYPE" val="i"/>
  <p:tag name="KSO_WM_UNIT_INDEX" val="15"/>
  <p:tag name="KSO_WM_UNIT_ID" val="_0*i*15"/>
  <p:tag name="KSO_WM_BEAUTIFY_FLAG" val="#wm#"/>
  <p:tag name="KSO_WM_TAG_VERSION" val="3.0"/>
  <p:tag name="KSO_WM_UNIT_LAYERLEVEL" val="1"/>
  <p:tag name="KSO_WM_TEMPLATE_CATEGORY" val="custom"/>
  <p:tag name="KSO_WM_TEMPLATE_USER_THEME" val="1"/>
</p:tagLst>
</file>

<file path=ppt/tags/tag30.xml><?xml version="1.0" encoding="utf-8"?>
<p:tagLst xmlns:a="http://schemas.openxmlformats.org/drawingml/2006/main" xmlns:r="http://schemas.openxmlformats.org/officeDocument/2006/relationships" xmlns:p="http://schemas.openxmlformats.org/presentationml/2006/main">
  <p:tag name="KSO_WM_UNIT_TYPE" val="i"/>
  <p:tag name="KSO_WM_UNIT_INDEX" val="16"/>
  <p:tag name="KSO_WM_UNIT_ID" val="_0*i*16"/>
  <p:tag name="KSO_WM_BEAUTIFY_FLAG" val="#wm#"/>
  <p:tag name="KSO_WM_TAG_VERSION" val="3.0"/>
  <p:tag name="KSO_WM_UNIT_LAYERLEVEL" val="1"/>
  <p:tag name="KSO_WM_TEMPLATE_CATEGORY" val="custom"/>
  <p:tag name="KSO_WM_TEMPLATE_USER_THEME" val="1"/>
</p:tagLst>
</file>

<file path=ppt/tags/tag31.xml><?xml version="1.0" encoding="utf-8"?>
<p:tagLst xmlns:a="http://schemas.openxmlformats.org/drawingml/2006/main" xmlns:r="http://schemas.openxmlformats.org/officeDocument/2006/relationships" xmlns:p="http://schemas.openxmlformats.org/presentationml/2006/main">
  <p:tag name="KSO_WM_UNIT_TYPE" val="i"/>
  <p:tag name="KSO_WM_UNIT_INDEX" val="17"/>
  <p:tag name="KSO_WM_UNIT_ID" val="_0*i*17"/>
  <p:tag name="KSO_WM_BEAUTIFY_FLAG" val="#wm#"/>
  <p:tag name="KSO_WM_TAG_VERSION" val="3.0"/>
  <p:tag name="KSO_WM_UNIT_LAYERLEVEL" val="1"/>
  <p:tag name="KSO_WM_TEMPLATE_CATEGORY" val="custom"/>
  <p:tag name="KSO_WM_TEMPLATE_USER_THEME" val="1"/>
</p:tagLst>
</file>

<file path=ppt/tags/tag32.xml><?xml version="1.0" encoding="utf-8"?>
<p:tagLst xmlns:a="http://schemas.openxmlformats.org/drawingml/2006/main" xmlns:r="http://schemas.openxmlformats.org/officeDocument/2006/relationships" xmlns:p="http://schemas.openxmlformats.org/presentationml/2006/main">
  <p:tag name="KSO_WM_UNIT_TYPE" val="i"/>
  <p:tag name="KSO_WM_UNIT_INDEX" val="18"/>
  <p:tag name="KSO_WM_UNIT_ID" val="_0*i*18"/>
  <p:tag name="KSO_WM_BEAUTIFY_FLAG" val="#wm#"/>
  <p:tag name="KSO_WM_TAG_VERSION" val="3.0"/>
  <p:tag name="KSO_WM_UNIT_LAYERLEVEL" val="1"/>
  <p:tag name="KSO_WM_TEMPLATE_CATEGORY" val="custom"/>
  <p:tag name="KSO_WM_TEMPLATE_USER_THEME" val="1"/>
</p:tagLst>
</file>

<file path=ppt/tags/tag33.xml><?xml version="1.0" encoding="utf-8"?>
<p:tagLst xmlns:a="http://schemas.openxmlformats.org/drawingml/2006/main" xmlns:r="http://schemas.openxmlformats.org/officeDocument/2006/relationships" xmlns:p="http://schemas.openxmlformats.org/presentationml/2006/main">
  <p:tag name="LAYOUTZORDER" val="2"/>
  <p:tag name="KSO_WM_UNIT_ID" val="_1**"/>
  <p:tag name="KSO_WM_BEAUTIFY_FLAG" val="#wm#"/>
  <p:tag name="KSO_WM_TAG_VERSION" val="3.0"/>
  <p:tag name="KSO_WM_UNIT_LAYERLEVEL" val="1"/>
  <p:tag name="KSO_WM_TEMPLATE_CATEGORY" val="custom"/>
  <p:tag name="KSO_WM_TEMPLATE_USER_THEME" val="1"/>
</p:tagLst>
</file>

<file path=ppt/tags/tag34.xml><?xml version="1.0" encoding="utf-8"?>
<p:tagLst xmlns:a="http://schemas.openxmlformats.org/drawingml/2006/main" xmlns:r="http://schemas.openxmlformats.org/officeDocument/2006/relationships" xmlns:p="http://schemas.openxmlformats.org/presentationml/2006/main">
  <p:tag name="LAYOUTZORDER" val="3"/>
  <p:tag name="KSO_WM_UNIT_ID" val="_1**"/>
  <p:tag name="KSO_WM_BEAUTIFY_FLAG" val="#wm#"/>
  <p:tag name="KSO_WM_TAG_VERSION" val="3.0"/>
  <p:tag name="KSO_WM_UNIT_LAYERLEVEL" val="1"/>
  <p:tag name="KSO_WM_TEMPLATE_CATEGORY" val="custom"/>
  <p:tag name="KSO_WM_TEMPLATE_USER_THEME" val="1"/>
</p:tagLst>
</file>

<file path=ppt/tags/tag35.xml><?xml version="1.0" encoding="utf-8"?>
<p:tagLst xmlns:a="http://schemas.openxmlformats.org/drawingml/2006/main" xmlns:r="http://schemas.openxmlformats.org/officeDocument/2006/relationships" xmlns:p="http://schemas.openxmlformats.org/presentationml/2006/main">
  <p:tag name="LAYOUTZORDER" val="6"/>
  <p:tag name="KSO_WM_UNIT_ID" val="_1**"/>
  <p:tag name="KSO_WM_BEAUTIFY_FLAG" val="#wm#"/>
  <p:tag name="KSO_WM_TAG_VERSION" val="3.0"/>
  <p:tag name="KSO_WM_UNIT_LAYERLEVEL" val="1"/>
  <p:tag name="KSO_WM_TEMPLATE_CATEGORY" val="custom"/>
  <p:tag name="KSO_WM_TEMPLATE_USER_THEME" val="1"/>
</p:tagLst>
</file>

<file path=ppt/tags/tag36.xml><?xml version="1.0" encoding="utf-8"?>
<p:tagLst xmlns:a="http://schemas.openxmlformats.org/drawingml/2006/main" xmlns:r="http://schemas.openxmlformats.org/officeDocument/2006/relationships" xmlns:p="http://schemas.openxmlformats.org/presentationml/2006/main">
  <p:tag name="LAYOUTZORDER" val="7"/>
  <p:tag name="KSO_WM_UNIT_ID" val="_1**"/>
  <p:tag name="KSO_WM_BEAUTIFY_FLAG" val="#wm#"/>
  <p:tag name="KSO_WM_TAG_VERSION" val="3.0"/>
  <p:tag name="KSO_WM_UNIT_LAYERLEVEL" val="1"/>
  <p:tag name="KSO_WM_TEMPLATE_CATEGORY" val="custom"/>
  <p:tag name="KSO_WM_TEMPLATE_USER_THEME" val="1"/>
</p:tagLst>
</file>

<file path=ppt/tags/tag37.xml><?xml version="1.0" encoding="utf-8"?>
<p:tagLst xmlns:a="http://schemas.openxmlformats.org/drawingml/2006/main" xmlns:r="http://schemas.openxmlformats.org/officeDocument/2006/relationships" xmlns:p="http://schemas.openxmlformats.org/presentationml/2006/main">
  <p:tag name="LAYOUTZORDER" val="8"/>
  <p:tag name="KSO_WM_UNIT_ID" val="_1**"/>
  <p:tag name="KSO_WM_BEAUTIFY_FLAG" val="#wm#"/>
  <p:tag name="KSO_WM_TAG_VERSION" val="3.0"/>
  <p:tag name="KSO_WM_UNIT_LAYERLEVEL" val="1"/>
  <p:tag name="KSO_WM_TEMPLATE_CATEGORY" val="custom"/>
  <p:tag name="KSO_WM_TEMPLATE_USER_THEME" val="1"/>
</p:tagLst>
</file>

<file path=ppt/tags/tag38.xml><?xml version="1.0" encoding="utf-8"?>
<p:tagLst xmlns:a="http://schemas.openxmlformats.org/drawingml/2006/main" xmlns:r="http://schemas.openxmlformats.org/officeDocument/2006/relationships" xmlns:p="http://schemas.openxmlformats.org/presentationml/2006/main">
  <p:tag name="LAYOUTZORDER" val="9"/>
  <p:tag name="KSO_WM_UNIT_ID" val="_1**"/>
  <p:tag name="KSO_WM_BEAUTIFY_FLAG" val="#wm#"/>
  <p:tag name="KSO_WM_TAG_VERSION" val="3.0"/>
  <p:tag name="KSO_WM_UNIT_LAYERLEVEL" val="1"/>
  <p:tag name="KSO_WM_TEMPLATE_CATEGORY" val="custom"/>
  <p:tag name="KSO_WM_TEMPLATE_USER_THEME" val="1"/>
</p:tagLst>
</file>

<file path=ppt/tags/tag39.xml><?xml version="1.0" encoding="utf-8"?>
<p:tagLst xmlns:a="http://schemas.openxmlformats.org/drawingml/2006/main" xmlns:r="http://schemas.openxmlformats.org/officeDocument/2006/relationships" xmlns:p="http://schemas.openxmlformats.org/presentationml/2006/main">
  <p:tag name="LAYOUTZORDER" val="10"/>
  <p:tag name="KSO_WM_UNIT_ID" val="_1**"/>
  <p:tag name="KSO_WM_BEAUTIFY_FLAG" val="#wm#"/>
  <p:tag name="KSO_WM_TAG_VERSION" val="3.0"/>
  <p:tag name="KSO_WM_UNIT_LAYERLEVEL" val="1"/>
  <p:tag name="KSO_WM_TEMPLATE_CATEGORY" val="custom"/>
  <p:tag name="KSO_WM_TEMPLATE_USER_THEME" val="1"/>
</p:tagLst>
</file>

<file path=ppt/tags/tag40.xml><?xml version="1.0" encoding="utf-8"?>
<p:tagLst xmlns:a="http://schemas.openxmlformats.org/drawingml/2006/main" xmlns:r="http://schemas.openxmlformats.org/officeDocument/2006/relationships" xmlns:p="http://schemas.openxmlformats.org/presentationml/2006/main">
  <p:tag name="LAYOUTZORDER" val="11"/>
  <p:tag name="KSO_WM_UNIT_ID" val="_1**"/>
  <p:tag name="KSO_WM_BEAUTIFY_FLAG" val="#wm#"/>
  <p:tag name="KSO_WM_TAG_VERSION" val="3.0"/>
  <p:tag name="KSO_WM_UNIT_LAYERLEVEL" val="1"/>
  <p:tag name="KSO_WM_TEMPLATE_CATEGORY" val="custom"/>
  <p:tag name="KSO_WM_TEMPLATE_USER_THEME" val="1"/>
</p:tagLst>
</file>

<file path=ppt/tags/tag41.xml><?xml version="1.0" encoding="utf-8"?>
<p:tagLst xmlns:a="http://schemas.openxmlformats.org/drawingml/2006/main" xmlns:r="http://schemas.openxmlformats.org/officeDocument/2006/relationships" xmlns:p="http://schemas.openxmlformats.org/presentationml/2006/main">
  <p:tag name="LAYOUTZORDER" val="12"/>
  <p:tag name="KSO_WM_UNIT_ID" val="_1**"/>
  <p:tag name="KSO_WM_BEAUTIFY_FLAG" val="#wm#"/>
  <p:tag name="KSO_WM_TAG_VERSION" val="3.0"/>
  <p:tag name="KSO_WM_UNIT_LAYERLEVEL" val="1"/>
  <p:tag name="KSO_WM_TEMPLATE_CATEGORY" val="custom"/>
  <p:tag name="KSO_WM_TEMPLATE_USER_THEME" val="1"/>
</p:tagLst>
</file>

<file path=ppt/tags/tag42.xml><?xml version="1.0" encoding="utf-8"?>
<p:tagLst xmlns:a="http://schemas.openxmlformats.org/drawingml/2006/main" xmlns:r="http://schemas.openxmlformats.org/officeDocument/2006/relationships" xmlns:p="http://schemas.openxmlformats.org/presentationml/2006/main">
  <p:tag name="LAYOUTZORDER" val="13"/>
  <p:tag name="KSO_WM_UNIT_ID" val="_1**"/>
  <p:tag name="KSO_WM_BEAUTIFY_FLAG" val="#wm#"/>
  <p:tag name="KSO_WM_TAG_VERSION" val="3.0"/>
  <p:tag name="KSO_WM_UNIT_LAYERLEVEL" val="1"/>
  <p:tag name="KSO_WM_TEMPLATE_CATEGORY" val="custom"/>
  <p:tag name="KSO_WM_TEMPLATE_USER_THEME" val="1"/>
</p:tagLst>
</file>

<file path=ppt/tags/tag43.xml><?xml version="1.0" encoding="utf-8"?>
<p:tagLst xmlns:a="http://schemas.openxmlformats.org/drawingml/2006/main" xmlns:r="http://schemas.openxmlformats.org/officeDocument/2006/relationships" xmlns:p="http://schemas.openxmlformats.org/presentationml/2006/main">
  <p:tag name="LAYOUTZORDER" val="14"/>
  <p:tag name="KSO_WM_UNIT_ID" val="_1**"/>
  <p:tag name="KSO_WM_BEAUTIFY_FLAG" val="#wm#"/>
  <p:tag name="KSO_WM_TAG_VERSION" val="3.0"/>
  <p:tag name="KSO_WM_UNIT_LAYERLEVEL" val="1"/>
  <p:tag name="KSO_WM_TEMPLATE_CATEGORY" val="custom"/>
  <p:tag name="KSO_WM_TEMPLATE_USER_THEME" val="1"/>
</p:tagLst>
</file>

<file path=ppt/tags/tag44.xml><?xml version="1.0" encoding="utf-8"?>
<p:tagLst xmlns:a="http://schemas.openxmlformats.org/drawingml/2006/main" xmlns:r="http://schemas.openxmlformats.org/officeDocument/2006/relationships" xmlns:p="http://schemas.openxmlformats.org/presentationml/2006/main">
  <p:tag name="LAYOUTZORDER" val="15"/>
  <p:tag name="KSO_WM_UNIT_ID" val="_1**"/>
  <p:tag name="KSO_WM_BEAUTIFY_FLAG" val="#wm#"/>
  <p:tag name="KSO_WM_TAG_VERSION" val="3.0"/>
  <p:tag name="KSO_WM_UNIT_LAYERLEVEL" val="1"/>
  <p:tag name="KSO_WM_TEMPLATE_CATEGORY" val="custom"/>
  <p:tag name="KSO_WM_TEMPLATE_USER_THEME" val="1"/>
</p:tagLst>
</file>

<file path=ppt/tags/tag45.xml><?xml version="1.0" encoding="utf-8"?>
<p:tagLst xmlns:a="http://schemas.openxmlformats.org/drawingml/2006/main" xmlns:r="http://schemas.openxmlformats.org/officeDocument/2006/relationships" xmlns:p="http://schemas.openxmlformats.org/presentationml/2006/main">
  <p:tag name="LAYOUTZORDER" val="16"/>
  <p:tag name="KSO_WM_UNIT_ID" val="_1**"/>
  <p:tag name="KSO_WM_BEAUTIFY_FLAG" val="#wm#"/>
  <p:tag name="KSO_WM_TAG_VERSION" val="3.0"/>
  <p:tag name="KSO_WM_UNIT_LAYERLEVEL" val="1"/>
  <p:tag name="KSO_WM_TEMPLATE_CATEGORY" val="custom"/>
  <p:tag name="KSO_WM_TEMPLATE_USER_THEME" val="1"/>
</p:tagLst>
</file>

<file path=ppt/tags/tag46.xml><?xml version="1.0" encoding="utf-8"?>
<p:tagLst xmlns:a="http://schemas.openxmlformats.org/drawingml/2006/main" xmlns:r="http://schemas.openxmlformats.org/officeDocument/2006/relationships" xmlns:p="http://schemas.openxmlformats.org/presentationml/2006/main">
  <p:tag name="LAYOUTZORDER" val="17"/>
  <p:tag name="KSO_WM_UNIT_ID" val="_1**"/>
  <p:tag name="KSO_WM_BEAUTIFY_FLAG" val="#wm#"/>
  <p:tag name="KSO_WM_TAG_VERSION" val="3.0"/>
  <p:tag name="KSO_WM_UNIT_LAYERLEVEL" val="1"/>
  <p:tag name="KSO_WM_TEMPLATE_CATEGORY" val="custom"/>
  <p:tag name="KSO_WM_TEMPLATE_USER_THEME" val="1"/>
</p:tagLst>
</file>

<file path=ppt/tags/tag47.xml><?xml version="1.0" encoding="utf-8"?>
<p:tagLst xmlns:a="http://schemas.openxmlformats.org/drawingml/2006/main" xmlns:r="http://schemas.openxmlformats.org/officeDocument/2006/relationships" xmlns:p="http://schemas.openxmlformats.org/presentationml/2006/main">
  <p:tag name="LAYOUTZORDER" val="18"/>
  <p:tag name="KSO_WM_UNIT_ID" val="_1**"/>
  <p:tag name="KSO_WM_BEAUTIFY_FLAG" val="#wm#"/>
  <p:tag name="KSO_WM_TAG_VERSION" val="3.0"/>
  <p:tag name="KSO_WM_UNIT_LAYERLEVEL" val="1"/>
  <p:tag name="KSO_WM_TEMPLATE_CATEGORY" val="custom"/>
  <p:tag name="KSO_WM_TEMPLATE_USER_THEME" val="1"/>
</p:tagLst>
</file>

<file path=ppt/tags/tag48.xml><?xml version="1.0" encoding="utf-8"?>
<p:tagLst xmlns:a="http://schemas.openxmlformats.org/drawingml/2006/main" xmlns:r="http://schemas.openxmlformats.org/officeDocument/2006/relationships" xmlns:p="http://schemas.openxmlformats.org/presentationml/2006/main">
  <p:tag name="LAYOUTZORDER" val="19"/>
  <p:tag name="KSO_WM_UNIT_ID" val="_1**"/>
  <p:tag name="KSO_WM_BEAUTIFY_FLAG" val="#wm#"/>
  <p:tag name="KSO_WM_TAG_VERSION" val="3.0"/>
  <p:tag name="KSO_WM_UNIT_LAYERLEVEL" val="1"/>
  <p:tag name="KSO_WM_TEMPLATE_CATEGORY" val="custom"/>
  <p:tag name="KSO_WM_TEMPLATE_USER_THEME" val="1"/>
</p:tagLst>
</file>

<file path=ppt/tags/tag49.xml><?xml version="1.0" encoding="utf-8"?>
<p:tagLst xmlns:a="http://schemas.openxmlformats.org/drawingml/2006/main" xmlns:r="http://schemas.openxmlformats.org/officeDocument/2006/relationships" xmlns:p="http://schemas.openxmlformats.org/presentationml/2006/main">
  <p:tag name="LAYOUTZORDER" val="20"/>
  <p:tag name="KSO_WM_UNIT_ID" val="_1**"/>
  <p:tag name="KSO_WM_BEAUTIFY_FLAG" val="#wm#"/>
  <p:tag name="KSO_WM_TAG_VERSION" val="3.0"/>
  <p:tag name="KSO_WM_UNIT_LAYERLEVEL" val="1"/>
  <p:tag name="KSO_WM_TEMPLATE_CATEGORY" val="custom"/>
  <p:tag name="KSO_WM_TEMPLATE_USER_THEME" val="1"/>
</p:tagLst>
</file>

<file path=ppt/tags/tag50.xml><?xml version="1.0" encoding="utf-8"?>
<p:tagLst xmlns:a="http://schemas.openxmlformats.org/drawingml/2006/main" xmlns:r="http://schemas.openxmlformats.org/officeDocument/2006/relationships" xmlns:p="http://schemas.openxmlformats.org/presentationml/2006/main">
  <p:tag name="LAYOUTZORDER" val="21"/>
  <p:tag name="KSO_WM_UNIT_ID" val="_1**"/>
  <p:tag name="KSO_WM_BEAUTIFY_FLAG" val="#wm#"/>
  <p:tag name="KSO_WM_TAG_VERSION" val="3.0"/>
  <p:tag name="KSO_WM_UNIT_LAYERLEVEL" val="1"/>
  <p:tag name="KSO_WM_TEMPLATE_CATEGORY" val="custom"/>
  <p:tag name="KSO_WM_TEMPLATE_USER_THEME" val="1"/>
</p:tagLst>
</file>

<file path=ppt/tags/tag51.xml><?xml version="1.0" encoding="utf-8"?>
<p:tagLst xmlns:a="http://schemas.openxmlformats.org/drawingml/2006/main" xmlns:r="http://schemas.openxmlformats.org/officeDocument/2006/relationships" xmlns:p="http://schemas.openxmlformats.org/presentationml/2006/main">
  <p:tag name="LAYOUTZORDER" val="22"/>
  <p:tag name="KSO_WM_UNIT_ID" val="_1**"/>
  <p:tag name="KSO_WM_BEAUTIFY_FLAG" val="#wm#"/>
  <p:tag name="KSO_WM_TAG_VERSION" val="3.0"/>
  <p:tag name="KSO_WM_UNIT_LAYERLEVEL" val="1"/>
  <p:tag name="KSO_WM_TEMPLATE_CATEGORY" val="custom"/>
  <p:tag name="KSO_WM_TEMPLATE_USER_THEME" val="1"/>
</p:tagLst>
</file>

<file path=ppt/tags/tag52.xml><?xml version="1.0" encoding="utf-8"?>
<p:tagLst xmlns:a="http://schemas.openxmlformats.org/drawingml/2006/main" xmlns:r="http://schemas.openxmlformats.org/officeDocument/2006/relationships" xmlns:p="http://schemas.openxmlformats.org/presentationml/2006/main">
  <p:tag name="LAYOUTZORDER" val="23"/>
  <p:tag name="KSO_WM_UNIT_ID" val="_1**"/>
  <p:tag name="KSO_WM_BEAUTIFY_FLAG" val="#wm#"/>
  <p:tag name="KSO_WM_TAG_VERSION" val="3.0"/>
  <p:tag name="KSO_WM_UNIT_LAYERLEVEL" val="1"/>
  <p:tag name="KSO_WM_TEMPLATE_CATEGORY" val="custom"/>
  <p:tag name="KSO_WM_TEMPLATE_USER_THEME" val="1"/>
</p:tagLst>
</file>

<file path=ppt/tags/tag53.xml><?xml version="1.0" encoding="utf-8"?>
<p:tagLst xmlns:a="http://schemas.openxmlformats.org/drawingml/2006/main" xmlns:r="http://schemas.openxmlformats.org/officeDocument/2006/relationships" xmlns:p="http://schemas.openxmlformats.org/presentationml/2006/main">
  <p:tag name="LAYOUTZORDER" val="24"/>
  <p:tag name="KSO_WM_UNIT_ID" val="_1**"/>
  <p:tag name="KSO_WM_BEAUTIFY_FLAG" val="#wm#"/>
  <p:tag name="KSO_WM_TAG_VERSION" val="3.0"/>
  <p:tag name="KSO_WM_UNIT_LAYERLEVEL" val="1"/>
  <p:tag name="KSO_WM_TEMPLATE_CATEGORY" val="custom"/>
  <p:tag name="KSO_WM_TEMPLATE_USER_THEME" val="1"/>
</p:tagLst>
</file>

<file path=ppt/tags/tag54.xml><?xml version="1.0" encoding="utf-8"?>
<p:tagLst xmlns:a="http://schemas.openxmlformats.org/drawingml/2006/main" xmlns:r="http://schemas.openxmlformats.org/officeDocument/2006/relationships" xmlns:p="http://schemas.openxmlformats.org/presentationml/2006/main">
  <p:tag name="LAYOUTZORDER" val="25"/>
  <p:tag name="KSO_WM_UNIT_ID" val="_1**"/>
  <p:tag name="KSO_WM_BEAUTIFY_FLAG" val="#wm#"/>
  <p:tag name="KSO_WM_TAG_VERSION" val="3.0"/>
  <p:tag name="KSO_WM_UNIT_LAYERLEVEL" val="1"/>
  <p:tag name="KSO_WM_TEMPLATE_CATEGORY" val="custom"/>
  <p:tag name="KSO_WM_TEMPLATE_USER_THEME" val="1"/>
</p:tagLst>
</file>

<file path=ppt/tags/tag55.xml><?xml version="1.0" encoding="utf-8"?>
<p:tagLst xmlns:a="http://schemas.openxmlformats.org/drawingml/2006/main" xmlns:r="http://schemas.openxmlformats.org/officeDocument/2006/relationships" xmlns:p="http://schemas.openxmlformats.org/presentationml/2006/main">
  <p:tag name="LAYOUTZORDER" val="26"/>
  <p:tag name="KSO_WM_UNIT_ID" val="_1**"/>
  <p:tag name="KSO_WM_BEAUTIFY_FLAG" val="#wm#"/>
  <p:tag name="KSO_WM_TAG_VERSION" val="3.0"/>
  <p:tag name="KSO_WM_UNIT_LAYERLEVEL" val="1"/>
  <p:tag name="KSO_WM_TEMPLATE_CATEGORY" val="custom"/>
  <p:tag name="KSO_WM_TEMPLATE_USER_THEME" val="1"/>
</p:tagLst>
</file>

<file path=ppt/tags/tag56.xml><?xml version="1.0" encoding="utf-8"?>
<p:tagLst xmlns:a="http://schemas.openxmlformats.org/drawingml/2006/main" xmlns:r="http://schemas.openxmlformats.org/officeDocument/2006/relationships" xmlns:p="http://schemas.openxmlformats.org/presentationml/2006/main">
  <p:tag name="LAYOUTZORDER" val="27"/>
  <p:tag name="KSO_WM_UNIT_ID" val="_1**"/>
  <p:tag name="KSO_WM_BEAUTIFY_FLAG" val="#wm#"/>
  <p:tag name="KSO_WM_TAG_VERSION" val="3.0"/>
  <p:tag name="KSO_WM_UNIT_LAYERLEVEL" val="1"/>
  <p:tag name="KSO_WM_TEMPLATE_CATEGORY" val="custom"/>
  <p:tag name="KSO_WM_TEMPLATE_USER_THEME" val="1"/>
</p:tagLst>
</file>

<file path=ppt/tags/tag57.xml><?xml version="1.0" encoding="utf-8"?>
<p:tagLst xmlns:a="http://schemas.openxmlformats.org/drawingml/2006/main" xmlns:r="http://schemas.openxmlformats.org/officeDocument/2006/relationships" xmlns:p="http://schemas.openxmlformats.org/presentationml/2006/main">
  <p:tag name="LAYOUTZORDER" val="28"/>
  <p:tag name="KSO_WM_UNIT_ID" val="_1**"/>
  <p:tag name="KSO_WM_BEAUTIFY_FLAG" val="#wm#"/>
  <p:tag name="KSO_WM_TAG_VERSION" val="3.0"/>
  <p:tag name="KSO_WM_UNIT_LAYERLEVEL" val="1"/>
  <p:tag name="KSO_WM_TEMPLATE_CATEGORY" val="custom"/>
  <p:tag name="KSO_WM_TEMPLATE_USER_THEME" val="1"/>
</p:tagLst>
</file>

<file path=ppt/tags/tag58.xml><?xml version="1.0" encoding="utf-8"?>
<p:tagLst xmlns:a="http://schemas.openxmlformats.org/drawingml/2006/main" xmlns:r="http://schemas.openxmlformats.org/officeDocument/2006/relationships" xmlns:p="http://schemas.openxmlformats.org/presentationml/2006/main">
  <p:tag name="LAYOUTZORDER" val="29"/>
  <p:tag name="KSO_WM_UNIT_ID" val="_1**"/>
  <p:tag name="KSO_WM_BEAUTIFY_FLAG" val="#wm#"/>
  <p:tag name="KSO_WM_TAG_VERSION" val="3.0"/>
  <p:tag name="KSO_WM_UNIT_LAYERLEVEL" val="1"/>
  <p:tag name="KSO_WM_TEMPLATE_CATEGORY" val="custom"/>
  <p:tag name="KSO_WM_TEMPLATE_USER_THEME" val="1"/>
</p:tagLst>
</file>

<file path=ppt/tags/tag59.xml><?xml version="1.0" encoding="utf-8"?>
<p:tagLst xmlns:a="http://schemas.openxmlformats.org/drawingml/2006/main" xmlns:r="http://schemas.openxmlformats.org/officeDocument/2006/relationships" xmlns:p="http://schemas.openxmlformats.org/presentationml/2006/main">
  <p:tag name="LAYOUTZORDER" val="30"/>
  <p:tag name="KSO_WM_UNIT_ID" val="_1**"/>
  <p:tag name="KSO_WM_BEAUTIFY_FLAG" val="#wm#"/>
  <p:tag name="KSO_WM_TAG_VERSION" val="3.0"/>
  <p:tag name="KSO_WM_UNIT_LAYERLEVEL" val="1"/>
  <p:tag name="KSO_WM_TEMPLATE_CATEGORY" val="custom"/>
  <p:tag name="KSO_WM_TEMPLATE_USER_THEME" val="1"/>
</p:tagLst>
</file>

<file path=ppt/tags/tag60.xml><?xml version="1.0" encoding="utf-8"?>
<p:tagLst xmlns:a="http://schemas.openxmlformats.org/drawingml/2006/main" xmlns:r="http://schemas.openxmlformats.org/officeDocument/2006/relationships" xmlns:p="http://schemas.openxmlformats.org/presentationml/2006/main">
  <p:tag name="LAYOUTZORDER" val="31"/>
  <p:tag name="KSO_WM_UNIT_ID" val="_1**"/>
  <p:tag name="KSO_WM_BEAUTIFY_FLAG" val="#wm#"/>
  <p:tag name="KSO_WM_TAG_VERSION" val="3.0"/>
  <p:tag name="KSO_WM_UNIT_LAYERLEVEL" val="1"/>
  <p:tag name="KSO_WM_TEMPLATE_CATEGORY" val="custom"/>
  <p:tag name="KSO_WM_TEMPLATE_USER_THEME" val="1"/>
</p:tagLst>
</file>

<file path=ppt/tags/tag61.xml><?xml version="1.0" encoding="utf-8"?>
<p:tagLst xmlns:a="http://schemas.openxmlformats.org/drawingml/2006/main" xmlns:r="http://schemas.openxmlformats.org/officeDocument/2006/relationships" xmlns:p="http://schemas.openxmlformats.org/presentationml/2006/main">
  <p:tag name="LAYOUTZORDER" val="32"/>
  <p:tag name="KSO_WM_UNIT_ID" val="_1**"/>
  <p:tag name="KSO_WM_BEAUTIFY_FLAG" val="#wm#"/>
  <p:tag name="KSO_WM_TAG_VERSION" val="3.0"/>
  <p:tag name="KSO_WM_UNIT_LAYERLEVEL" val="1"/>
  <p:tag name="KSO_WM_TEMPLATE_CATEGORY" val="custom"/>
  <p:tag name="KSO_WM_TEMPLATE_USER_THEME" val="1"/>
</p:tagLst>
</file>

<file path=ppt/tags/tag62.xml><?xml version="1.0" encoding="utf-8"?>
<p:tagLst xmlns:a="http://schemas.openxmlformats.org/drawingml/2006/main" xmlns:r="http://schemas.openxmlformats.org/officeDocument/2006/relationships" xmlns:p="http://schemas.openxmlformats.org/presentationml/2006/main">
  <p:tag name="LAYOUTZORDER" val="33"/>
  <p:tag name="KSO_WM_UNIT_ID" val="_1**"/>
  <p:tag name="KSO_WM_BEAUTIFY_FLAG" val="#wm#"/>
  <p:tag name="KSO_WM_TAG_VERSION" val="3.0"/>
  <p:tag name="KSO_WM_UNIT_LAYERLEVEL" val="1"/>
  <p:tag name="KSO_WM_TEMPLATE_CATEGORY" val="custom"/>
  <p:tag name="KSO_WM_TEMPLATE_USER_THEME" val="1"/>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 name="KSO_WM_TEMPLATE_CATEGORY" val="custom"/>
  <p:tag name="KSO_WM_TEMPLATE_USER_THEME" val="1"/>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CONTENTSTITLE" val="0"/>
  <p:tag name="KSO_WM_UNIT_ISNUMDGMTITLE" val="0"/>
  <p:tag name="KSO_WM_UNIT_PRESET_TEXT" val="单击此处编辑母版副标题样式"/>
  <p:tag name="KSO_WM_UNIT_NOCLEAR" val="0"/>
  <p:tag name="KSO_WM_UNIT_VALUE" val="80"/>
  <p:tag name="KSO_WM_UNIT_TYPE" val="b"/>
  <p:tag name="KSO_WM_UNIT_INDEX" val="1"/>
  <p:tag name="KSO_WM_TEMPLATE_CATEGORY" val="custom"/>
  <p:tag name="KSO_WM_TEMPLATE_USER_THEME" val="1"/>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 name="KSO_WM_TEMPLATE_CATEGORY" val="custom"/>
  <p:tag name="KSO_WM_TEMPLATE_USER_THEME" val="1"/>
</p:tagLst>
</file>

<file path=ppt/tags/tag66.xml><?xml version="1.0" encoding="utf-8"?>
<p:tagLst xmlns:a="http://schemas.openxmlformats.org/drawingml/2006/main" xmlns:r="http://schemas.openxmlformats.org/officeDocument/2006/relationships" xmlns:p="http://schemas.openxmlformats.org/presentationml/2006/main">
  <p:tag name="KSO_WM_UNIT_TYPE" val="f"/>
  <p:tag name="KSO_WM_UNIT_INDEX" val="1"/>
  <p:tag name="KSO_WM_UNIT_ID" val="_2*f*1"/>
  <p:tag name="KSO_WM_BEAUTIFY_FLAG" val="#wm#"/>
  <p:tag name="KSO_WM_TAG_VERSION" val="3.0"/>
  <p:tag name="KSO_WM_UNIT_LAYERLEVEL" val="1"/>
  <p:tag name="KSO_WM_TEMPLATE_CATEGORY" val="custom"/>
  <p:tag name="KSO_WM_TEMPLATE_USER_THEME" val="1"/>
</p:tagLst>
</file>

<file path=ppt/tags/tag67.xml><?xml version="1.0" encoding="utf-8"?>
<p:tagLst xmlns:a="http://schemas.openxmlformats.org/drawingml/2006/main" xmlns:r="http://schemas.openxmlformats.org/officeDocument/2006/relationships" xmlns:p="http://schemas.openxmlformats.org/presentationml/2006/main">
  <p:tag name="KSO_WM_UNIT_ID" val="_2**"/>
  <p:tag name="KSO_WM_BEAUTIFY_FLAG" val="#wm#"/>
  <p:tag name="KSO_WM_TAG_VERSION" val="3.0"/>
  <p:tag name="KSO_WM_UNIT_LAYERLEVEL" val="1"/>
  <p:tag name="KSO_WM_TEMPLATE_CATEGORY" val="custom"/>
  <p:tag name="KSO_WM_TEMPLATE_USER_THEME" val="1"/>
</p:tagLst>
</file>

<file path=ppt/tags/tag68.xml><?xml version="1.0" encoding="utf-8"?>
<p:tagLst xmlns:a="http://schemas.openxmlformats.org/drawingml/2006/main" xmlns:r="http://schemas.openxmlformats.org/officeDocument/2006/relationships" xmlns:p="http://schemas.openxmlformats.org/presentationml/2006/main">
  <p:tag name="KSO_WM_UNIT_ID" val="_2**"/>
  <p:tag name="KSO_WM_BEAUTIFY_FLAG" val="#wm#"/>
  <p:tag name="KSO_WM_TAG_VERSION" val="3.0"/>
  <p:tag name="KSO_WM_UNIT_LAYERLEVEL" val="1"/>
  <p:tag name="KSO_WM_TEMPLATE_CATEGORY" val="custom"/>
  <p:tag name="KSO_WM_TEMPLATE_USER_THEME" val="1"/>
</p:tagLst>
</file>

<file path=ppt/tags/tag69.xml><?xml version="1.0" encoding="utf-8"?>
<p:tagLst xmlns:a="http://schemas.openxmlformats.org/drawingml/2006/main" xmlns:r="http://schemas.openxmlformats.org/officeDocument/2006/relationships" xmlns:p="http://schemas.openxmlformats.org/presentationml/2006/main">
  <p:tag name="KSO_WM_UNIT_ID" val="_2**"/>
  <p:tag name="KSO_WM_BEAUTIFY_FLAG" val="#wm#"/>
  <p:tag name="KSO_WM_TAG_VERSION" val="3.0"/>
  <p:tag name="KSO_WM_UNIT_LAYERLEVEL" val="1"/>
  <p:tag name="KSO_WM_TEMPLATE_CATEGORY" val="custom"/>
  <p:tag name="KSO_WM_TEMPLATE_USER_THEME" val="1"/>
</p:tagLst>
</file>

<file path=ppt/tags/tag70.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UNIT_ID" val="_2*a*1"/>
  <p:tag name="KSO_WM_BEAUTIFY_FLAG" val="#wm#"/>
  <p:tag name="KSO_WM_TAG_VERSION" val="3.0"/>
  <p:tag name="KSO_WM_UNIT_LAYERLEVEL" val="1"/>
  <p:tag name="KSO_WM_TEMPLATE_CATEGORY" val="custom"/>
  <p:tag name="KSO_WM_TEMPLATE_USER_THEME" val="1"/>
</p:tagLst>
</file>

<file path=ppt/tags/tag71.xml><?xml version="1.0" encoding="utf-8"?>
<p:tagLst xmlns:a="http://schemas.openxmlformats.org/drawingml/2006/main" xmlns:r="http://schemas.openxmlformats.org/officeDocument/2006/relationships" xmlns:p="http://schemas.openxmlformats.org/presentationml/2006/main">
  <p:tag name="MASTERZORDER" val="3"/>
  <p:tag name="KSO_WM_UNIT_ID" val="_3**"/>
  <p:tag name="KSO_WM_BEAUTIFY_FLAG" val="#wm#"/>
  <p:tag name="KSO_WM_TAG_VERSION" val="3.0"/>
  <p:tag name="KSO_WM_UNIT_LAYERLEVEL" val="1"/>
  <p:tag name="KSO_WM_TEMPLATE_CATEGORY" val="custom"/>
  <p:tag name="KSO_WM_TEMPLATE_USER_THEME" val="1"/>
</p:tagLst>
</file>

<file path=ppt/tags/tag72.xml><?xml version="1.0" encoding="utf-8"?>
<p:tagLst xmlns:a="http://schemas.openxmlformats.org/drawingml/2006/main" xmlns:r="http://schemas.openxmlformats.org/officeDocument/2006/relationships" xmlns:p="http://schemas.openxmlformats.org/presentationml/2006/main">
  <p:tag name="MASTERZORDER" val="7"/>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 name="KSO_WM_TEMPLATE_CATEGORY" val="custom"/>
  <p:tag name="KSO_WM_TEMPLATE_USER_THEME" val="1"/>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 name="KSO_WM_TEMPLATE_CATEGORY" val="custom"/>
  <p:tag name="KSO_WM_TEMPLATE_USER_THEME" val="1"/>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 name="KSO_WM_TEMPLATE_CATEGORY" val="custom"/>
  <p:tag name="KSO_WM_TEMPLATE_USER_THEME" val="1"/>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 name="KSO_WM_TEMPLATE_CATEGORY" val="custom"/>
  <p:tag name="KSO_WM_TEMPLATE_USER_THEME" val="1"/>
</p:tagLst>
</file>

<file path=ppt/tags/tag77.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Lst>
</file>

<file path=ppt/tags/tag78.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Lst>
</file>

<file path=ppt/tags/tag79.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Lst>
</file>

<file path=ppt/tags/tag80.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Lst>
</file>

<file path=ppt/tags/tag81.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Lst>
</file>

<file path=ppt/tags/tag82.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Lst>
</file>

<file path=ppt/tags/tag83.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Lst>
</file>

<file path=ppt/tags/tag84.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Lst>
</file>

<file path=ppt/tags/tag85.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Lst>
</file>

<file path=ppt/tags/tag86.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Lst>
</file>

<file path=ppt/tags/tag87.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Lst>
</file>

<file path=ppt/tags/tag88.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Lst>
</file>

<file path=ppt/tags/tag89.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Lst>
</file>

<file path=ppt/tags/tag90.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Lst>
</file>

<file path=ppt/tags/tag91.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Lst>
</file>

<file path=ppt/tags/tag92.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Lst>
</file>

<file path=ppt/tags/tag93.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Lst>
</file>

<file path=ppt/tags/tag94.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Lst>
</file>

<file path=ppt/tags/tag95.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Lst>
</file>

<file path=ppt/tags/tag96.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Lst>
</file>

<file path=ppt/tags/tag97.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Lst>
</file>

<file path=ppt/tags/tag98.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Lst>
</file>

<file path=ppt/tags/tag99.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Lst>
</file>

<file path=ppt/tags/tag100.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Lst>
</file>

<file path=ppt/tags/tag101.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Lst>
</file>

<file path=ppt/tags/tag102.xml><?xml version="1.0" encoding="utf-8"?>
<p:tagLst xmlns:a="http://schemas.openxmlformats.org/drawingml/2006/main" xmlns:r="http://schemas.openxmlformats.org/officeDocument/2006/relationships" xmlns:p="http://schemas.openxmlformats.org/presentationml/2006/main">
  <p:tag name="MASTERZORDER" val="3"/>
  <p:tag name="KSO_WM_UNIT_ID" val="_4**"/>
  <p:tag name="KSO_WM_BEAUTIFY_FLAG" val="#wm#"/>
  <p:tag name="KSO_WM_TAG_VERSION" val="3.0"/>
  <p:tag name="KSO_WM_UNIT_LAYERLEVEL" val="1"/>
  <p:tag name="KSO_WM_TEMPLATE_CATEGORY" val="custom"/>
  <p:tag name="KSO_WM_TEMPLATE_USER_THEME" val="1"/>
</p:tagLst>
</file>

<file path=ppt/tags/tag103.xml><?xml version="1.0" encoding="utf-8"?>
<p:tagLst xmlns:a="http://schemas.openxmlformats.org/drawingml/2006/main" xmlns:r="http://schemas.openxmlformats.org/officeDocument/2006/relationships" xmlns:p="http://schemas.openxmlformats.org/presentationml/2006/main">
  <p:tag name="MASTERZORDER" val="7"/>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TEMPLATE_CATEGORY" val="custom"/>
  <p:tag name="KSO_WM_TEMPLATE_USER_THEME" val="1"/>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TEMPLATE_CATEGORY" val="custom"/>
  <p:tag name="KSO_WM_TEMPLATE_USER_THEME" val="1"/>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TEMPLATE_CATEGORY" val="custom"/>
  <p:tag name="KSO_WM_TEMPLATE_USER_THEME" val="1"/>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1"/>
  <p:tag name="KSO_WM_UNIT_DIAGRAM_ISNUMVISUAL" val="0"/>
  <p:tag name="KSO_WM_UNIT_DIAGRAM_ISREFERUNIT" val="0"/>
  <p:tag name="KSO_WM_UNIT_ID" val="_4**"/>
  <p:tag name="KSO_WM_UNIT_LAYERLEVEL" val="1"/>
  <p:tag name="KSO_WM_TAG_VERSION" val="3.0"/>
  <p:tag name="KSO_WM_BEAUTIFY_FLAG" val="#wm#"/>
  <p:tag name="KSO_WM_UNIT_PRESET_TEXT" val="节编号"/>
  <p:tag name="KSO_WM_UNIT_NOCLEAR" val="0"/>
  <p:tag name="KSO_WM_UNIT_VALUE" val="13"/>
  <p:tag name="KSO_WM_UNIT_TYPE" val="e"/>
  <p:tag name="KSO_WM_UNIT_INDEX" val="1"/>
  <p:tag name="KSO_WM_TEMPLATE_CATEGORY" val="custom"/>
  <p:tag name="KSO_WM_TEMPLATE_USER_THEME" val="1"/>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UNIT_PRESET_TEXT" val="单击此处编辑副标题"/>
  <p:tag name="KSO_WM_UNIT_NOCLEAR" val="0"/>
  <p:tag name="KSO_WM_UNIT_TYPE" val="b"/>
  <p:tag name="KSO_WM_UNIT_INDEX" val="1"/>
  <p:tag name="KSO_WM_UNIT_ISCONTENTSTITLE" val="0"/>
  <p:tag name="KSO_WM_UNIT_ISNUMDGMTITLE" val="0"/>
  <p:tag name="KSO_WM_TEMPLATE_CATEGORY" val="custom"/>
  <p:tag name="KSO_WM_TEMPLATE_USER_THEME" val="1"/>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14"/>
  <p:tag name="KSO_WM_UNIT_TYPE" val="a"/>
  <p:tag name="KSO_WM_UNIT_INDEX" val="1"/>
  <p:tag name="KSO_WM_TEMPLATE_CATEGORY" val="custom"/>
  <p:tag name="KSO_WM_TEMPLATE_USER_THEME" val="1"/>
</p:tagLst>
</file>

<file path=ppt/tags/tag110.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Lst>
</file>

<file path=ppt/tags/tag111.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Lst>
</file>

<file path=ppt/tags/tag112.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Lst>
</file>

<file path=ppt/tags/tag113.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Lst>
</file>

<file path=ppt/tags/tag114.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Lst>
</file>

<file path=ppt/tags/tag115.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Lst>
</file>

<file path=ppt/tags/tag116.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Lst>
</file>

<file path=ppt/tags/tag117.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Lst>
</file>

<file path=ppt/tags/tag118.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Lst>
</file>

<file path=ppt/tags/tag119.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Lst>
</file>

<file path=ppt/tags/tag120.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Lst>
</file>

<file path=ppt/tags/tag121.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Lst>
</file>

<file path=ppt/tags/tag122.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Lst>
</file>

<file path=ppt/tags/tag123.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Lst>
</file>

<file path=ppt/tags/tag124.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Lst>
</file>

<file path=ppt/tags/tag125.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Lst>
</file>

<file path=ppt/tags/tag126.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Lst>
</file>

<file path=ppt/tags/tag127.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Lst>
</file>

<file path=ppt/tags/tag128.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Lst>
</file>

<file path=ppt/tags/tag129.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Lst>
</file>

<file path=ppt/tags/tag130.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Lst>
</file>

<file path=ppt/tags/tag131.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Lst>
</file>

<file path=ppt/tags/tag132.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Lst>
</file>

<file path=ppt/tags/tag133.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Lst>
</file>

<file path=ppt/tags/tag134.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Lst>
</file>

<file path=ppt/tags/tag135.xml><?xml version="1.0" encoding="utf-8"?>
<p:tagLst xmlns:a="http://schemas.openxmlformats.org/drawingml/2006/main" xmlns:r="http://schemas.openxmlformats.org/officeDocument/2006/relationships" xmlns:p="http://schemas.openxmlformats.org/presentationml/2006/main">
  <p:tag name="KSO_WM_UNIT_TYPE" val="f"/>
  <p:tag name="KSO_WM_UNIT_INDEX" val="1"/>
  <p:tag name="KSO_WM_UNIT_ID" val="_5*f*1"/>
  <p:tag name="KSO_WM_BEAUTIFY_FLAG" val="#wm#"/>
  <p:tag name="KSO_WM_TAG_VERSION" val="3.0"/>
  <p:tag name="KSO_WM_UNIT_LAYERLEVEL" val="1"/>
  <p:tag name="KSO_WM_TEMPLATE_CATEGORY" val="custom"/>
  <p:tag name="KSO_WM_TEMPLATE_USER_THEME" val="1"/>
</p:tagLst>
</file>

<file path=ppt/tags/tag136.xml><?xml version="1.0" encoding="utf-8"?>
<p:tagLst xmlns:a="http://schemas.openxmlformats.org/drawingml/2006/main" xmlns:r="http://schemas.openxmlformats.org/officeDocument/2006/relationships" xmlns:p="http://schemas.openxmlformats.org/presentationml/2006/main">
  <p:tag name="KSO_WM_UNIT_TYPE" val="f"/>
  <p:tag name="KSO_WM_UNIT_INDEX" val="2"/>
  <p:tag name="KSO_WM_UNIT_ID" val="_5*f*2"/>
  <p:tag name="KSO_WM_BEAUTIFY_FLAG" val="#wm#"/>
  <p:tag name="KSO_WM_TAG_VERSION" val="3.0"/>
  <p:tag name="KSO_WM_UNIT_LAYERLEVEL" val="1"/>
  <p:tag name="KSO_WM_TEMPLATE_CATEGORY" val="custom"/>
  <p:tag name="KSO_WM_TEMPLATE_USER_THEME" val="1"/>
</p:tagLst>
</file>

<file path=ppt/tags/tag137.xml><?xml version="1.0" encoding="utf-8"?>
<p:tagLst xmlns:a="http://schemas.openxmlformats.org/drawingml/2006/main" xmlns:r="http://schemas.openxmlformats.org/officeDocument/2006/relationships"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Lst>
</file>

<file path=ppt/tags/tag138.xml><?xml version="1.0" encoding="utf-8"?>
<p:tagLst xmlns:a="http://schemas.openxmlformats.org/drawingml/2006/main" xmlns:r="http://schemas.openxmlformats.org/officeDocument/2006/relationships"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Lst>
</file>

<file path=ppt/tags/tag139.xml><?xml version="1.0" encoding="utf-8"?>
<p:tagLst xmlns:a="http://schemas.openxmlformats.org/drawingml/2006/main" xmlns:r="http://schemas.openxmlformats.org/officeDocument/2006/relationships"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Lst>
</file>

<file path=ppt/tags/tag140.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UNIT_ID" val="_5*a*1"/>
  <p:tag name="KSO_WM_BEAUTIFY_FLAG" val="#wm#"/>
  <p:tag name="KSO_WM_TAG_VERSION" val="3.0"/>
  <p:tag name="KSO_WM_UNIT_LAYERLEVEL" val="1"/>
  <p:tag name="KSO_WM_TEMPLATE_CATEGORY" val="custom"/>
  <p:tag name="KSO_WM_TEMPLATE_USER_THEME" val="1"/>
</p:tagLst>
</file>

<file path=ppt/tags/tag141.xml><?xml version="1.0" encoding="utf-8"?>
<p:tagLst xmlns:a="http://schemas.openxmlformats.org/drawingml/2006/main" xmlns:r="http://schemas.openxmlformats.org/officeDocument/2006/relationships" xmlns:p="http://schemas.openxmlformats.org/presentationml/2006/main">
  <p:tag name="KSO_WM_UNIT_TYPE" val="f"/>
  <p:tag name="KSO_WM_UNIT_INDEX" val="1"/>
  <p:tag name="KSO_WM_UNIT_ID" val="_6*f*1"/>
  <p:tag name="KSO_WM_BEAUTIFY_FLAG" val="#wm#"/>
  <p:tag name="KSO_WM_TAG_VERSION" val="3.0"/>
  <p:tag name="KSO_WM_UNIT_LAYERLEVEL" val="1"/>
  <p:tag name="KSO_WM_TEMPLATE_CATEGORY" val="custom"/>
  <p:tag name="KSO_WM_TEMPLATE_USER_THEME" val="1"/>
</p:tagLst>
</file>

<file path=ppt/tags/tag142.xml><?xml version="1.0" encoding="utf-8"?>
<p:tagLst xmlns:a="http://schemas.openxmlformats.org/drawingml/2006/main" xmlns:r="http://schemas.openxmlformats.org/officeDocument/2006/relationships" xmlns:p="http://schemas.openxmlformats.org/presentationml/2006/main">
  <p:tag name="KSO_WM_UNIT_TYPE" val="f"/>
  <p:tag name="KSO_WM_UNIT_INDEX" val="2"/>
  <p:tag name="KSO_WM_UNIT_ID" val="_6*f*2"/>
  <p:tag name="KSO_WM_BEAUTIFY_FLAG" val="#wm#"/>
  <p:tag name="KSO_WM_TAG_VERSION" val="3.0"/>
  <p:tag name="KSO_WM_UNIT_LAYERLEVEL" val="1"/>
  <p:tag name="KSO_WM_TEMPLATE_CATEGORY" val="custom"/>
  <p:tag name="KSO_WM_TEMPLATE_USER_THEME" val="1"/>
</p:tagLst>
</file>

<file path=ppt/tags/tag143.xml><?xml version="1.0" encoding="utf-8"?>
<p:tagLst xmlns:a="http://schemas.openxmlformats.org/drawingml/2006/main" xmlns:r="http://schemas.openxmlformats.org/officeDocument/2006/relationships" xmlns:p="http://schemas.openxmlformats.org/presentationml/2006/main">
  <p:tag name="KSO_WM_UNIT_TYPE" val="f"/>
  <p:tag name="KSO_WM_UNIT_INDEX" val="3"/>
  <p:tag name="KSO_WM_UNIT_ID" val="_6*f*3"/>
  <p:tag name="KSO_WM_BEAUTIFY_FLAG" val="#wm#"/>
  <p:tag name="KSO_WM_TAG_VERSION" val="3.0"/>
  <p:tag name="KSO_WM_UNIT_LAYERLEVEL" val="1"/>
  <p:tag name="KSO_WM_TEMPLATE_CATEGORY" val="custom"/>
  <p:tag name="KSO_WM_TEMPLATE_USER_THEME" val="1"/>
</p:tagLst>
</file>

<file path=ppt/tags/tag144.xml><?xml version="1.0" encoding="utf-8"?>
<p:tagLst xmlns:a="http://schemas.openxmlformats.org/drawingml/2006/main" xmlns:r="http://schemas.openxmlformats.org/officeDocument/2006/relationships" xmlns:p="http://schemas.openxmlformats.org/presentationml/2006/main">
  <p:tag name="KSO_WM_UNIT_TYPE" val="f"/>
  <p:tag name="KSO_WM_UNIT_INDEX" val="4"/>
  <p:tag name="KSO_WM_UNIT_ID" val="_6*f*4"/>
  <p:tag name="KSO_WM_BEAUTIFY_FLAG" val="#wm#"/>
  <p:tag name="KSO_WM_TAG_VERSION" val="3.0"/>
  <p:tag name="KSO_WM_UNIT_LAYERLEVEL" val="1"/>
  <p:tag name="KSO_WM_TEMPLATE_CATEGORY" val="custom"/>
  <p:tag name="KSO_WM_TEMPLATE_USER_THEME" val="1"/>
</p:tagLst>
</file>

<file path=ppt/tags/tag145.xml><?xml version="1.0" encoding="utf-8"?>
<p:tagLst xmlns:a="http://schemas.openxmlformats.org/drawingml/2006/main" xmlns:r="http://schemas.openxmlformats.org/officeDocument/2006/relationships"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Lst>
</file>

<file path=ppt/tags/tag146.xml><?xml version="1.0" encoding="utf-8"?>
<p:tagLst xmlns:a="http://schemas.openxmlformats.org/drawingml/2006/main" xmlns:r="http://schemas.openxmlformats.org/officeDocument/2006/relationships"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Lst>
</file>

<file path=ppt/tags/tag147.xml><?xml version="1.0" encoding="utf-8"?>
<p:tagLst xmlns:a="http://schemas.openxmlformats.org/drawingml/2006/main" xmlns:r="http://schemas.openxmlformats.org/officeDocument/2006/relationships"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Lst>
</file>

<file path=ppt/tags/tag148.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UNIT_ID" val="_6*a*1"/>
  <p:tag name="KSO_WM_BEAUTIFY_FLAG" val="#wm#"/>
  <p:tag name="KSO_WM_TAG_VERSION" val="3.0"/>
  <p:tag name="KSO_WM_UNIT_LAYERLEVEL" val="1"/>
  <p:tag name="KSO_WM_TEMPLATE_CATEGORY" val="custom"/>
  <p:tag name="KSO_WM_TEMPLATE_USER_THEME" val="1"/>
</p:tagLst>
</file>

<file path=ppt/tags/tag149.xml><?xml version="1.0" encoding="utf-8"?>
<p:tagLst xmlns:a="http://schemas.openxmlformats.org/drawingml/2006/main" xmlns:r="http://schemas.openxmlformats.org/officeDocument/2006/relationships"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Lst>
</file>

<file path=ppt/tags/tag150.xml><?xml version="1.0" encoding="utf-8"?>
<p:tagLst xmlns:a="http://schemas.openxmlformats.org/drawingml/2006/main" xmlns:r="http://schemas.openxmlformats.org/officeDocument/2006/relationships"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Lst>
</file>

<file path=ppt/tags/tag151.xml><?xml version="1.0" encoding="utf-8"?>
<p:tagLst xmlns:a="http://schemas.openxmlformats.org/drawingml/2006/main" xmlns:r="http://schemas.openxmlformats.org/officeDocument/2006/relationships"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Lst>
</file>

<file path=ppt/tags/tag152.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UNIT_ID" val="_7*a*1"/>
  <p:tag name="KSO_WM_BEAUTIFY_FLAG" val="#wm#"/>
  <p:tag name="KSO_WM_TAG_VERSION" val="3.0"/>
  <p:tag name="KSO_WM_UNIT_LAYERLEVEL" val="1"/>
  <p:tag name="KSO_WM_TEMPLATE_CATEGORY" val="custom"/>
  <p:tag name="KSO_WM_TEMPLATE_USER_THEME" val="1"/>
</p:tagLst>
</file>

<file path=ppt/tags/tag153.xml><?xml version="1.0" encoding="utf-8"?>
<p:tagLst xmlns:a="http://schemas.openxmlformats.org/drawingml/2006/main" xmlns:r="http://schemas.openxmlformats.org/officeDocument/2006/relationships"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Lst>
</file>

<file path=ppt/tags/tag154.xml><?xml version="1.0" encoding="utf-8"?>
<p:tagLst xmlns:a="http://schemas.openxmlformats.org/drawingml/2006/main" xmlns:r="http://schemas.openxmlformats.org/officeDocument/2006/relationships"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Lst>
</file>

<file path=ppt/tags/tag155.xml><?xml version="1.0" encoding="utf-8"?>
<p:tagLst xmlns:a="http://schemas.openxmlformats.org/drawingml/2006/main" xmlns:r="http://schemas.openxmlformats.org/officeDocument/2006/relationships"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Lst>
</file>

<file path=ppt/tags/tag156.xml><?xml version="1.0" encoding="utf-8"?>
<p:tagLst xmlns:a="http://schemas.openxmlformats.org/drawingml/2006/main" xmlns:r="http://schemas.openxmlformats.org/officeDocument/2006/relationships" xmlns:p="http://schemas.openxmlformats.org/presentationml/2006/main">
  <p:tag name="KSO_WM_UNIT_TYPE" val="f"/>
  <p:tag name="KSO_WM_UNIT_INDEX" val="1"/>
  <p:tag name="KSO_WM_UNIT_ID" val="_9*f*1"/>
  <p:tag name="KSO_WM_BEAUTIFY_FLAG" val="#wm#"/>
  <p:tag name="KSO_WM_TAG_VERSION" val="3.0"/>
  <p:tag name="KSO_WM_UNIT_LAYERLEVEL" val="1"/>
  <p:tag name="KSO_WM_TEMPLATE_CATEGORY" val="custom"/>
  <p:tag name="KSO_WM_TEMPLATE_USER_THEME" val="1"/>
</p:tagLst>
</file>

<file path=ppt/tags/tag157.xml><?xml version="1.0" encoding="utf-8"?>
<p:tagLst xmlns:a="http://schemas.openxmlformats.org/drawingml/2006/main" xmlns:r="http://schemas.openxmlformats.org/officeDocument/2006/relationships" xmlns:p="http://schemas.openxmlformats.org/presentationml/2006/main">
  <p:tag name="KSO_WM_UNIT_ID" val="_9**"/>
  <p:tag name="KSO_WM_BEAUTIFY_FLAG" val="#wm#"/>
  <p:tag name="KSO_WM_TAG_VERSION" val="3.0"/>
  <p:tag name="KSO_WM_UNIT_LAYERLEVEL" val="1"/>
  <p:tag name="KSO_WM_TEMPLATE_CATEGORY" val="custom"/>
  <p:tag name="KSO_WM_TEMPLATE_USER_THEME" val="1"/>
</p:tagLst>
</file>

<file path=ppt/tags/tag158.xml><?xml version="1.0" encoding="utf-8"?>
<p:tagLst xmlns:a="http://schemas.openxmlformats.org/drawingml/2006/main" xmlns:r="http://schemas.openxmlformats.org/officeDocument/2006/relationships" xmlns:p="http://schemas.openxmlformats.org/presentationml/2006/main">
  <p:tag name="KSO_WM_UNIT_ID" val="_9**"/>
  <p:tag name="KSO_WM_BEAUTIFY_FLAG" val="#wm#"/>
  <p:tag name="KSO_WM_TAG_VERSION" val="3.0"/>
  <p:tag name="KSO_WM_UNIT_LAYERLEVEL" val="1"/>
  <p:tag name="KSO_WM_TEMPLATE_CATEGORY" val="custom"/>
  <p:tag name="KSO_WM_TEMPLATE_USER_THEME" val="1"/>
</p:tagLst>
</file>

<file path=ppt/tags/tag159.xml><?xml version="1.0" encoding="utf-8"?>
<p:tagLst xmlns:a="http://schemas.openxmlformats.org/drawingml/2006/main" xmlns:r="http://schemas.openxmlformats.org/officeDocument/2006/relationships" xmlns:p="http://schemas.openxmlformats.org/presentationml/2006/main">
  <p:tag name="KSO_WM_UNIT_ID" val="_9**"/>
  <p:tag name="KSO_WM_BEAUTIFY_FLAG" val="#wm#"/>
  <p:tag name="KSO_WM_TAG_VERSION" val="3.0"/>
  <p:tag name="KSO_WM_UNIT_LAYERLEVEL" val="1"/>
  <p:tag name="KSO_WM_TEMPLATE_CATEGORY" val="custom"/>
  <p:tag name="KSO_WM_TEMPLATE_USER_THEME" val="1"/>
</p:tagLst>
</file>

<file path=ppt/tags/tag160.xml><?xml version="1.0" encoding="utf-8"?>
<p:tagLst xmlns:a="http://schemas.openxmlformats.org/drawingml/2006/main" xmlns:r="http://schemas.openxmlformats.org/officeDocument/2006/relationships" xmlns:p="http://schemas.openxmlformats.org/presentationml/2006/main">
  <p:tag name="KSO_WM_UNIT_ID" val="_10**"/>
  <p:tag name="KSO_WM_BEAUTIFY_FLAG" val="#wm#"/>
  <p:tag name="KSO_WM_TAG_VERSION" val="3.0"/>
  <p:tag name="KSO_WM_UNIT_LAYERLEVEL" val="1"/>
  <p:tag name="KSO_WM_TEMPLATE_CATEGORY" val="custom"/>
  <p:tag name="KSO_WM_TEMPLATE_USER_THEME" val="1"/>
</p:tagLst>
</file>

<file path=ppt/tags/tag161.xml><?xml version="1.0" encoding="utf-8"?>
<p:tagLst xmlns:a="http://schemas.openxmlformats.org/drawingml/2006/main" xmlns:r="http://schemas.openxmlformats.org/officeDocument/2006/relationships" xmlns:p="http://schemas.openxmlformats.org/presentationml/2006/main">
  <p:tag name="KSO_WM_UNIT_ID" val="_10**"/>
  <p:tag name="KSO_WM_BEAUTIFY_FLAG" val="#wm#"/>
  <p:tag name="KSO_WM_TAG_VERSION" val="3.0"/>
  <p:tag name="KSO_WM_UNIT_LAYERLEVEL" val="1"/>
  <p:tag name="KSO_WM_TEMPLATE_CATEGORY" val="custom"/>
  <p:tag name="KSO_WM_TEMPLATE_USER_THEME" val="1"/>
</p:tagLst>
</file>

<file path=ppt/tags/tag162.xml><?xml version="1.0" encoding="utf-8"?>
<p:tagLst xmlns:a="http://schemas.openxmlformats.org/drawingml/2006/main" xmlns:r="http://schemas.openxmlformats.org/officeDocument/2006/relationships" xmlns:p="http://schemas.openxmlformats.org/presentationml/2006/main">
  <p:tag name="KSO_WM_UNIT_ID" val="_10**"/>
  <p:tag name="KSO_WM_BEAUTIFY_FLAG" val="#wm#"/>
  <p:tag name="KSO_WM_TAG_VERSION" val="3.0"/>
  <p:tag name="KSO_WM_UNIT_LAYERLEVEL" val="1"/>
  <p:tag name="KSO_WM_TEMPLATE_CATEGORY" val="custom"/>
  <p:tag name="KSO_WM_TEMPLATE_USER_THEME" val="1"/>
</p:tagLst>
</file>

<file path=ppt/tags/tag163.xml><?xml version="1.0" encoding="utf-8"?>
<p:tagLst xmlns:a="http://schemas.openxmlformats.org/drawingml/2006/main" xmlns:r="http://schemas.openxmlformats.org/officeDocument/2006/relationships" xmlns:p="http://schemas.openxmlformats.org/presentationml/2006/main">
  <p:tag name="KSO_WM_UNIT_TYPE" val="f"/>
  <p:tag name="KSO_WM_UNIT_INDEX" val="1"/>
  <p:tag name="KSO_WM_UNIT_ID" val="_10*f*1"/>
  <p:tag name="KSO_WM_BEAUTIFY_FLAG" val="#wm#"/>
  <p:tag name="KSO_WM_TAG_VERSION" val="3.0"/>
  <p:tag name="KSO_WM_UNIT_LAYERLEVEL" val="1"/>
  <p:tag name="KSO_WM_TEMPLATE_CATEGORY" val="custom"/>
  <p:tag name="KSO_WM_TEMPLATE_USER_THEME" val="1"/>
</p:tagLst>
</file>

<file path=ppt/tags/tag164.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UNIT_ID" val="_10*a*1"/>
  <p:tag name="KSO_WM_BEAUTIFY_FLAG" val="#wm#"/>
  <p:tag name="KSO_WM_TAG_VERSION" val="3.0"/>
  <p:tag name="KSO_WM_UNIT_LAYERLEVEL" val="1"/>
  <p:tag name="KSO_WM_TEMPLATE_CATEGORY" val="custom"/>
  <p:tag name="KSO_WM_TEMPLATE_USER_THEME" val="1"/>
</p:tagLst>
</file>

<file path=ppt/tags/tag165.xml><?xml version="1.0" encoding="utf-8"?>
<p:tagLst xmlns:a="http://schemas.openxmlformats.org/drawingml/2006/main" xmlns:r="http://schemas.openxmlformats.org/officeDocument/2006/relationships" xmlns:p="http://schemas.openxmlformats.org/presentationml/2006/main">
  <p:tag name="LAYOUTZORDER" val="2"/>
  <p:tag name="KSO_WM_UNIT_ID" val="_11**"/>
  <p:tag name="KSO_WM_BEAUTIFY_FLAG" val="#wm#"/>
  <p:tag name="KSO_WM_TAG_VERSION" val="3.0"/>
  <p:tag name="KSO_WM_UNIT_LAYERLEVEL" val="1"/>
  <p:tag name="KSO_WM_TEMPLATE_CATEGORY" val="custom"/>
  <p:tag name="KSO_WM_TEMPLATE_USER_THEME" val="1"/>
</p:tagLst>
</file>

<file path=ppt/tags/tag166.xml><?xml version="1.0" encoding="utf-8"?>
<p:tagLst xmlns:a="http://schemas.openxmlformats.org/drawingml/2006/main" xmlns:r="http://schemas.openxmlformats.org/officeDocument/2006/relationships" xmlns:p="http://schemas.openxmlformats.org/presentationml/2006/main">
  <p:tag name="LAYOUTZORDER" val="3"/>
  <p:tag name="KSO_WM_UNIT_ID" val="_11**"/>
  <p:tag name="KSO_WM_BEAUTIFY_FLAG" val="#wm#"/>
  <p:tag name="KSO_WM_TAG_VERSION" val="3.0"/>
  <p:tag name="KSO_WM_UNIT_LAYERLEVEL" val="1"/>
  <p:tag name="KSO_WM_TEMPLATE_CATEGORY" val="custom"/>
  <p:tag name="KSO_WM_TEMPLATE_USER_THEME" val="1"/>
</p:tagLst>
</file>

<file path=ppt/tags/tag167.xml><?xml version="1.0" encoding="utf-8"?>
<p:tagLst xmlns:a="http://schemas.openxmlformats.org/drawingml/2006/main" xmlns:r="http://schemas.openxmlformats.org/officeDocument/2006/relationships" xmlns:p="http://schemas.openxmlformats.org/presentationml/2006/main">
  <p:tag name="LAYOUTZORDER" val="6"/>
  <p:tag name="KSO_WM_UNIT_ID" val="_11**"/>
  <p:tag name="KSO_WM_BEAUTIFY_FLAG" val="#wm#"/>
  <p:tag name="KSO_WM_TAG_VERSION" val="3.0"/>
  <p:tag name="KSO_WM_UNIT_LAYERLEVEL" val="1"/>
  <p:tag name="KSO_WM_TEMPLATE_CATEGORY" val="custom"/>
  <p:tag name="KSO_WM_TEMPLATE_USER_THEME" val="1"/>
</p:tagLst>
</file>

<file path=ppt/tags/tag168.xml><?xml version="1.0" encoding="utf-8"?>
<p:tagLst xmlns:a="http://schemas.openxmlformats.org/drawingml/2006/main" xmlns:r="http://schemas.openxmlformats.org/officeDocument/2006/relationships" xmlns:p="http://schemas.openxmlformats.org/presentationml/2006/main">
  <p:tag name="LAYOUTZORDER" val="7"/>
  <p:tag name="KSO_WM_UNIT_ID" val="_11**"/>
  <p:tag name="KSO_WM_BEAUTIFY_FLAG" val="#wm#"/>
  <p:tag name="KSO_WM_TAG_VERSION" val="3.0"/>
  <p:tag name="KSO_WM_UNIT_LAYERLEVEL" val="1"/>
  <p:tag name="KSO_WM_TEMPLATE_CATEGORY" val="custom"/>
  <p:tag name="KSO_WM_TEMPLATE_USER_THEME" val="1"/>
</p:tagLst>
</file>

<file path=ppt/tags/tag169.xml><?xml version="1.0" encoding="utf-8"?>
<p:tagLst xmlns:a="http://schemas.openxmlformats.org/drawingml/2006/main" xmlns:r="http://schemas.openxmlformats.org/officeDocument/2006/relationships" xmlns:p="http://schemas.openxmlformats.org/presentationml/2006/main">
  <p:tag name="LAYOUTZORDER" val="8"/>
  <p:tag name="KSO_WM_UNIT_ID" val="_11**"/>
  <p:tag name="KSO_WM_BEAUTIFY_FLAG" val="#wm#"/>
  <p:tag name="KSO_WM_TAG_VERSION" val="3.0"/>
  <p:tag name="KSO_WM_UNIT_LAYERLEVEL" val="1"/>
  <p:tag name="KSO_WM_TEMPLATE_CATEGORY" val="custom"/>
  <p:tag name="KSO_WM_TEMPLATE_USER_THEME" val="1"/>
</p:tagLst>
</file>

<file path=ppt/tags/tag170.xml><?xml version="1.0" encoding="utf-8"?>
<p:tagLst xmlns:a="http://schemas.openxmlformats.org/drawingml/2006/main" xmlns:r="http://schemas.openxmlformats.org/officeDocument/2006/relationships" xmlns:p="http://schemas.openxmlformats.org/presentationml/2006/main">
  <p:tag name="LAYOUTZORDER" val="9"/>
  <p:tag name="KSO_WM_UNIT_ID" val="_11**"/>
  <p:tag name="KSO_WM_BEAUTIFY_FLAG" val="#wm#"/>
  <p:tag name="KSO_WM_TAG_VERSION" val="3.0"/>
  <p:tag name="KSO_WM_UNIT_LAYERLEVEL" val="1"/>
  <p:tag name="KSO_WM_TEMPLATE_CATEGORY" val="custom"/>
  <p:tag name="KSO_WM_TEMPLATE_USER_THEME" val="1"/>
</p:tagLst>
</file>

<file path=ppt/tags/tag171.xml><?xml version="1.0" encoding="utf-8"?>
<p:tagLst xmlns:a="http://schemas.openxmlformats.org/drawingml/2006/main" xmlns:r="http://schemas.openxmlformats.org/officeDocument/2006/relationships" xmlns:p="http://schemas.openxmlformats.org/presentationml/2006/main">
  <p:tag name="LAYOUTZORDER" val="10"/>
  <p:tag name="KSO_WM_UNIT_ID" val="_11**"/>
  <p:tag name="KSO_WM_BEAUTIFY_FLAG" val="#wm#"/>
  <p:tag name="KSO_WM_TAG_VERSION" val="3.0"/>
  <p:tag name="KSO_WM_UNIT_LAYERLEVEL" val="1"/>
  <p:tag name="KSO_WM_TEMPLATE_CATEGORY" val="custom"/>
  <p:tag name="KSO_WM_TEMPLATE_USER_THEME" val="1"/>
</p:tagLst>
</file>

<file path=ppt/tags/tag172.xml><?xml version="1.0" encoding="utf-8"?>
<p:tagLst xmlns:a="http://schemas.openxmlformats.org/drawingml/2006/main" xmlns:r="http://schemas.openxmlformats.org/officeDocument/2006/relationships" xmlns:p="http://schemas.openxmlformats.org/presentationml/2006/main">
  <p:tag name="LAYOUTZORDER" val="11"/>
  <p:tag name="KSO_WM_UNIT_ID" val="_11**"/>
  <p:tag name="KSO_WM_BEAUTIFY_FLAG" val="#wm#"/>
  <p:tag name="KSO_WM_TAG_VERSION" val="3.0"/>
  <p:tag name="KSO_WM_UNIT_LAYERLEVEL" val="1"/>
  <p:tag name="KSO_WM_TEMPLATE_CATEGORY" val="custom"/>
  <p:tag name="KSO_WM_TEMPLATE_USER_THEME" val="1"/>
</p:tagLst>
</file>

<file path=ppt/tags/tag173.xml><?xml version="1.0" encoding="utf-8"?>
<p:tagLst xmlns:a="http://schemas.openxmlformats.org/drawingml/2006/main" xmlns:r="http://schemas.openxmlformats.org/officeDocument/2006/relationships" xmlns:p="http://schemas.openxmlformats.org/presentationml/2006/main">
  <p:tag name="LAYOUTZORDER" val="12"/>
  <p:tag name="KSO_WM_UNIT_ID" val="_11**"/>
  <p:tag name="KSO_WM_BEAUTIFY_FLAG" val="#wm#"/>
  <p:tag name="KSO_WM_TAG_VERSION" val="3.0"/>
  <p:tag name="KSO_WM_UNIT_LAYERLEVEL" val="1"/>
  <p:tag name="KSO_WM_TEMPLATE_CATEGORY" val="custom"/>
  <p:tag name="KSO_WM_TEMPLATE_USER_THEME" val="1"/>
</p:tagLst>
</file>

<file path=ppt/tags/tag174.xml><?xml version="1.0" encoding="utf-8"?>
<p:tagLst xmlns:a="http://schemas.openxmlformats.org/drawingml/2006/main" xmlns:r="http://schemas.openxmlformats.org/officeDocument/2006/relationships" xmlns:p="http://schemas.openxmlformats.org/presentationml/2006/main">
  <p:tag name="LAYOUTZORDER" val="13"/>
  <p:tag name="KSO_WM_UNIT_ID" val="_11**"/>
  <p:tag name="KSO_WM_BEAUTIFY_FLAG" val="#wm#"/>
  <p:tag name="KSO_WM_TAG_VERSION" val="3.0"/>
  <p:tag name="KSO_WM_UNIT_LAYERLEVEL" val="1"/>
  <p:tag name="KSO_WM_TEMPLATE_CATEGORY" val="custom"/>
  <p:tag name="KSO_WM_TEMPLATE_USER_THEME" val="1"/>
</p:tagLst>
</file>

<file path=ppt/tags/tag175.xml><?xml version="1.0" encoding="utf-8"?>
<p:tagLst xmlns:a="http://schemas.openxmlformats.org/drawingml/2006/main" xmlns:r="http://schemas.openxmlformats.org/officeDocument/2006/relationships" xmlns:p="http://schemas.openxmlformats.org/presentationml/2006/main">
  <p:tag name="LAYOUTZORDER" val="14"/>
  <p:tag name="KSO_WM_UNIT_ID" val="_11**"/>
  <p:tag name="KSO_WM_BEAUTIFY_FLAG" val="#wm#"/>
  <p:tag name="KSO_WM_TAG_VERSION" val="3.0"/>
  <p:tag name="KSO_WM_UNIT_LAYERLEVEL" val="1"/>
  <p:tag name="KSO_WM_TEMPLATE_CATEGORY" val="custom"/>
  <p:tag name="KSO_WM_TEMPLATE_USER_THEME" val="1"/>
</p:tagLst>
</file>

<file path=ppt/tags/tag176.xml><?xml version="1.0" encoding="utf-8"?>
<p:tagLst xmlns:a="http://schemas.openxmlformats.org/drawingml/2006/main" xmlns:r="http://schemas.openxmlformats.org/officeDocument/2006/relationships" xmlns:p="http://schemas.openxmlformats.org/presentationml/2006/main">
  <p:tag name="LAYOUTZORDER" val="15"/>
  <p:tag name="KSO_WM_UNIT_ID" val="_11**"/>
  <p:tag name="KSO_WM_BEAUTIFY_FLAG" val="#wm#"/>
  <p:tag name="KSO_WM_TAG_VERSION" val="3.0"/>
  <p:tag name="KSO_WM_UNIT_LAYERLEVEL" val="1"/>
  <p:tag name="KSO_WM_TEMPLATE_CATEGORY" val="custom"/>
  <p:tag name="KSO_WM_TEMPLATE_USER_THEME" val="1"/>
</p:tagLst>
</file>

<file path=ppt/tags/tag177.xml><?xml version="1.0" encoding="utf-8"?>
<p:tagLst xmlns:a="http://schemas.openxmlformats.org/drawingml/2006/main" xmlns:r="http://schemas.openxmlformats.org/officeDocument/2006/relationships" xmlns:p="http://schemas.openxmlformats.org/presentationml/2006/main">
  <p:tag name="LAYOUTZORDER" val="16"/>
  <p:tag name="KSO_WM_UNIT_ID" val="_11**"/>
  <p:tag name="KSO_WM_BEAUTIFY_FLAG" val="#wm#"/>
  <p:tag name="KSO_WM_TAG_VERSION" val="3.0"/>
  <p:tag name="KSO_WM_UNIT_LAYERLEVEL" val="1"/>
  <p:tag name="KSO_WM_TEMPLATE_CATEGORY" val="custom"/>
  <p:tag name="KSO_WM_TEMPLATE_USER_THEME" val="1"/>
</p:tagLst>
</file>

<file path=ppt/tags/tag178.xml><?xml version="1.0" encoding="utf-8"?>
<p:tagLst xmlns:a="http://schemas.openxmlformats.org/drawingml/2006/main" xmlns:r="http://schemas.openxmlformats.org/officeDocument/2006/relationships" xmlns:p="http://schemas.openxmlformats.org/presentationml/2006/main">
  <p:tag name="LAYOUTZORDER" val="17"/>
  <p:tag name="KSO_WM_UNIT_ID" val="_11**"/>
  <p:tag name="KSO_WM_BEAUTIFY_FLAG" val="#wm#"/>
  <p:tag name="KSO_WM_TAG_VERSION" val="3.0"/>
  <p:tag name="KSO_WM_UNIT_LAYERLEVEL" val="1"/>
  <p:tag name="KSO_WM_TEMPLATE_CATEGORY" val="custom"/>
  <p:tag name="KSO_WM_TEMPLATE_USER_THEME" val="1"/>
</p:tagLst>
</file>

<file path=ppt/tags/tag179.xml><?xml version="1.0" encoding="utf-8"?>
<p:tagLst xmlns:a="http://schemas.openxmlformats.org/drawingml/2006/main" xmlns:r="http://schemas.openxmlformats.org/officeDocument/2006/relationships" xmlns:p="http://schemas.openxmlformats.org/presentationml/2006/main">
  <p:tag name="LAYOUTZORDER" val="18"/>
  <p:tag name="KSO_WM_UNIT_ID" val="_11**"/>
  <p:tag name="KSO_WM_BEAUTIFY_FLAG" val="#wm#"/>
  <p:tag name="KSO_WM_TAG_VERSION" val="3.0"/>
  <p:tag name="KSO_WM_UNIT_LAYERLEVEL" val="1"/>
  <p:tag name="KSO_WM_TEMPLATE_CATEGORY" val="custom"/>
  <p:tag name="KSO_WM_TEMPLATE_USER_THEME" val="1"/>
</p:tagLst>
</file>

<file path=ppt/tags/tag180.xml><?xml version="1.0" encoding="utf-8"?>
<p:tagLst xmlns:a="http://schemas.openxmlformats.org/drawingml/2006/main" xmlns:r="http://schemas.openxmlformats.org/officeDocument/2006/relationships" xmlns:p="http://schemas.openxmlformats.org/presentationml/2006/main">
  <p:tag name="LAYOUTZORDER" val="19"/>
  <p:tag name="KSO_WM_UNIT_ID" val="_11**"/>
  <p:tag name="KSO_WM_BEAUTIFY_FLAG" val="#wm#"/>
  <p:tag name="KSO_WM_TAG_VERSION" val="3.0"/>
  <p:tag name="KSO_WM_UNIT_LAYERLEVEL" val="1"/>
  <p:tag name="KSO_WM_TEMPLATE_CATEGORY" val="custom"/>
  <p:tag name="KSO_WM_TEMPLATE_USER_THEME" val="1"/>
</p:tagLst>
</file>

<file path=ppt/tags/tag181.xml><?xml version="1.0" encoding="utf-8"?>
<p:tagLst xmlns:a="http://schemas.openxmlformats.org/drawingml/2006/main" xmlns:r="http://schemas.openxmlformats.org/officeDocument/2006/relationships" xmlns:p="http://schemas.openxmlformats.org/presentationml/2006/main">
  <p:tag name="LAYOUTZORDER" val="20"/>
  <p:tag name="KSO_WM_UNIT_ID" val="_11**"/>
  <p:tag name="KSO_WM_BEAUTIFY_FLAG" val="#wm#"/>
  <p:tag name="KSO_WM_TAG_VERSION" val="3.0"/>
  <p:tag name="KSO_WM_UNIT_LAYERLEVEL" val="1"/>
  <p:tag name="KSO_WM_TEMPLATE_CATEGORY" val="custom"/>
  <p:tag name="KSO_WM_TEMPLATE_USER_THEME" val="1"/>
</p:tagLst>
</file>

<file path=ppt/tags/tag182.xml><?xml version="1.0" encoding="utf-8"?>
<p:tagLst xmlns:a="http://schemas.openxmlformats.org/drawingml/2006/main" xmlns:r="http://schemas.openxmlformats.org/officeDocument/2006/relationships" xmlns:p="http://schemas.openxmlformats.org/presentationml/2006/main">
  <p:tag name="LAYOUTZORDER" val="21"/>
  <p:tag name="KSO_WM_UNIT_ID" val="_11**"/>
  <p:tag name="KSO_WM_BEAUTIFY_FLAG" val="#wm#"/>
  <p:tag name="KSO_WM_TAG_VERSION" val="3.0"/>
  <p:tag name="KSO_WM_UNIT_LAYERLEVEL" val="1"/>
  <p:tag name="KSO_WM_TEMPLATE_CATEGORY" val="custom"/>
  <p:tag name="KSO_WM_TEMPLATE_USER_THEME" val="1"/>
</p:tagLst>
</file>

<file path=ppt/tags/tag183.xml><?xml version="1.0" encoding="utf-8"?>
<p:tagLst xmlns:a="http://schemas.openxmlformats.org/drawingml/2006/main" xmlns:r="http://schemas.openxmlformats.org/officeDocument/2006/relationships" xmlns:p="http://schemas.openxmlformats.org/presentationml/2006/main">
  <p:tag name="LAYOUTZORDER" val="22"/>
  <p:tag name="KSO_WM_UNIT_ID" val="_11**"/>
  <p:tag name="KSO_WM_BEAUTIFY_FLAG" val="#wm#"/>
  <p:tag name="KSO_WM_TAG_VERSION" val="3.0"/>
  <p:tag name="KSO_WM_UNIT_LAYERLEVEL" val="1"/>
  <p:tag name="KSO_WM_TEMPLATE_CATEGORY" val="custom"/>
  <p:tag name="KSO_WM_TEMPLATE_USER_THEME" val="1"/>
</p:tagLst>
</file>

<file path=ppt/tags/tag184.xml><?xml version="1.0" encoding="utf-8"?>
<p:tagLst xmlns:a="http://schemas.openxmlformats.org/drawingml/2006/main" xmlns:r="http://schemas.openxmlformats.org/officeDocument/2006/relationships" xmlns:p="http://schemas.openxmlformats.org/presentationml/2006/main">
  <p:tag name="LAYOUTZORDER" val="23"/>
  <p:tag name="KSO_WM_UNIT_ID" val="_11**"/>
  <p:tag name="KSO_WM_BEAUTIFY_FLAG" val="#wm#"/>
  <p:tag name="KSO_WM_TAG_VERSION" val="3.0"/>
  <p:tag name="KSO_WM_UNIT_LAYERLEVEL" val="1"/>
  <p:tag name="KSO_WM_TEMPLATE_CATEGORY" val="custom"/>
  <p:tag name="KSO_WM_TEMPLATE_USER_THEME" val="1"/>
</p:tagLst>
</file>

<file path=ppt/tags/tag185.xml><?xml version="1.0" encoding="utf-8"?>
<p:tagLst xmlns:a="http://schemas.openxmlformats.org/drawingml/2006/main" xmlns:r="http://schemas.openxmlformats.org/officeDocument/2006/relationships" xmlns:p="http://schemas.openxmlformats.org/presentationml/2006/main">
  <p:tag name="LAYOUTZORDER" val="24"/>
  <p:tag name="KSO_WM_UNIT_ID" val="_11**"/>
  <p:tag name="KSO_WM_BEAUTIFY_FLAG" val="#wm#"/>
  <p:tag name="KSO_WM_TAG_VERSION" val="3.0"/>
  <p:tag name="KSO_WM_UNIT_LAYERLEVEL" val="1"/>
  <p:tag name="KSO_WM_TEMPLATE_CATEGORY" val="custom"/>
  <p:tag name="KSO_WM_TEMPLATE_USER_THEME" val="1"/>
</p:tagLst>
</file>

<file path=ppt/tags/tag186.xml><?xml version="1.0" encoding="utf-8"?>
<p:tagLst xmlns:a="http://schemas.openxmlformats.org/drawingml/2006/main" xmlns:r="http://schemas.openxmlformats.org/officeDocument/2006/relationships" xmlns:p="http://schemas.openxmlformats.org/presentationml/2006/main">
  <p:tag name="LAYOUTZORDER" val="25"/>
  <p:tag name="KSO_WM_UNIT_ID" val="_11**"/>
  <p:tag name="KSO_WM_BEAUTIFY_FLAG" val="#wm#"/>
  <p:tag name="KSO_WM_TAG_VERSION" val="3.0"/>
  <p:tag name="KSO_WM_UNIT_LAYERLEVEL" val="1"/>
  <p:tag name="KSO_WM_TEMPLATE_CATEGORY" val="custom"/>
  <p:tag name="KSO_WM_TEMPLATE_USER_THEME" val="1"/>
</p:tagLst>
</file>

<file path=ppt/tags/tag187.xml><?xml version="1.0" encoding="utf-8"?>
<p:tagLst xmlns:a="http://schemas.openxmlformats.org/drawingml/2006/main" xmlns:r="http://schemas.openxmlformats.org/officeDocument/2006/relationships" xmlns:p="http://schemas.openxmlformats.org/presentationml/2006/main">
  <p:tag name="LAYOUTZORDER" val="26"/>
  <p:tag name="KSO_WM_UNIT_ID" val="_11**"/>
  <p:tag name="KSO_WM_BEAUTIFY_FLAG" val="#wm#"/>
  <p:tag name="KSO_WM_TAG_VERSION" val="3.0"/>
  <p:tag name="KSO_WM_UNIT_LAYERLEVEL" val="1"/>
  <p:tag name="KSO_WM_TEMPLATE_CATEGORY" val="custom"/>
  <p:tag name="KSO_WM_TEMPLATE_USER_THEME" val="1"/>
</p:tagLst>
</file>

<file path=ppt/tags/tag188.xml><?xml version="1.0" encoding="utf-8"?>
<p:tagLst xmlns:a="http://schemas.openxmlformats.org/drawingml/2006/main" xmlns:r="http://schemas.openxmlformats.org/officeDocument/2006/relationships" xmlns:p="http://schemas.openxmlformats.org/presentationml/2006/main">
  <p:tag name="LAYOUTZORDER" val="27"/>
  <p:tag name="KSO_WM_UNIT_ID" val="_11**"/>
  <p:tag name="KSO_WM_BEAUTIFY_FLAG" val="#wm#"/>
  <p:tag name="KSO_WM_TAG_VERSION" val="3.0"/>
  <p:tag name="KSO_WM_UNIT_LAYERLEVEL" val="1"/>
  <p:tag name="KSO_WM_TEMPLATE_CATEGORY" val="custom"/>
  <p:tag name="KSO_WM_TEMPLATE_USER_THEME" val="1"/>
</p:tagLst>
</file>

<file path=ppt/tags/tag189.xml><?xml version="1.0" encoding="utf-8"?>
<p:tagLst xmlns:a="http://schemas.openxmlformats.org/drawingml/2006/main" xmlns:r="http://schemas.openxmlformats.org/officeDocument/2006/relationships" xmlns:p="http://schemas.openxmlformats.org/presentationml/2006/main">
  <p:tag name="LAYOUTZORDER" val="28"/>
  <p:tag name="KSO_WM_UNIT_ID" val="_11**"/>
  <p:tag name="KSO_WM_BEAUTIFY_FLAG" val="#wm#"/>
  <p:tag name="KSO_WM_TAG_VERSION" val="3.0"/>
  <p:tag name="KSO_WM_UNIT_LAYERLEVEL" val="1"/>
  <p:tag name="KSO_WM_TEMPLATE_CATEGORY" val="custom"/>
  <p:tag name="KSO_WM_TEMPLATE_USER_THEME" val="1"/>
</p:tagLst>
</file>

<file path=ppt/tags/tag190.xml><?xml version="1.0" encoding="utf-8"?>
<p:tagLst xmlns:a="http://schemas.openxmlformats.org/drawingml/2006/main" xmlns:r="http://schemas.openxmlformats.org/officeDocument/2006/relationships" xmlns:p="http://schemas.openxmlformats.org/presentationml/2006/main">
  <p:tag name="LAYOUTZORDER" val="29"/>
  <p:tag name="KSO_WM_UNIT_ID" val="_11**"/>
  <p:tag name="KSO_WM_BEAUTIFY_FLAG" val="#wm#"/>
  <p:tag name="KSO_WM_TAG_VERSION" val="3.0"/>
  <p:tag name="KSO_WM_UNIT_LAYERLEVEL" val="1"/>
  <p:tag name="KSO_WM_TEMPLATE_CATEGORY" val="custom"/>
  <p:tag name="KSO_WM_TEMPLATE_USER_THEME" val="1"/>
</p:tagLst>
</file>

<file path=ppt/tags/tag191.xml><?xml version="1.0" encoding="utf-8"?>
<p:tagLst xmlns:a="http://schemas.openxmlformats.org/drawingml/2006/main" xmlns:r="http://schemas.openxmlformats.org/officeDocument/2006/relationships" xmlns:p="http://schemas.openxmlformats.org/presentationml/2006/main">
  <p:tag name="LAYOUTZORDER" val="30"/>
  <p:tag name="KSO_WM_UNIT_ID" val="_11**"/>
  <p:tag name="KSO_WM_BEAUTIFY_FLAG" val="#wm#"/>
  <p:tag name="KSO_WM_TAG_VERSION" val="3.0"/>
  <p:tag name="KSO_WM_UNIT_LAYERLEVEL" val="1"/>
  <p:tag name="KSO_WM_TEMPLATE_CATEGORY" val="custom"/>
  <p:tag name="KSO_WM_TEMPLATE_USER_THEME" val="1"/>
</p:tagLst>
</file>

<file path=ppt/tags/tag192.xml><?xml version="1.0" encoding="utf-8"?>
<p:tagLst xmlns:a="http://schemas.openxmlformats.org/drawingml/2006/main" xmlns:r="http://schemas.openxmlformats.org/officeDocument/2006/relationships" xmlns:p="http://schemas.openxmlformats.org/presentationml/2006/main">
  <p:tag name="LAYOUTZORDER" val="31"/>
  <p:tag name="KSO_WM_UNIT_ID" val="_11**"/>
  <p:tag name="KSO_WM_BEAUTIFY_FLAG" val="#wm#"/>
  <p:tag name="KSO_WM_TAG_VERSION" val="3.0"/>
  <p:tag name="KSO_WM_UNIT_LAYERLEVEL" val="1"/>
  <p:tag name="KSO_WM_TEMPLATE_CATEGORY" val="custom"/>
  <p:tag name="KSO_WM_TEMPLATE_USER_THEME" val="1"/>
</p:tagLst>
</file>

<file path=ppt/tags/tag193.xml><?xml version="1.0" encoding="utf-8"?>
<p:tagLst xmlns:a="http://schemas.openxmlformats.org/drawingml/2006/main" xmlns:r="http://schemas.openxmlformats.org/officeDocument/2006/relationships" xmlns:p="http://schemas.openxmlformats.org/presentationml/2006/main">
  <p:tag name="LAYOUTZORDER" val="32"/>
  <p:tag name="KSO_WM_UNIT_ID" val="_11**"/>
  <p:tag name="KSO_WM_BEAUTIFY_FLAG" val="#wm#"/>
  <p:tag name="KSO_WM_TAG_VERSION" val="3.0"/>
  <p:tag name="KSO_WM_UNIT_LAYERLEVEL" val="1"/>
  <p:tag name="KSO_WM_TEMPLATE_CATEGORY" val="custom"/>
  <p:tag name="KSO_WM_TEMPLATE_USER_THEME" val="1"/>
</p:tagLst>
</file>

<file path=ppt/tags/tag194.xml><?xml version="1.0" encoding="utf-8"?>
<p:tagLst xmlns:a="http://schemas.openxmlformats.org/drawingml/2006/main" xmlns:r="http://schemas.openxmlformats.org/officeDocument/2006/relationships" xmlns:p="http://schemas.openxmlformats.org/presentationml/2006/main">
  <p:tag name="LAYOUTZORDER" val="33"/>
  <p:tag name="KSO_WM_UNIT_ID" val="_11**"/>
  <p:tag name="KSO_WM_BEAUTIFY_FLAG" val="#wm#"/>
  <p:tag name="KSO_WM_TAG_VERSION" val="3.0"/>
  <p:tag name="KSO_WM_UNIT_LAYERLEVEL" val="1"/>
  <p:tag name="KSO_WM_TEMPLATE_CATEGORY" val="custom"/>
  <p:tag name="KSO_WM_TEMPLATE_USER_THEME" val="1"/>
</p:tagLst>
</file>

<file path=ppt/tags/tag1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 name="KSO_WM_TEMPLATE_CATEGORY" val="custom"/>
  <p:tag name="KSO_WM_TEMPLATE_USER_THEME" val="1"/>
</p:tagLst>
</file>

<file path=ppt/tags/tag1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 name="KSO_WM_TEMPLATE_CATEGORY" val="custom"/>
  <p:tag name="KSO_WM_TEMPLATE_USER_THEME" val="1"/>
</p:tagLst>
</file>

<file path=ppt/tags/tag197.xml><?xml version="1.0" encoding="utf-8"?>
<p:tagLst xmlns:a="http://schemas.openxmlformats.org/drawingml/2006/main" xmlns:r="http://schemas.openxmlformats.org/officeDocument/2006/relationships" xmlns:p="http://schemas.openxmlformats.org/presentationml/2006/main">
  <p:tag name="KSO_WM_SLIDE_TYPE" val="title"/>
  <p:tag name="KSO_WM_TEMPLATE_THUMBS_INDEX" val="1、9"/>
  <p:tag name="KSO_WM_BEAUTIFY_FLAG" val="#wm#"/>
  <p:tag name="KSO_WM_TEMPLATE_CATEGORY" val="custom"/>
  <p:tag name="KSO_WM_TEMPLATE_USER_THEME" val="1"/>
  <p:tag name="KSO_WM_SLIDE_INDEX" val="1"/>
  <p:tag name="KSO_WM_SLIDE_ID" val="custom_1"/>
  <p:tag name="KSO_WM_TEMPLATE_SUBCATEGORY" val="29"/>
  <p:tag name="KSO_WM_SLIDE_LAYOUT" val="a_b_f"/>
  <p:tag name="KSO_WM_SLIDE_LAYOUT_CNT" val="1_1_1"/>
</p:tagLst>
</file>

<file path=ppt/tags/tag198.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UNIT_SUBTYPE" val=""/>
  <p:tag name="KSO_WM_UNIT_PRESET_TEXT" val="单击添加文档标题"/>
  <p:tag name="KSO_WM_UNIT_ID" val="custom_1*a*1"/>
  <p:tag name="KSO_WM_BEAUTIFY_FLAG" val="#wm#"/>
  <p:tag name="KSO_WM_TAG_VERSION" val="3.0"/>
  <p:tag name="KSO_WM_UNIT_LAYERLEVEL" val="1"/>
  <p:tag name="KSO_WM_TEMPLATE_CATEGORY" val="custom"/>
  <p:tag name="KSO_WM_TEMPLATE_USER_THEME" val="1"/>
</p:tagLst>
</file>

<file path=ppt/tags/tag199.xml><?xml version="1.0" encoding="utf-8"?>
<p:tagLst xmlns:a="http://schemas.openxmlformats.org/drawingml/2006/main" xmlns:r="http://schemas.openxmlformats.org/officeDocument/2006/relationships" xmlns:p="http://schemas.openxmlformats.org/presentationml/2006/main">
  <p:tag name="KSO_WM_UNIT_TYPE" val="f"/>
  <p:tag name="KSO_WM_UNIT_INDEX" val="4"/>
  <p:tag name="KSO_WM_UNIT_SUBTYPE" val="b"/>
  <p:tag name="KSO_WM_UNIT_PRESET_TEXT" val="汇报人：WPS"/>
  <p:tag name="KSO_WM_UNIT_ID" val="custom_1*f*4"/>
  <p:tag name="KSO_WM_BEAUTIFY_FLAG" val="#wm#"/>
  <p:tag name="KSO_WM_TAG_VERSION" val="3.0"/>
  <p:tag name="KSO_WM_UNIT_LAYERLEVEL" val="1"/>
  <p:tag name="KSO_WM_TEMPLATE_CATEGORY" val="custom"/>
  <p:tag name="KSO_WM_TEMPLATE_USER_THEME" val="1"/>
</p:tagLst>
</file>

<file path=ppt/tags/tag200.xml><?xml version="1.0" encoding="utf-8"?>
<p:tagLst xmlns:a="http://schemas.openxmlformats.org/drawingml/2006/main" xmlns:r="http://schemas.openxmlformats.org/officeDocument/2006/relationships" xmlns:p="http://schemas.openxmlformats.org/presentationml/2006/main">
  <p:tag name="KSO_WM_DIAGRAM_VIRTUALLY_FRAME" val="{&quot;height&quot;:414.61854330708667,&quot;left&quot;:32.30681102362204,&quot;top&quot;:98.49527559055119,&quot;width&quot;:897.3051574803151}"/>
</p:tagLst>
</file>

<file path=ppt/tags/tag201.xml><?xml version="1.0" encoding="utf-8"?>
<p:tagLst xmlns:a="http://schemas.openxmlformats.org/drawingml/2006/main" xmlns:r="http://schemas.openxmlformats.org/officeDocument/2006/relationships" xmlns:p="http://schemas.openxmlformats.org/presentationml/2006/main">
  <p:tag name="KSO_WM_DIAGRAM_VIRTUALLY_FRAME" val="{&quot;height&quot;:414.61854330708667,&quot;left&quot;:32.30681102362204,&quot;top&quot;:98.49527559055119,&quot;width&quot;:897.3051574803151}"/>
</p:tagLst>
</file>

<file path=ppt/tags/tag202.xml><?xml version="1.0" encoding="utf-8"?>
<p:tagLst xmlns:a="http://schemas.openxmlformats.org/drawingml/2006/main" xmlns:r="http://schemas.openxmlformats.org/officeDocument/2006/relationships" xmlns:p="http://schemas.openxmlformats.org/presentationml/2006/main">
  <p:tag name="KSO_WM_DIAGRAM_VIRTUALLY_FRAME" val="{&quot;height&quot;:414.61854330708667,&quot;left&quot;:32.30681102362204,&quot;top&quot;:98.49527559055119,&quot;width&quot;:897.3051574803151}"/>
</p:tagLst>
</file>

<file path=ppt/tags/tag203.xml><?xml version="1.0" encoding="utf-8"?>
<p:tagLst xmlns:a="http://schemas.openxmlformats.org/drawingml/2006/main" xmlns:r="http://schemas.openxmlformats.org/officeDocument/2006/relationships" xmlns:p="http://schemas.openxmlformats.org/presentationml/2006/main">
  <p:tag name="KSO_WM_DIAGRAM_VIRTUALLY_FRAME" val="{&quot;height&quot;:414.61854330708667,&quot;left&quot;:32.30681102362204,&quot;top&quot;:98.49527559055119,&quot;width&quot;:897.3051574803151}"/>
</p:tagLst>
</file>

<file path=ppt/tags/tag204.xml><?xml version="1.0" encoding="utf-8"?>
<p:tagLst xmlns:a="http://schemas.openxmlformats.org/drawingml/2006/main" xmlns:r="http://schemas.openxmlformats.org/officeDocument/2006/relationships" xmlns:p="http://schemas.openxmlformats.org/presentationml/2006/main">
  <p:tag name="KSO_WM_DIAGRAM_VIRTUALLY_FRAME" val="{&quot;height&quot;:414.61854330708667,&quot;left&quot;:32.30681102362204,&quot;top&quot;:98.49527559055119,&quot;width&quot;:897.3051574803151}"/>
</p:tagLst>
</file>

<file path=ppt/tags/tag205.xml><?xml version="1.0" encoding="utf-8"?>
<p:tagLst xmlns:a="http://schemas.openxmlformats.org/drawingml/2006/main" xmlns:r="http://schemas.openxmlformats.org/officeDocument/2006/relationships" xmlns:p="http://schemas.openxmlformats.org/presentationml/2006/main">
  <p:tag name="KSO_WM_DIAGRAM_VIRTUALLY_FRAME" val="{&quot;height&quot;:414.61854330708667,&quot;left&quot;:32.30681102362204,&quot;top&quot;:98.49527559055119,&quot;width&quot;:897.3051574803151}"/>
</p:tagLst>
</file>

<file path=ppt/tags/tag206.xml><?xml version="1.0" encoding="utf-8"?>
<p:tagLst xmlns:a="http://schemas.openxmlformats.org/drawingml/2006/main" xmlns:r="http://schemas.openxmlformats.org/officeDocument/2006/relationships" xmlns:p="http://schemas.openxmlformats.org/presentationml/2006/main">
  <p:tag name="KSO_WM_DIAGRAM_VIRTUALLY_FRAME" val="{&quot;height&quot;:414.61854330708667,&quot;left&quot;:32.30681102362204,&quot;top&quot;:98.49527559055119,&quot;width&quot;:897.3051574803151}"/>
</p:tagLst>
</file>

<file path=ppt/tags/tag207.xml><?xml version="1.0" encoding="utf-8"?>
<p:tagLst xmlns:a="http://schemas.openxmlformats.org/drawingml/2006/main" xmlns:r="http://schemas.openxmlformats.org/officeDocument/2006/relationships" xmlns:p="http://schemas.openxmlformats.org/presentationml/2006/main">
  <p:tag name="KSO_WM_DIAGRAM_VIRTUALLY_FRAME" val="{&quot;height&quot;:414.61854330708667,&quot;left&quot;:32.30681102362204,&quot;top&quot;:98.49527559055119,&quot;width&quot;:897.3051574803151}"/>
</p:tagLst>
</file>

<file path=ppt/tags/tag208.xml><?xml version="1.0" encoding="utf-8"?>
<p:tagLst xmlns:a="http://schemas.openxmlformats.org/drawingml/2006/main" xmlns:r="http://schemas.openxmlformats.org/officeDocument/2006/relationships" xmlns:p="http://schemas.openxmlformats.org/presentationml/2006/main">
  <p:tag name="KSO_WM_DIAGRAM_VIRTUALLY_FRAME" val="{&quot;height&quot;:414.61854330708667,&quot;left&quot;:32.30681102362204,&quot;top&quot;:98.49527559055119,&quot;width&quot;:897.3051574803151}"/>
</p:tagLst>
</file>

<file path=ppt/tags/tag209.xml><?xml version="1.0" encoding="utf-8"?>
<p:tagLst xmlns:a="http://schemas.openxmlformats.org/drawingml/2006/main" xmlns:r="http://schemas.openxmlformats.org/officeDocument/2006/relationships" xmlns:p="http://schemas.openxmlformats.org/presentationml/2006/main">
  <p:tag name="KSO_WM_DIAGRAM_VIRTUALLY_FRAME" val="{&quot;height&quot;:414.61854330708667,&quot;left&quot;:32.30681102362204,&quot;top&quot;:98.49527559055119,&quot;width&quot;:897.3051574803151}"/>
</p:tagLst>
</file>

<file path=ppt/tags/tag210.xml><?xml version="1.0" encoding="utf-8"?>
<p:tagLst xmlns:a="http://schemas.openxmlformats.org/drawingml/2006/main" xmlns:r="http://schemas.openxmlformats.org/officeDocument/2006/relationships" xmlns:p="http://schemas.openxmlformats.org/presentationml/2006/main">
  <p:tag name="KSO_WM_DIAGRAM_VIRTUALLY_FRAME" val="{&quot;height&quot;:414.61854330708667,&quot;left&quot;:32.30681102362204,&quot;top&quot;:98.49527559055119,&quot;width&quot;:897.3051574803151}"/>
</p:tagLst>
</file>

<file path=ppt/tags/tag211.xml><?xml version="1.0" encoding="utf-8"?>
<p:tagLst xmlns:a="http://schemas.openxmlformats.org/drawingml/2006/main" xmlns:r="http://schemas.openxmlformats.org/officeDocument/2006/relationships" xmlns:p="http://schemas.openxmlformats.org/presentationml/2006/main">
  <p:tag name="KSO_WM_DIAGRAM_VIRTUALLY_FRAME" val="{&quot;height&quot;:414.61854330708667,&quot;left&quot;:32.30681102362204,&quot;top&quot;:98.49527559055119,&quot;width&quot;:897.3051574803151}"/>
</p:tagLst>
</file>

<file path=ppt/tags/tag212.xml><?xml version="1.0" encoding="utf-8"?>
<p:tagLst xmlns:a="http://schemas.openxmlformats.org/drawingml/2006/main" xmlns:r="http://schemas.openxmlformats.org/officeDocument/2006/relationships" xmlns:p="http://schemas.openxmlformats.org/presentationml/2006/main">
  <p:tag name="KSO_WM_DIAGRAM_VIRTUALLY_FRAME" val="{&quot;height&quot;:402.9977165354331,&quot;left&quot;:11.506850393700788,&quot;top&quot;:106.6021653543307,&quot;width&quot;:926.6862992125986}"/>
</p:tagLst>
</file>

<file path=ppt/tags/tag213.xml><?xml version="1.0" encoding="utf-8"?>
<p:tagLst xmlns:a="http://schemas.openxmlformats.org/drawingml/2006/main" xmlns:r="http://schemas.openxmlformats.org/officeDocument/2006/relationships" xmlns:p="http://schemas.openxmlformats.org/presentationml/2006/main">
  <p:tag name="KSO_WM_DIAGRAM_VIRTUALLY_FRAME" val="{&quot;height&quot;:402.9977165354331,&quot;left&quot;:11.506850393700788,&quot;top&quot;:106.6021653543307,&quot;width&quot;:926.6862992125986}"/>
</p:tagLst>
</file>

<file path=ppt/tags/tag214.xml><?xml version="1.0" encoding="utf-8"?>
<p:tagLst xmlns:a="http://schemas.openxmlformats.org/drawingml/2006/main" xmlns:r="http://schemas.openxmlformats.org/officeDocument/2006/relationships" xmlns:p="http://schemas.openxmlformats.org/presentationml/2006/main">
  <p:tag name="KSO_WM_DIAGRAM_VIRTUALLY_FRAME" val="{&quot;height&quot;:402.9977165354331,&quot;left&quot;:11.506850393700788,&quot;top&quot;:106.6021653543307,&quot;width&quot;:926.6862992125986}"/>
</p:tagLst>
</file>

<file path=ppt/tags/tag215.xml><?xml version="1.0" encoding="utf-8"?>
<p:tagLst xmlns:a="http://schemas.openxmlformats.org/drawingml/2006/main" xmlns:r="http://schemas.openxmlformats.org/officeDocument/2006/relationships" xmlns:p="http://schemas.openxmlformats.org/presentationml/2006/main">
  <p:tag name="KSO_WM_DIAGRAM_VIRTUALLY_FRAME" val="{&quot;height&quot;:402.9977165354331,&quot;left&quot;:11.506850393700788,&quot;top&quot;:106.6021653543307,&quot;width&quot;:926.6862992125986}"/>
</p:tagLst>
</file>

<file path=ppt/tags/tag216.xml><?xml version="1.0" encoding="utf-8"?>
<p:tagLst xmlns:a="http://schemas.openxmlformats.org/drawingml/2006/main" xmlns:r="http://schemas.openxmlformats.org/officeDocument/2006/relationships" xmlns:p="http://schemas.openxmlformats.org/presentationml/2006/main">
  <p:tag name="KSO_WM_DIAGRAM_VIRTUALLY_FRAME" val="{&quot;height&quot;:402.9977165354331,&quot;left&quot;:11.506850393700788,&quot;top&quot;:106.6021653543307,&quot;width&quot;:926.6862992125986}"/>
</p:tagLst>
</file>

<file path=ppt/tags/tag217.xml><?xml version="1.0" encoding="utf-8"?>
<p:tagLst xmlns:a="http://schemas.openxmlformats.org/drawingml/2006/main" xmlns:r="http://schemas.openxmlformats.org/officeDocument/2006/relationships" xmlns:p="http://schemas.openxmlformats.org/presentationml/2006/main">
  <p:tag name="KSO_WM_DIAGRAM_VIRTUALLY_FRAME" val="{&quot;height&quot;:402.9977165354331,&quot;left&quot;:11.506850393700788,&quot;top&quot;:106.6021653543307,&quot;width&quot;:926.6862992125986}"/>
</p:tagLst>
</file>

<file path=ppt/tags/tag21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514.25,&quot;left&quot;:0.85,&quot;top&quot;:82.4,&quot;width&quot;:540.45}"/>
</p:tagLst>
</file>

<file path=ppt/tags/tag219.xml><?xml version="1.0" encoding="utf-8"?>
<p:tagLst xmlns:a="http://schemas.openxmlformats.org/drawingml/2006/main" xmlns:r="http://schemas.openxmlformats.org/officeDocument/2006/relationships" xmlns:p="http://schemas.openxmlformats.org/presentationml/2006/main">
  <p:tag name="KSO_WM_DIAGRAM_VIRTUALLY_FRAME" val="{&quot;height&quot;:514.25,&quot;left&quot;:0.85,&quot;top&quot;:82.4,&quot;width&quot;:540.45}"/>
</p:tagLst>
</file>

<file path=ppt/tags/tag220.xml><?xml version="1.0" encoding="utf-8"?>
<p:tagLst xmlns:a="http://schemas.openxmlformats.org/drawingml/2006/main" xmlns:r="http://schemas.openxmlformats.org/officeDocument/2006/relationships" xmlns:p="http://schemas.openxmlformats.org/presentationml/2006/main">
  <p:tag name="KSO_WM_DIAGRAM_VIRTUALLY_FRAME" val="{&quot;height&quot;:514.25,&quot;left&quot;:0.85,&quot;top&quot;:82.4,&quot;width&quot;:540.45}"/>
</p:tagLst>
</file>

<file path=ppt/tags/tag22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514.25,&quot;left&quot;:0.85,&quot;top&quot;:82.4,&quot;width&quot;:540.45}"/>
</p:tagLst>
</file>

<file path=ppt/tags/tag222.xml><?xml version="1.0" encoding="utf-8"?>
<p:tagLst xmlns:a="http://schemas.openxmlformats.org/drawingml/2006/main" xmlns:r="http://schemas.openxmlformats.org/officeDocument/2006/relationships" xmlns:p="http://schemas.openxmlformats.org/presentationml/2006/main">
  <p:tag name="KSO_WM_DIAGRAM_VIRTUALLY_FRAME" val="{&quot;height&quot;:514.25,&quot;left&quot;:0.85,&quot;top&quot;:82.4,&quot;width&quot;:540.45}"/>
</p:tagLst>
</file>

<file path=ppt/tags/tag223.xml><?xml version="1.0" encoding="utf-8"?>
<p:tagLst xmlns:a="http://schemas.openxmlformats.org/drawingml/2006/main" xmlns:r="http://schemas.openxmlformats.org/officeDocument/2006/relationships" xmlns:p="http://schemas.openxmlformats.org/presentationml/2006/main">
  <p:tag name="KSO_WM_DIAGRAM_VIRTUALLY_FRAME" val="{&quot;height&quot;:514.25,&quot;left&quot;:0.85,&quot;top&quot;:82.4,&quot;width&quot;:540.45}"/>
</p:tagLst>
</file>

<file path=ppt/tags/tag22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514.25,&quot;left&quot;:0.85,&quot;top&quot;:82.4,&quot;width&quot;:540.45}"/>
</p:tagLst>
</file>

<file path=ppt/tags/tag225.xml><?xml version="1.0" encoding="utf-8"?>
<p:tagLst xmlns:a="http://schemas.openxmlformats.org/drawingml/2006/main" xmlns:r="http://schemas.openxmlformats.org/officeDocument/2006/relationships" xmlns:p="http://schemas.openxmlformats.org/presentationml/2006/main">
  <p:tag name="KSO_WM_DIAGRAM_VIRTUALLY_FRAME" val="{&quot;height&quot;:514.25,&quot;left&quot;:0.85,&quot;top&quot;:82.4,&quot;width&quot;:540.45}"/>
</p:tagLst>
</file>

<file path=ppt/tags/tag226.xml><?xml version="1.0" encoding="utf-8"?>
<p:tagLst xmlns:a="http://schemas.openxmlformats.org/drawingml/2006/main" xmlns:r="http://schemas.openxmlformats.org/officeDocument/2006/relationships" xmlns:p="http://schemas.openxmlformats.org/presentationml/2006/main">
  <p:tag name="KSO_WM_DIAGRAM_VIRTUALLY_FRAME" val="{&quot;height&quot;:514.25,&quot;left&quot;:0.85,&quot;top&quot;:82.4,&quot;width&quot;:540.45}"/>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0F1337"/>
      </a:dk2>
      <a:lt2>
        <a:srgbClr val="F5F6FC"/>
      </a:lt2>
      <a:accent1>
        <a:srgbClr val="8C95E0"/>
      </a:accent1>
      <a:accent2>
        <a:srgbClr val="DCE0F3"/>
      </a:accent2>
      <a:accent3>
        <a:srgbClr val="A3AAE7"/>
      </a:accent3>
      <a:accent4>
        <a:srgbClr val="BDC2EE"/>
      </a:accent4>
      <a:accent5>
        <a:srgbClr val="737FDA"/>
      </a:accent5>
      <a:accent6>
        <a:srgbClr val="5C6BD4"/>
      </a:accent6>
      <a:hlink>
        <a:srgbClr val="0026E5"/>
      </a:hlink>
      <a:folHlink>
        <a:srgbClr val="7E1FAD"/>
      </a:folHlink>
    </a:clrScheme>
    <a:fontScheme name="Temp">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1806</Words>
  <Application>Microsoft Office PowerPoint</Application>
  <PresentationFormat>宽屏</PresentationFormat>
  <Paragraphs>116</Paragraphs>
  <Slides>20</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20</vt:i4>
      </vt:variant>
    </vt:vector>
  </HeadingPairs>
  <TitlesOfParts>
    <vt:vector size="31" baseType="lpstr">
      <vt:lpstr>TimesNewRomanPSMT</vt:lpstr>
      <vt:lpstr>仿宋</vt:lpstr>
      <vt:lpstr>华文宋体</vt:lpstr>
      <vt:lpstr>思源宋体 CN Heavy</vt:lpstr>
      <vt:lpstr>宋体</vt:lpstr>
      <vt:lpstr>微软雅黑</vt:lpstr>
      <vt:lpstr>优设标题黑</vt:lpstr>
      <vt:lpstr>Arial</vt:lpstr>
      <vt:lpstr>Calibri</vt:lpstr>
      <vt:lpstr>WPS</vt:lpstr>
      <vt:lpstr>1_Office 主题</vt:lpstr>
      <vt:lpstr>基于半导体应变片的输电线路横担应力监测系统方案设计</vt:lpstr>
      <vt:lpstr>问题概述</vt:lpstr>
      <vt:lpstr>传感器性能指标概述</vt:lpstr>
      <vt:lpstr>静态特性指标</vt:lpstr>
      <vt:lpstr>动态特性指标</vt:lpstr>
      <vt:lpstr>工程背景分析</vt:lpstr>
      <vt:lpstr>工程背景</vt:lpstr>
      <vt:lpstr>       </vt:lpstr>
      <vt:lpstr>方案设计</vt:lpstr>
      <vt:lpstr>简化模型</vt:lpstr>
      <vt:lpstr>应力监测单元总体架构：总体框图与各功能模块设计</vt:lpstr>
      <vt:lpstr>应力监测单元总体架构：各功能模块设计</vt:lpstr>
      <vt:lpstr>应力监测单元总体架构：电桥测量电路设计及温度补偿设计</vt:lpstr>
      <vt:lpstr>应力监测单元总体架构：通信方案设计</vt:lpstr>
      <vt:lpstr>应力监测单元总体架构：通信方案设计</vt:lpstr>
      <vt:lpstr>应力监测单元总体架构：通信方案设计</vt:lpstr>
      <vt:lpstr>应力监测单元总体架构：通信方案设计</vt:lpstr>
      <vt:lpstr>应力监测单元总体架构：电源设计</vt:lpstr>
      <vt:lpstr>关键技术难点分析</vt:lpstr>
      <vt:lpstr>汇报结束，谢谢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基于半导体应变片的输电线路横担应力监测系统方案设计</dc:title>
  <dc:creator>Wang</dc:creator>
  <cp:lastModifiedBy>Bin Yan</cp:lastModifiedBy>
  <cp:revision>11</cp:revision>
  <dcterms:created xsi:type="dcterms:W3CDTF">2023-08-09T12:44:00Z</dcterms:created>
  <dcterms:modified xsi:type="dcterms:W3CDTF">2025-04-17T02:55:39Z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2052-12.1.0.20784</vt:lpwstr>
  </property>
</Properties>
</file>
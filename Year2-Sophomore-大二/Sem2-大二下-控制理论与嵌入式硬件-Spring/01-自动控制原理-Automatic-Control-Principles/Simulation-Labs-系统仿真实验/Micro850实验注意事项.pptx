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053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344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79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182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01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313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23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14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98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95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69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621D0-F34F-4449-8DA3-98ABC6E3843D}" type="datetimeFigureOut">
              <a:rPr lang="zh-CN" altLang="en-US" smtClean="0"/>
              <a:t>2017/10/11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6312A-370D-4E43-8205-3C6E19C59E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106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Micro850</a:t>
            </a:r>
            <a:r>
              <a:rPr lang="zh-CN" altLang="en-US" b="1" dirty="0" smtClean="0"/>
              <a:t>系统实验注意事项</a:t>
            </a:r>
            <a:endParaRPr lang="zh-CN" altLang="en-US" b="1" dirty="0" smtClean="0"/>
          </a:p>
        </p:txBody>
      </p:sp>
      <p:sp>
        <p:nvSpPr>
          <p:cNvPr id="5" name="文本框 4"/>
          <p:cNvSpPr txBox="1"/>
          <p:nvPr/>
        </p:nvSpPr>
        <p:spPr>
          <a:xfrm>
            <a:off x="1264626" y="2103927"/>
            <a:ext cx="96627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创建项目选择控制器时，选择</a:t>
            </a:r>
            <a:r>
              <a:rPr lang="en-US" altLang="zh-CN" sz="2400" dirty="0" smtClean="0"/>
              <a:t>2080-LC50-48QWB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关于</a:t>
            </a:r>
            <a:r>
              <a:rPr lang="en-US" altLang="zh-CN" sz="2400" dirty="0" smtClean="0"/>
              <a:t>Micro</a:t>
            </a:r>
            <a:r>
              <a:rPr lang="zh-CN" altLang="en-US" sz="2400" dirty="0" smtClean="0"/>
              <a:t>系列控制器的</a:t>
            </a:r>
            <a:r>
              <a:rPr lang="en-US" altLang="zh-CN" sz="2400" dirty="0" smtClean="0"/>
              <a:t>COM</a:t>
            </a:r>
            <a:r>
              <a:rPr lang="zh-CN" altLang="en-US" sz="2400" dirty="0" smtClean="0"/>
              <a:t>端：</a:t>
            </a:r>
            <a:endParaRPr lang="en-US" altLang="zh-CN" sz="2400" dirty="0" smtClean="0"/>
          </a:p>
          <a:p>
            <a:pPr marL="800100" lvl="1" indent="-342900">
              <a:buFont typeface="+mj-lt"/>
              <a:buAutoNum type="alphaLcParenR"/>
            </a:pPr>
            <a:r>
              <a:rPr lang="zh-CN" altLang="en-US" sz="2400" dirty="0" smtClean="0"/>
              <a:t>每一组输入端口和输出端口均需连接</a:t>
            </a:r>
            <a:r>
              <a:rPr lang="en-US" altLang="zh-CN" sz="2400" dirty="0" smtClean="0"/>
              <a:t>COM</a:t>
            </a:r>
            <a:r>
              <a:rPr lang="zh-CN" altLang="en-US" sz="2400" dirty="0" smtClean="0"/>
              <a:t>端</a:t>
            </a:r>
            <a:endParaRPr lang="en-US" altLang="zh-CN" sz="2400" dirty="0" smtClean="0"/>
          </a:p>
          <a:p>
            <a:pPr marL="800100" lvl="1" indent="-342900">
              <a:buFont typeface="+mj-lt"/>
              <a:buAutoNum type="alphaLcParenR"/>
            </a:pPr>
            <a:r>
              <a:rPr lang="zh-CN" altLang="en-US" sz="2400" dirty="0" smtClean="0"/>
              <a:t>当输入端口</a:t>
            </a:r>
            <a:r>
              <a:rPr lang="en-US" altLang="zh-CN" sz="2400" dirty="0" smtClean="0"/>
              <a:t>COM</a:t>
            </a:r>
            <a:r>
              <a:rPr lang="zh-CN" altLang="en-US" sz="2400" dirty="0" smtClean="0"/>
              <a:t>连接</a:t>
            </a:r>
            <a:r>
              <a:rPr lang="en-US" altLang="zh-CN" sz="2400" dirty="0" smtClean="0"/>
              <a:t>24VGND</a:t>
            </a:r>
            <a:r>
              <a:rPr lang="zh-CN" altLang="en-US" sz="2400" dirty="0" smtClean="0"/>
              <a:t>时，输入信号高有效</a:t>
            </a:r>
            <a:endParaRPr lang="en-US" altLang="zh-CN" sz="2400" dirty="0" smtClean="0"/>
          </a:p>
          <a:p>
            <a:pPr marL="800100" lvl="1" indent="-342900">
              <a:buFont typeface="+mj-lt"/>
              <a:buAutoNum type="alphaLcParenR"/>
            </a:pPr>
            <a:r>
              <a:rPr lang="zh-CN" altLang="en-US" sz="2400" dirty="0" smtClean="0"/>
              <a:t>当输出端口</a:t>
            </a:r>
            <a:r>
              <a:rPr lang="en-US" altLang="zh-CN" sz="2400" dirty="0" smtClean="0"/>
              <a:t>COM</a:t>
            </a:r>
            <a:r>
              <a:rPr lang="zh-CN" altLang="en-US" sz="2400" dirty="0" smtClean="0"/>
              <a:t>连接</a:t>
            </a:r>
            <a:r>
              <a:rPr lang="en-US" altLang="zh-CN" sz="2400" dirty="0" smtClean="0"/>
              <a:t>24VGND</a:t>
            </a:r>
            <a:r>
              <a:rPr lang="zh-CN" altLang="en-US" sz="2400" dirty="0" smtClean="0"/>
              <a:t>时，输出信号高有效</a:t>
            </a:r>
            <a:endParaRPr lang="en-US" altLang="zh-CN" sz="2400" dirty="0" smtClean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zh-CN" altLang="en-US" sz="2400" dirty="0" smtClean="0"/>
              <a:t>实验设备出现异常或者出现会损坏实验设备的操作时，立刻断电</a:t>
            </a:r>
            <a:endParaRPr lang="en-US" altLang="zh-CN" sz="2400" dirty="0" smtClean="0"/>
          </a:p>
          <a:p>
            <a:pPr lvl="1"/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023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Wingdings</vt:lpstr>
      <vt:lpstr>Office 主题​​</vt:lpstr>
      <vt:lpstr>Micro850系统实验注意事项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Micro850系统实验注意事项</dc:title>
  <dc:creator>CJS</dc:creator>
  <cp:lastModifiedBy>CJS</cp:lastModifiedBy>
  <cp:revision>1</cp:revision>
  <dcterms:created xsi:type="dcterms:W3CDTF">2017-10-11T02:08:19Z</dcterms:created>
  <dcterms:modified xsi:type="dcterms:W3CDTF">2017-10-11T02:16:41Z</dcterms:modified>
</cp:coreProperties>
</file>
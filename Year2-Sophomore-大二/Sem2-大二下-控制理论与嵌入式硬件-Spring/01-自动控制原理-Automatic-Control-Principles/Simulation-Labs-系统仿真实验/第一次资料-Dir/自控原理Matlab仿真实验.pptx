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4"/>
  </p:notesMasterIdLst>
  <p:sldIdLst>
    <p:sldId id="259" r:id="rId2"/>
    <p:sldId id="280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4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D2C1C-A74C-43AC-A337-8E451570BC78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5BFB9-2742-4B31-8057-2F086D8EE6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900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057404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FC6AF569-F74B-4593-B5B3-1E5FFC06D393}" type="datetime1">
              <a:rPr lang="zh-CN" altLang="en-US" smtClean="0"/>
              <a:t>2025/4/19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412121" y="50979"/>
            <a:ext cx="3668567" cy="919880"/>
          </a:xfrm>
          <a:prstGeom prst="rect">
            <a:avLst/>
          </a:prstGeom>
        </p:spPr>
      </p:pic>
      <p:sp>
        <p:nvSpPr>
          <p:cNvPr id="16" name="灯片编号占位符 5"/>
          <p:cNvSpPr txBox="1">
            <a:spLocks/>
          </p:cNvSpPr>
          <p:nvPr/>
        </p:nvSpPr>
        <p:spPr>
          <a:xfrm>
            <a:off x="6658426" y="6262010"/>
            <a:ext cx="21336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zh-CN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6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78B485-E5CC-4AA1-9C79-A8C009AF6E26}" type="slidenum">
              <a:rPr lang="zh-CN" altLang="en-US" sz="2400" b="1" smtClean="0">
                <a:solidFill>
                  <a:srgbClr val="1E0D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/>
              <a:t>‹#›</a:t>
            </a:fld>
            <a:endParaRPr lang="zh-CN" altLang="en-US" sz="2400" b="1" dirty="0">
              <a:solidFill>
                <a:srgbClr val="1E0D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 descr="èªå¨åå·¥ç¨å­¦é¢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3" y="50979"/>
            <a:ext cx="4199999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636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509490" y="267638"/>
            <a:ext cx="6632802" cy="649308"/>
          </a:xfrm>
          <a:prstGeom prst="rect">
            <a:avLst/>
          </a:prstGeom>
        </p:spPr>
        <p:txBody>
          <a:bodyPr/>
          <a:lstStyle>
            <a:lvl1pPr algn="ctr"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34" y="195070"/>
            <a:ext cx="776826" cy="793305"/>
          </a:xfrm>
          <a:prstGeom prst="rect">
            <a:avLst/>
          </a:prstGeom>
        </p:spPr>
      </p:pic>
      <p:sp>
        <p:nvSpPr>
          <p:cNvPr id="15" name="内容占位符 14"/>
          <p:cNvSpPr>
            <a:spLocks noGrp="1"/>
          </p:cNvSpPr>
          <p:nvPr>
            <p:ph sz="quarter" idx="10"/>
          </p:nvPr>
        </p:nvSpPr>
        <p:spPr>
          <a:xfrm>
            <a:off x="493714" y="1277938"/>
            <a:ext cx="8156575" cy="45458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1" name="灯片编号占位符 5"/>
          <p:cNvSpPr txBox="1">
            <a:spLocks/>
          </p:cNvSpPr>
          <p:nvPr/>
        </p:nvSpPr>
        <p:spPr>
          <a:xfrm>
            <a:off x="6658426" y="6262010"/>
            <a:ext cx="21336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zh-CN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6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78B485-E5CC-4AA1-9C79-A8C009AF6E26}" type="slidenum">
              <a:rPr lang="zh-CN" altLang="en-US" sz="2400" b="1" smtClean="0">
                <a:solidFill>
                  <a:srgbClr val="1E0DFF"/>
                </a:solidFill>
              </a:rPr>
              <a:pPr/>
              <a:t>‹#›</a:t>
            </a:fld>
            <a:endParaRPr lang="zh-CN" altLang="en-US" sz="2400" b="1" dirty="0">
              <a:solidFill>
                <a:srgbClr val="1E0DFF"/>
              </a:solidFill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2420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>
                    <a:tint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fld id="{B060CF5D-5C90-447E-9979-E4B82A4A0982}" type="datetime1">
              <a:rPr lang="zh-CN" altLang="en-US" smtClean="0"/>
              <a:t>2025/4/19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42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509490" y="267638"/>
            <a:ext cx="6632802" cy="649308"/>
          </a:xfrm>
          <a:prstGeom prst="rect">
            <a:avLst/>
          </a:prstGeom>
        </p:spPr>
        <p:txBody>
          <a:bodyPr/>
          <a:lstStyle>
            <a:lvl1pPr algn="ctr"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34" y="195070"/>
            <a:ext cx="776826" cy="793305"/>
          </a:xfrm>
          <a:prstGeom prst="rect">
            <a:avLst/>
          </a:prstGeom>
        </p:spPr>
      </p:pic>
      <p:sp>
        <p:nvSpPr>
          <p:cNvPr id="15" name="内容占位符 14"/>
          <p:cNvSpPr>
            <a:spLocks noGrp="1"/>
          </p:cNvSpPr>
          <p:nvPr>
            <p:ph sz="quarter" idx="10"/>
          </p:nvPr>
        </p:nvSpPr>
        <p:spPr>
          <a:xfrm>
            <a:off x="493714" y="1277938"/>
            <a:ext cx="8156575" cy="45458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灯片编号占位符 5"/>
          <p:cNvSpPr txBox="1">
            <a:spLocks/>
          </p:cNvSpPr>
          <p:nvPr/>
        </p:nvSpPr>
        <p:spPr>
          <a:xfrm>
            <a:off x="6658426" y="6262010"/>
            <a:ext cx="21336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zh-CN"/>
            </a:defPPr>
            <a:lvl1pPr marL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6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78B485-E5CC-4AA1-9C79-A8C009AF6E26}" type="slidenum">
              <a:rPr lang="zh-CN" altLang="en-US" sz="2400" b="1" smtClean="0">
                <a:solidFill>
                  <a:srgbClr val="1E0DFF"/>
                </a:solidFill>
              </a:rPr>
              <a:pPr/>
              <a:t>‹#›</a:t>
            </a:fld>
            <a:endParaRPr lang="zh-CN" altLang="en-US" sz="2400" b="1" dirty="0">
              <a:solidFill>
                <a:srgbClr val="1E0DFF"/>
              </a:solidFill>
            </a:endParaRP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2420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>
                    <a:tint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fld id="{70EB03B9-BBBF-4F7C-BE38-D35F5EF78055}" type="datetime1">
              <a:rPr lang="zh-CN" altLang="en-US" smtClean="0"/>
              <a:t>2025/4/19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75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336178" y="1107333"/>
            <a:ext cx="8507288" cy="5018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2420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>
                    <a:tint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defRPr>
            </a:lvl1pPr>
          </a:lstStyle>
          <a:p>
            <a:fld id="{871881DA-2649-41B5-8C25-8DF3B6232FF1}" type="datetime1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20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20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defRPr>
            </a:lvl1pPr>
          </a:lstStyle>
          <a:p>
            <a:fld id="{532230C1-7345-46C9-975A-4FA9663F457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1" name="L 形 30"/>
          <p:cNvSpPr/>
          <p:nvPr/>
        </p:nvSpPr>
        <p:spPr>
          <a:xfrm flipV="1">
            <a:off x="368112" y="1022759"/>
            <a:ext cx="8412480" cy="73152"/>
          </a:xfrm>
          <a:prstGeom prst="corner">
            <a:avLst>
              <a:gd name="adj1" fmla="val 50000"/>
              <a:gd name="adj2" fmla="val 4496217"/>
            </a:avLst>
          </a:prstGeom>
          <a:solidFill>
            <a:srgbClr val="1E0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09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40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36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成绩构成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1004" y="3314463"/>
            <a:ext cx="8381993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要求：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lvl="2" indent="-365125"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没有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参加实验，则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没有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实验操作成绩和实验报告成绩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720725" lvl="2" indent="-365125"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每个人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独立撰写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并提交实验报告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720725" lvl="2" indent="-365125"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实物实验报告在当次实验完成后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日内提交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2" indent="-342900"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报告提交要求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20725" lvl="2" indent="-365125"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转成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文件提交，提交前务必先浏览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报告文件，看图文是否正常转换，名称内容是否是本实验的。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lvl="2" indent="-365125"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文件命名规范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学号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姓名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仿真实验报告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marL="720725" lvl="2" indent="-365125"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发送至班级助教邮箱，邮件主题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学号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姓名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仿真实验报告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D7EC5F5-3B6B-4396-B275-B8DA8A89D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601745"/>
              </p:ext>
            </p:extLst>
          </p:nvPr>
        </p:nvGraphicFramePr>
        <p:xfrm>
          <a:off x="370108" y="1191820"/>
          <a:ext cx="8025290" cy="20286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6822">
                  <a:extLst>
                    <a:ext uri="{9D8B030D-6E8A-4147-A177-3AD203B41FA5}">
                      <a16:colId xmlns:a16="http://schemas.microsoft.com/office/drawing/2014/main" val="2172370905"/>
                    </a:ext>
                  </a:extLst>
                </a:gridCol>
                <a:gridCol w="1459102">
                  <a:extLst>
                    <a:ext uri="{9D8B030D-6E8A-4147-A177-3AD203B41FA5}">
                      <a16:colId xmlns:a16="http://schemas.microsoft.com/office/drawing/2014/main" val="335713874"/>
                    </a:ext>
                  </a:extLst>
                </a:gridCol>
                <a:gridCol w="1459102">
                  <a:extLst>
                    <a:ext uri="{9D8B030D-6E8A-4147-A177-3AD203B41FA5}">
                      <a16:colId xmlns:a16="http://schemas.microsoft.com/office/drawing/2014/main" val="1161852433"/>
                    </a:ext>
                  </a:extLst>
                </a:gridCol>
                <a:gridCol w="1459102">
                  <a:extLst>
                    <a:ext uri="{9D8B030D-6E8A-4147-A177-3AD203B41FA5}">
                      <a16:colId xmlns:a16="http://schemas.microsoft.com/office/drawing/2014/main" val="1833597284"/>
                    </a:ext>
                  </a:extLst>
                </a:gridCol>
                <a:gridCol w="1591162">
                  <a:extLst>
                    <a:ext uri="{9D8B030D-6E8A-4147-A177-3AD203B41FA5}">
                      <a16:colId xmlns:a16="http://schemas.microsoft.com/office/drawing/2014/main" val="278629392"/>
                    </a:ext>
                  </a:extLst>
                </a:gridCol>
              </a:tblGrid>
              <a:tr h="381168">
                <a:tc rowSpan="2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考核环节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平时成绩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988910"/>
                  </a:ext>
                </a:extLst>
              </a:tr>
              <a:tr h="7309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仿真实验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物理实验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物理实验报告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仿真实验报告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812686"/>
                  </a:ext>
                </a:extLst>
              </a:tr>
              <a:tr h="82794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成绩比例（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%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）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30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30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753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543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6C905-A6D8-41A4-BD61-A3F2F1D22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A305E3-D887-4F47-8BFD-0C086003B9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Picture 2" descr="http://img3m2.ddimg.cn/80/19/1772921582-5_u_1.jpg">
            <a:extLst>
              <a:ext uri="{FF2B5EF4-FFF2-40B4-BE49-F238E27FC236}">
                <a16:creationId xmlns:a16="http://schemas.microsoft.com/office/drawing/2014/main" id="{D30890D1-555A-4978-B8A5-66E8349F15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1" t="5900" r="16401" b="3801"/>
          <a:stretch/>
        </p:blipFill>
        <p:spPr bwMode="auto">
          <a:xfrm>
            <a:off x="296491" y="1779254"/>
            <a:ext cx="2735645" cy="361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FBF1569-2E18-4FEF-AC4D-CBD6FD2D6D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951" t="19550" r="26021" b="21650"/>
          <a:stretch/>
        </p:blipFill>
        <p:spPr>
          <a:xfrm>
            <a:off x="6122609" y="1791272"/>
            <a:ext cx="2823925" cy="3607516"/>
          </a:xfrm>
          <a:prstGeom prst="rect">
            <a:avLst/>
          </a:prstGeom>
        </p:spPr>
      </p:pic>
      <p:pic>
        <p:nvPicPr>
          <p:cNvPr id="9" name="Picture 2" descr="https://img14.360buyimg.com/n1/jfs/t1/189224/18/16082/102312/6107c09cEbee5bf1d/63f27dd9903503f6.jpg">
            <a:extLst>
              <a:ext uri="{FF2B5EF4-FFF2-40B4-BE49-F238E27FC236}">
                <a16:creationId xmlns:a16="http://schemas.microsoft.com/office/drawing/2014/main" id="{EB8FCC47-628E-4D48-8BDA-DFA37DE1BA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0" r="15293"/>
          <a:stretch/>
        </p:blipFill>
        <p:spPr bwMode="auto">
          <a:xfrm>
            <a:off x="3329910" y="1791272"/>
            <a:ext cx="2498807" cy="360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091909"/>
      </p:ext>
    </p:extLst>
  </p:cSld>
  <p:clrMapOvr>
    <a:masterClrMapping/>
  </p:clrMapOvr>
</p:sld>
</file>

<file path=ppt/theme/theme1.xml><?xml version="1.0" encoding="utf-8"?>
<a:theme xmlns:a="http://schemas.openxmlformats.org/drawingml/2006/main" name="UESTC_AUTOMA">
  <a:themeElements>
    <a:clrScheme name="自定义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A5A5A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ESTC_AUTOMA" id="{74B42DB0-D532-4AD0-BAC4-EFCEB7751B1D}" vid="{B55914B4-6023-4306-A739-2B478CB2C508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UESTC_AUTOMA</Template>
  <TotalTime>3235</TotalTime>
  <Words>125</Words>
  <Application>Microsoft Office PowerPoint</Application>
  <PresentationFormat>全屏显示(4:3)</PresentationFormat>
  <Paragraphs>21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Arial</vt:lpstr>
      <vt:lpstr>Calibri</vt:lpstr>
      <vt:lpstr>Times New Roman</vt:lpstr>
      <vt:lpstr>Wingdings</vt:lpstr>
      <vt:lpstr>UESTC_AUTOMA</vt:lpstr>
      <vt:lpstr>成绩构成</vt:lpstr>
      <vt:lpstr>参考书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自动控制原理实验 --Matlab仿真实验</dc:title>
  <dc:creator>c.xie</dc:creator>
  <cp:lastModifiedBy>pcddiy2008 pcddiy2008</cp:lastModifiedBy>
  <cp:revision>121</cp:revision>
  <dcterms:created xsi:type="dcterms:W3CDTF">2019-11-14T04:51:50Z</dcterms:created>
  <dcterms:modified xsi:type="dcterms:W3CDTF">2025-04-19T00:26:27Z</dcterms:modified>
</cp:coreProperties>
</file>
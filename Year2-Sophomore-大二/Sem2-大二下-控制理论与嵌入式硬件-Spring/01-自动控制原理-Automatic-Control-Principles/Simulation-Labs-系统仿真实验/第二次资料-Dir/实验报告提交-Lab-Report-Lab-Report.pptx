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84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51857-3AE5-4065-90AD-DDDF39D2C247}" type="datetimeFigureOut">
              <a:rPr lang="zh-CN" altLang="en-US" smtClean="0"/>
              <a:pPr/>
              <a:t>2025/5/16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4C846-1F37-4210-B6B9-306118AB471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51857-3AE5-4065-90AD-DDDF39D2C247}" type="datetimeFigureOut">
              <a:rPr lang="zh-CN" altLang="en-US" smtClean="0"/>
              <a:pPr/>
              <a:t>2025/5/16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4C846-1F37-4210-B6B9-306118AB471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51857-3AE5-4065-90AD-DDDF39D2C247}" type="datetimeFigureOut">
              <a:rPr lang="zh-CN" altLang="en-US" smtClean="0"/>
              <a:pPr/>
              <a:t>2025/5/16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4C846-1F37-4210-B6B9-306118AB471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51857-3AE5-4065-90AD-DDDF39D2C247}" type="datetimeFigureOut">
              <a:rPr lang="zh-CN" altLang="en-US" smtClean="0"/>
              <a:pPr/>
              <a:t>2025/5/16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4C846-1F37-4210-B6B9-306118AB471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51857-3AE5-4065-90AD-DDDF39D2C247}" type="datetimeFigureOut">
              <a:rPr lang="zh-CN" altLang="en-US" smtClean="0"/>
              <a:pPr/>
              <a:t>2025/5/16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4C846-1F37-4210-B6B9-306118AB471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51857-3AE5-4065-90AD-DDDF39D2C247}" type="datetimeFigureOut">
              <a:rPr lang="zh-CN" altLang="en-US" smtClean="0"/>
              <a:pPr/>
              <a:t>2025/5/16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4C846-1F37-4210-B6B9-306118AB471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51857-3AE5-4065-90AD-DDDF39D2C247}" type="datetimeFigureOut">
              <a:rPr lang="zh-CN" altLang="en-US" smtClean="0"/>
              <a:pPr/>
              <a:t>2025/5/16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4C846-1F37-4210-B6B9-306118AB471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51857-3AE5-4065-90AD-DDDF39D2C247}" type="datetimeFigureOut">
              <a:rPr lang="zh-CN" altLang="en-US" smtClean="0"/>
              <a:pPr/>
              <a:t>2025/5/16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4C846-1F37-4210-B6B9-306118AB471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51857-3AE5-4065-90AD-DDDF39D2C247}" type="datetimeFigureOut">
              <a:rPr lang="zh-CN" altLang="en-US" smtClean="0"/>
              <a:pPr/>
              <a:t>2025/5/16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4C846-1F37-4210-B6B9-306118AB471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51857-3AE5-4065-90AD-DDDF39D2C247}" type="datetimeFigureOut">
              <a:rPr lang="zh-CN" altLang="en-US" smtClean="0"/>
              <a:pPr/>
              <a:t>2025/5/16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4C846-1F37-4210-B6B9-306118AB471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51857-3AE5-4065-90AD-DDDF39D2C247}" type="datetimeFigureOut">
              <a:rPr lang="zh-CN" altLang="en-US" smtClean="0"/>
              <a:pPr/>
              <a:t>2025/5/16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4C846-1F37-4210-B6B9-306118AB471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551857-3AE5-4065-90AD-DDDF39D2C247}" type="datetimeFigureOut">
              <a:rPr lang="zh-CN" altLang="en-US" smtClean="0"/>
              <a:pPr/>
              <a:t>2025/5/16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F4C846-1F37-4210-B6B9-306118AB471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FDF9CB92-987C-B3C8-C007-81ACAD758D95}"/>
              </a:ext>
            </a:extLst>
          </p:cNvPr>
          <p:cNvSpPr txBox="1"/>
          <p:nvPr/>
        </p:nvSpPr>
        <p:spPr>
          <a:xfrm>
            <a:off x="523900" y="1340768"/>
            <a:ext cx="863736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没有参加实验，则没有实验操作成绩和实验报告成绩;</a:t>
            </a:r>
            <a:endParaRPr lang="en-US" altLang="zh-CN" sz="2000" dirty="0"/>
          </a:p>
          <a:p>
            <a:r>
              <a:rPr lang="zh-CN" altLang="en-US" sz="2000" dirty="0"/>
              <a:t>每个人独立撰写并提交实验报告; 实验报告在当次实验完成后10日内提交;</a:t>
            </a:r>
            <a:endParaRPr lang="en-US" altLang="zh-CN" sz="2000" dirty="0"/>
          </a:p>
          <a:p>
            <a:endParaRPr lang="en-US" altLang="zh-CN" sz="2000" b="1" dirty="0">
              <a:solidFill>
                <a:srgbClr val="FF0000"/>
              </a:solidFill>
            </a:endParaRPr>
          </a:p>
          <a:p>
            <a:r>
              <a:rPr lang="zh-CN" altLang="en-US" sz="2000" b="1" dirty="0">
                <a:solidFill>
                  <a:srgbClr val="FF0000"/>
                </a:solidFill>
              </a:rPr>
              <a:t>报告提交要求:</a:t>
            </a:r>
            <a:r>
              <a:rPr lang="zh-CN" altLang="en-US" sz="2000" dirty="0"/>
              <a:t>转成pdf格式文件提交，提交前务必先浏览pdf报告文件，</a:t>
            </a:r>
            <a:endParaRPr lang="en-US" altLang="zh-CN" sz="2000" dirty="0"/>
          </a:p>
          <a:p>
            <a:r>
              <a:rPr lang="zh-CN" altLang="en-US" sz="2000" dirty="0"/>
              <a:t>看图文是否正常转换，名称内容是否是本实验的。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b="1" dirty="0">
                <a:solidFill>
                  <a:srgbClr val="FF0000"/>
                </a:solidFill>
              </a:rPr>
              <a:t>文件命名规范:</a:t>
            </a:r>
            <a:r>
              <a:rPr lang="zh-CN" altLang="en-US" sz="2000" dirty="0"/>
              <a:t>仿真实验1-学号-姓名、仿真实验</a:t>
            </a:r>
            <a:r>
              <a:rPr lang="en-US" altLang="zh-CN" sz="2000" dirty="0"/>
              <a:t>2</a:t>
            </a:r>
            <a:r>
              <a:rPr lang="zh-CN" altLang="en-US" sz="2000" dirty="0"/>
              <a:t>-学号-姓名</a:t>
            </a:r>
            <a:endParaRPr lang="en-US" altLang="zh-CN" sz="2000" dirty="0"/>
          </a:p>
          <a:p>
            <a:endParaRPr lang="en-US" altLang="zh-CN" sz="2000" b="1" dirty="0">
              <a:solidFill>
                <a:srgbClr val="FF0000"/>
              </a:solidFill>
            </a:endParaRPr>
          </a:p>
          <a:p>
            <a:r>
              <a:rPr lang="zh-CN" altLang="en-US" sz="2000" b="1" dirty="0">
                <a:solidFill>
                  <a:srgbClr val="FF0000"/>
                </a:solidFill>
              </a:rPr>
              <a:t>邮件主题:</a:t>
            </a:r>
            <a:r>
              <a:rPr lang="zh-CN" altLang="en-US" sz="2000" dirty="0"/>
              <a:t>控制理论仿真实验报告1</a:t>
            </a:r>
            <a:r>
              <a:rPr lang="en-US" altLang="zh-CN" sz="2000" dirty="0"/>
              <a:t>-2</a:t>
            </a:r>
          </a:p>
          <a:p>
            <a:endParaRPr lang="en-US" altLang="zh-CN" sz="2000" dirty="0"/>
          </a:p>
          <a:p>
            <a:r>
              <a:rPr lang="zh-CN" altLang="en-US" sz="2000" b="1" dirty="0">
                <a:solidFill>
                  <a:srgbClr val="FF0000"/>
                </a:solidFill>
              </a:rPr>
              <a:t>报告提交:</a:t>
            </a:r>
            <a:r>
              <a:rPr lang="zh-CN" altLang="en-US" sz="2000" dirty="0"/>
              <a:t>发送至助教邮箱（课程群：吴迪，查涵）。</a:t>
            </a:r>
            <a:endParaRPr lang="en-US" altLang="zh-CN" sz="2000" dirty="0"/>
          </a:p>
          <a:p>
            <a:r>
              <a:rPr lang="en-US" altLang="zh-CN" sz="2000" dirty="0"/>
              <a:t>                                </a:t>
            </a:r>
          </a:p>
          <a:p>
            <a:endParaRPr lang="en-US" altLang="zh-CN" sz="2000" dirty="0"/>
          </a:p>
          <a:p>
            <a:endParaRPr lang="zh-CN" alt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114</Words>
  <Application>Microsoft Office PowerPoint</Application>
  <PresentationFormat>全屏显示(4:3)</PresentationFormat>
  <Paragraphs>13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主题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lly</dc:creator>
  <cp:lastModifiedBy>pcddiy2008 pcddiy2008</cp:lastModifiedBy>
  <cp:revision>39</cp:revision>
  <dcterms:created xsi:type="dcterms:W3CDTF">2015-06-23T02:44:42Z</dcterms:created>
  <dcterms:modified xsi:type="dcterms:W3CDTF">2025-05-16T09:33:40Z</dcterms:modified>
</cp:coreProperties>
</file>
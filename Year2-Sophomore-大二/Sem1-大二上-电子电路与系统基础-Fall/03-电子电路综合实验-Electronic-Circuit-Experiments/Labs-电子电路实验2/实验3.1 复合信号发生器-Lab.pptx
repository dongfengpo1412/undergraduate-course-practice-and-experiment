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13" r:id="rId3"/>
    <p:sldId id="315" r:id="rId4"/>
    <p:sldId id="356" r:id="rId5"/>
    <p:sldId id="362" r:id="rId6"/>
    <p:sldId id="371" r:id="rId7"/>
    <p:sldId id="364" r:id="rId8"/>
    <p:sldId id="363" r:id="rId9"/>
    <p:sldId id="366" r:id="rId10"/>
    <p:sldId id="367" r:id="rId11"/>
    <p:sldId id="323" r:id="rId12"/>
    <p:sldId id="348" r:id="rId13"/>
    <p:sldId id="349" r:id="rId14"/>
    <p:sldId id="324" r:id="rId15"/>
    <p:sldId id="368" r:id="rId16"/>
    <p:sldId id="353" r:id="rId17"/>
    <p:sldId id="374" r:id="rId18"/>
    <p:sldId id="355" r:id="rId19"/>
    <p:sldId id="372" r:id="rId20"/>
    <p:sldId id="373" r:id="rId21"/>
    <p:sldId id="276" r:id="rId22"/>
  </p:sldIdLst>
  <p:sldSz cx="6858000" cy="51435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3076"/>
    <a:srgbClr val="71FFFF"/>
    <a:srgbClr val="A3FFFF"/>
    <a:srgbClr val="7DFFFF"/>
    <a:srgbClr val="47FFFF"/>
    <a:srgbClr val="004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7" autoAdjust="0"/>
    <p:restoredTop sz="94660"/>
  </p:normalViewPr>
  <p:slideViewPr>
    <p:cSldViewPr showGuides="1">
      <p:cViewPr>
        <p:scale>
          <a:sx n="100" d="100"/>
          <a:sy n="100" d="100"/>
        </p:scale>
        <p:origin x="2064" y="720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BA7F60E-8A34-4950-B40E-230C50DDC0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ACFDC2-71EF-4CBC-96C3-ED491E315A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D62742A-1308-4A82-ADE6-C7E84AE46D58}" type="datetimeFigureOut">
              <a:rPr lang="zh-CN" altLang="en-US"/>
              <a:pPr>
                <a:defRPr/>
              </a:pPr>
              <a:t>2023/10/12</a:t>
            </a:fld>
            <a:endParaRPr lang="zh-CN" altLang="en-US"/>
          </a:p>
        </p:txBody>
      </p:sp>
      <p:sp>
        <p:nvSpPr>
          <p:cNvPr id="34820" name="幻灯片图像占位符 3">
            <a:extLst>
              <a:ext uri="{FF2B5EF4-FFF2-40B4-BE49-F238E27FC236}">
                <a16:creationId xmlns:a16="http://schemas.microsoft.com/office/drawing/2014/main" id="{9F5459C1-5A03-47F7-8F19-6C0D070994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ABDBF8D-D0D1-47F1-B1E0-A4D4200B2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EEFA0B-0FB5-4A7B-B8BF-ADCBCCC007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4AC853-899A-452E-831C-0C8624B8C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5DCB63D-DA27-4CB6-A9C6-2663C8A0B1B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CB63D-DA27-4CB6-A9C6-2663C8A0B1BB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92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D669D7AD-99F0-4403-BD8A-C297D75491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1548EF25-EC43-4468-B421-1E31D48DC8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047145E8-7DD0-4A37-9AB5-C4A1DFEFA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fld id="{EE276994-4F65-40C7-82F9-6361343D7C72}" type="slidenum">
              <a:rPr lang="zh-CN" altLang="en-US" sz="1200"/>
              <a:pPr/>
              <a:t>9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5">
            <a:extLst>
              <a:ext uri="{FF2B5EF4-FFF2-40B4-BE49-F238E27FC236}">
                <a16:creationId xmlns:a16="http://schemas.microsoft.com/office/drawing/2014/main" id="{5B83B434-A179-4B56-90A5-DFFBF06BB4A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3267075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" name="Image" r:id="rId3" imgW="3415873" imgH="4546032" progId="Photoshop.Image.6">
                  <p:embed/>
                </p:oleObj>
              </mc:Choice>
              <mc:Fallback>
                <p:oleObj name="Image" r:id="rId3" imgW="3415873" imgH="4546032" progId="Photoshop.Image.6">
                  <p:embed/>
                  <p:pic>
                    <p:nvPicPr>
                      <p:cNvPr id="2050" name="Object 65">
                        <a:extLst>
                          <a:ext uri="{FF2B5EF4-FFF2-40B4-BE49-F238E27FC236}">
                            <a16:creationId xmlns:a16="http://schemas.microsoft.com/office/drawing/2014/main" id="{E9BB76B1-0386-4678-9DE9-CEF3303B03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3267075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68">
            <a:extLst>
              <a:ext uri="{FF2B5EF4-FFF2-40B4-BE49-F238E27FC236}">
                <a16:creationId xmlns:a16="http://schemas.microsoft.com/office/drawing/2014/main" id="{56E04E7E-8E04-4215-8C8D-3E7D41E67340}"/>
              </a:ext>
            </a:extLst>
          </p:cNvPr>
          <p:cNvSpPr>
            <a:spLocks/>
          </p:cNvSpPr>
          <p:nvPr userDrawn="1"/>
        </p:nvSpPr>
        <p:spPr bwMode="ltGray">
          <a:xfrm>
            <a:off x="1679575" y="-11113"/>
            <a:ext cx="5187950" cy="5154613"/>
          </a:xfrm>
          <a:custGeom>
            <a:avLst/>
            <a:gdLst>
              <a:gd name="T0" fmla="*/ 2147483647 w 4357"/>
              <a:gd name="T1" fmla="*/ 0 h 4330"/>
              <a:gd name="T2" fmla="*/ 2147483647 w 4357"/>
              <a:gd name="T3" fmla="*/ 2147483647 h 4330"/>
              <a:gd name="T4" fmla="*/ 2147483647 w 4357"/>
              <a:gd name="T5" fmla="*/ 2147483647 h 4330"/>
              <a:gd name="T6" fmla="*/ 2147483647 w 4357"/>
              <a:gd name="T7" fmla="*/ 2147483647 h 4330"/>
              <a:gd name="T8" fmla="*/ 2147483647 w 4357"/>
              <a:gd name="T9" fmla="*/ 2147483647 h 4330"/>
              <a:gd name="T10" fmla="*/ 2147483647 w 4357"/>
              <a:gd name="T11" fmla="*/ 2147483647 h 4330"/>
              <a:gd name="T12" fmla="*/ 0 w 4357"/>
              <a:gd name="T13" fmla="*/ 2147483647 h 4330"/>
              <a:gd name="T14" fmla="*/ 2147483647 w 4357"/>
              <a:gd name="T15" fmla="*/ 2147483647 h 4330"/>
              <a:gd name="T16" fmla="*/ 2147483647 w 4357"/>
              <a:gd name="T17" fmla="*/ 2147483647 h 4330"/>
              <a:gd name="T18" fmla="*/ 2147483647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6">
            <a:extLst>
              <a:ext uri="{FF2B5EF4-FFF2-40B4-BE49-F238E27FC236}">
                <a16:creationId xmlns:a16="http://schemas.microsoft.com/office/drawing/2014/main" id="{FAC9766B-8A4E-46CF-944A-4EB913526E18}"/>
              </a:ext>
            </a:extLst>
          </p:cNvPr>
          <p:cNvSpPr>
            <a:spLocks/>
          </p:cNvSpPr>
          <p:nvPr userDrawn="1"/>
        </p:nvSpPr>
        <p:spPr bwMode="ltGray">
          <a:xfrm>
            <a:off x="0" y="3362325"/>
            <a:ext cx="3092450" cy="1776413"/>
          </a:xfrm>
          <a:custGeom>
            <a:avLst/>
            <a:gdLst>
              <a:gd name="T0" fmla="*/ 0 w 2597"/>
              <a:gd name="T1" fmla="*/ 2147483647 h 1492"/>
              <a:gd name="T2" fmla="*/ 2147483647 w 2597"/>
              <a:gd name="T3" fmla="*/ 2147483647 h 1492"/>
              <a:gd name="T4" fmla="*/ 2147483647 w 2597"/>
              <a:gd name="T5" fmla="*/ 0 h 1492"/>
              <a:gd name="T6" fmla="*/ 2147483647 w 2597"/>
              <a:gd name="T7" fmla="*/ 2147483647 h 1492"/>
              <a:gd name="T8" fmla="*/ 2147483647 w 2597"/>
              <a:gd name="T9" fmla="*/ 2147483647 h 1492"/>
              <a:gd name="T10" fmla="*/ 2147483647 w 2597"/>
              <a:gd name="T11" fmla="*/ 2147483647 h 1492"/>
              <a:gd name="T12" fmla="*/ 0 w 2597"/>
              <a:gd name="T13" fmla="*/ 2147483647 h 1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  <a:close/>
              </a:path>
            </a:pathLst>
          </a:custGeom>
          <a:gradFill rotWithShape="1">
            <a:gsLst>
              <a:gs pos="0">
                <a:srgbClr val="363636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7838E568-EFE9-4E0F-A94A-96F7ABCC0D39}"/>
              </a:ext>
            </a:extLst>
          </p:cNvPr>
          <p:cNvSpPr>
            <a:spLocks/>
          </p:cNvSpPr>
          <p:nvPr userDrawn="1"/>
        </p:nvSpPr>
        <p:spPr bwMode="gray">
          <a:xfrm>
            <a:off x="-9525" y="3113088"/>
            <a:ext cx="3114675" cy="2030412"/>
          </a:xfrm>
          <a:custGeom>
            <a:avLst/>
            <a:gdLst>
              <a:gd name="T0" fmla="*/ 0 w 2576"/>
              <a:gd name="T1" fmla="*/ 2147483647 h 1688"/>
              <a:gd name="T2" fmla="*/ 0 w 2576"/>
              <a:gd name="T3" fmla="*/ 2147483647 h 1688"/>
              <a:gd name="T4" fmla="*/ 2147483647 w 2576"/>
              <a:gd name="T5" fmla="*/ 0 h 1688"/>
              <a:gd name="T6" fmla="*/ 2147483647 w 2576"/>
              <a:gd name="T7" fmla="*/ 2147483647 h 1688"/>
              <a:gd name="T8" fmla="*/ 2147483647 w 2576"/>
              <a:gd name="T9" fmla="*/ 2147483647 h 1688"/>
              <a:gd name="T10" fmla="*/ 0 w 2576"/>
              <a:gd name="T11" fmla="*/ 2147483647 h 1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15565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69">
            <a:extLst>
              <a:ext uri="{FF2B5EF4-FFF2-40B4-BE49-F238E27FC236}">
                <a16:creationId xmlns:a16="http://schemas.microsoft.com/office/drawing/2014/main" id="{DD5DCF50-4AB5-42B5-B733-D8AEFAE1C17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213100" y="2951163"/>
            <a:ext cx="3656013" cy="3238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350">
              <a:ea typeface="宋体" pitchFamily="2" charset="-122"/>
            </a:endParaRPr>
          </a:p>
        </p:txBody>
      </p:sp>
      <p:sp>
        <p:nvSpPr>
          <p:cNvPr id="9" name="Line 75">
            <a:extLst>
              <a:ext uri="{FF2B5EF4-FFF2-40B4-BE49-F238E27FC236}">
                <a16:creationId xmlns:a16="http://schemas.microsoft.com/office/drawing/2014/main" id="{EB868452-CA5B-4F13-A685-E1C3E1F6DBC4}"/>
              </a:ext>
            </a:extLst>
          </p:cNvPr>
          <p:cNvSpPr>
            <a:spLocks noChangeShapeType="1"/>
          </p:cNvSpPr>
          <p:nvPr userDrawn="1"/>
        </p:nvSpPr>
        <p:spPr bwMode="white">
          <a:xfrm>
            <a:off x="3222625" y="2952750"/>
            <a:ext cx="36449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70">
            <a:extLst>
              <a:ext uri="{FF2B5EF4-FFF2-40B4-BE49-F238E27FC236}">
                <a16:creationId xmlns:a16="http://schemas.microsoft.com/office/drawing/2014/main" id="{91D61E44-F900-45BB-A89A-0368DF12776A}"/>
              </a:ext>
            </a:extLst>
          </p:cNvPr>
          <p:cNvSpPr>
            <a:spLocks noChangeShapeType="1"/>
          </p:cNvSpPr>
          <p:nvPr userDrawn="1"/>
        </p:nvSpPr>
        <p:spPr bwMode="white">
          <a:xfrm>
            <a:off x="3213100" y="3275013"/>
            <a:ext cx="36449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CA42F4-A5E4-4218-BE13-9F2AA10629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4592638" y="4624388"/>
            <a:ext cx="452437" cy="4540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D91E71-971E-4E03-A39D-03BED7FFBD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5103813" y="4678363"/>
            <a:ext cx="1614487" cy="3921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reeform 71">
            <a:extLst>
              <a:ext uri="{FF2B5EF4-FFF2-40B4-BE49-F238E27FC236}">
                <a16:creationId xmlns:a16="http://schemas.microsoft.com/office/drawing/2014/main" id="{060D6338-7AEF-4FFB-A86F-A5CEFB421CFB}"/>
              </a:ext>
            </a:extLst>
          </p:cNvPr>
          <p:cNvSpPr>
            <a:spLocks/>
          </p:cNvSpPr>
          <p:nvPr userDrawn="1"/>
        </p:nvSpPr>
        <p:spPr bwMode="gray">
          <a:xfrm>
            <a:off x="690563" y="-30163"/>
            <a:ext cx="2867025" cy="5160963"/>
          </a:xfrm>
          <a:custGeom>
            <a:avLst/>
            <a:gdLst>
              <a:gd name="T0" fmla="*/ 2147483647 w 2408"/>
              <a:gd name="T1" fmla="*/ 0 h 4334"/>
              <a:gd name="T2" fmla="*/ 2147483647 w 2408"/>
              <a:gd name="T3" fmla="*/ 2147483647 h 4334"/>
              <a:gd name="T4" fmla="*/ 0 w 2408"/>
              <a:gd name="T5" fmla="*/ 2147483647 h 4334"/>
              <a:gd name="T6" fmla="*/ 2147483647 w 2408"/>
              <a:gd name="T7" fmla="*/ 2147483647 h 4334"/>
              <a:gd name="T8" fmla="*/ 2147483647 w 2408"/>
              <a:gd name="T9" fmla="*/ 2147483647 h 4334"/>
              <a:gd name="T10" fmla="*/ 2147483647 w 2408"/>
              <a:gd name="T11" fmla="*/ 2147483647 h 4334"/>
              <a:gd name="T12" fmla="*/ 2147483647 w 2408"/>
              <a:gd name="T13" fmla="*/ 0 h 43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  <a:close/>
              </a:path>
            </a:pathLst>
          </a:custGeom>
          <a:gradFill rotWithShape="1">
            <a:gsLst>
              <a:gs pos="0">
                <a:srgbClr val="E9F3C8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43300" y="2286000"/>
            <a:ext cx="3086100" cy="571500"/>
          </a:xfrm>
          <a:extLst/>
        </p:spPr>
        <p:txBody>
          <a:bodyPr/>
          <a:lstStyle>
            <a:lvl1pPr algn="l">
              <a:defRPr sz="3300" b="0" i="1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43300" y="2914650"/>
            <a:ext cx="3200400" cy="40005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4" name="Rectangle 72">
            <a:extLst>
              <a:ext uri="{FF2B5EF4-FFF2-40B4-BE49-F238E27FC236}">
                <a16:creationId xmlns:a16="http://schemas.microsoft.com/office/drawing/2014/main" id="{6D77E435-F1D8-48E9-9814-1E9545D77A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42900" y="4922838"/>
            <a:ext cx="1600200" cy="119062"/>
          </a:xfrm>
        </p:spPr>
        <p:txBody>
          <a:bodyPr/>
          <a:lstStyle>
            <a:lvl1pPr algn="l">
              <a:defRPr sz="105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73">
            <a:extLst>
              <a:ext uri="{FF2B5EF4-FFF2-40B4-BE49-F238E27FC236}">
                <a16:creationId xmlns:a16="http://schemas.microsoft.com/office/drawing/2014/main" id="{044F947F-30D3-4197-9E10-ACD018CDB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4913313"/>
            <a:ext cx="2171700" cy="128587"/>
          </a:xfrm>
        </p:spPr>
        <p:txBody>
          <a:bodyPr/>
          <a:lstStyle>
            <a:lvl1pPr algn="ctr">
              <a:defRPr sz="105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74">
            <a:extLst>
              <a:ext uri="{FF2B5EF4-FFF2-40B4-BE49-F238E27FC236}">
                <a16:creationId xmlns:a16="http://schemas.microsoft.com/office/drawing/2014/main" id="{7700BD55-62C7-4EC2-9E57-079A00C81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4902200"/>
            <a:ext cx="1600200" cy="139700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8A346E64-8A1C-4737-879D-35599D1FCE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8751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>
            <a:extLst>
              <a:ext uri="{FF2B5EF4-FFF2-40B4-BE49-F238E27FC236}">
                <a16:creationId xmlns:a16="http://schemas.microsoft.com/office/drawing/2014/main" id="{6AA1994C-FEAD-4437-9089-84C601F3005E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>
            <a:extLst>
              <a:ext uri="{FF2B5EF4-FFF2-40B4-BE49-F238E27FC236}">
                <a16:creationId xmlns:a16="http://schemas.microsoft.com/office/drawing/2014/main" id="{662AB567-7535-4FEF-8A9B-63157A26CEF0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1D7A51C6-D9E3-4A2C-8D92-669A091CB8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3076" name="Object 69">
                        <a:extLst>
                          <a:ext uri="{FF2B5EF4-FFF2-40B4-BE49-F238E27FC236}">
                            <a16:creationId xmlns:a16="http://schemas.microsoft.com/office/drawing/2014/main" id="{37BDAB65-08B0-437D-8763-3AD0997332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>
            <a:extLst>
              <a:ext uri="{FF2B5EF4-FFF2-40B4-BE49-F238E27FC236}">
                <a16:creationId xmlns:a16="http://schemas.microsoft.com/office/drawing/2014/main" id="{CDC1BF33-ADF9-4813-A0BF-7011F33525DF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>
            <a:extLst>
              <a:ext uri="{FF2B5EF4-FFF2-40B4-BE49-F238E27FC236}">
                <a16:creationId xmlns:a16="http://schemas.microsoft.com/office/drawing/2014/main" id="{4543B809-EC5A-4A55-AA44-5169709A47BB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9" name="Freeform 72">
            <a:extLst>
              <a:ext uri="{FF2B5EF4-FFF2-40B4-BE49-F238E27FC236}">
                <a16:creationId xmlns:a16="http://schemas.microsoft.com/office/drawing/2014/main" id="{BB81DF0B-2561-470E-88AB-622B07E136E8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>
            <a:extLst>
              <a:ext uri="{FF2B5EF4-FFF2-40B4-BE49-F238E27FC236}">
                <a16:creationId xmlns:a16="http://schemas.microsoft.com/office/drawing/2014/main" id="{8FF2FBD6-D6BE-4DEF-8582-07C3DDD2BB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4754563"/>
            <a:ext cx="11303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FA0E5D97-FEA5-41F7-B295-076027DAB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2F7B82-CA9E-45C5-A39C-B05F347CFD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" name="日期占位符 5">
            <a:extLst>
              <a:ext uri="{FF2B5EF4-FFF2-40B4-BE49-F238E27FC236}">
                <a16:creationId xmlns:a16="http://schemas.microsoft.com/office/drawing/2014/main" id="{08BA80BA-1D3E-48C2-B4C7-20C2AA45C5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8267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>
            <a:extLst>
              <a:ext uri="{FF2B5EF4-FFF2-40B4-BE49-F238E27FC236}">
                <a16:creationId xmlns:a16="http://schemas.microsoft.com/office/drawing/2014/main" id="{1C0BF3C5-FCFE-4709-B20D-EFC7A3CBDD07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>
            <a:extLst>
              <a:ext uri="{FF2B5EF4-FFF2-40B4-BE49-F238E27FC236}">
                <a16:creationId xmlns:a16="http://schemas.microsoft.com/office/drawing/2014/main" id="{FF3BEE27-3482-45BE-B874-74852F6DBCE7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D872FC9C-34DE-4B38-BE5C-C7BA3843B6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7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4100" name="Object 69">
                        <a:extLst>
                          <a:ext uri="{FF2B5EF4-FFF2-40B4-BE49-F238E27FC236}">
                            <a16:creationId xmlns:a16="http://schemas.microsoft.com/office/drawing/2014/main" id="{C3FFC242-0D55-41AF-9F0F-8DFD8FCA6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>
            <a:extLst>
              <a:ext uri="{FF2B5EF4-FFF2-40B4-BE49-F238E27FC236}">
                <a16:creationId xmlns:a16="http://schemas.microsoft.com/office/drawing/2014/main" id="{CA0E1BBB-1799-433D-887D-076562DAA98B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>
            <a:extLst>
              <a:ext uri="{FF2B5EF4-FFF2-40B4-BE49-F238E27FC236}">
                <a16:creationId xmlns:a16="http://schemas.microsoft.com/office/drawing/2014/main" id="{D0328C11-7380-450A-9E38-C9AB1BDA3265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9" name="Freeform 72">
            <a:extLst>
              <a:ext uri="{FF2B5EF4-FFF2-40B4-BE49-F238E27FC236}">
                <a16:creationId xmlns:a16="http://schemas.microsoft.com/office/drawing/2014/main" id="{3AE07213-4E35-4F5A-AB13-5B2A89DE44CA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>
            <a:extLst>
              <a:ext uri="{FF2B5EF4-FFF2-40B4-BE49-F238E27FC236}">
                <a16:creationId xmlns:a16="http://schemas.microsoft.com/office/drawing/2014/main" id="{838E9503-4D54-4C7E-889A-6FFF82966C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EC3A8C5D-9EB3-4EA3-8413-CDD454716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50AF94-4088-4F90-BF1B-B72183CF0D4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" name="日期占位符 5">
            <a:extLst>
              <a:ext uri="{FF2B5EF4-FFF2-40B4-BE49-F238E27FC236}">
                <a16:creationId xmlns:a16="http://schemas.microsoft.com/office/drawing/2014/main" id="{5E06BB76-EB9C-4678-96BD-A05AA6307A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706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>
            <a:extLst>
              <a:ext uri="{FF2B5EF4-FFF2-40B4-BE49-F238E27FC236}">
                <a16:creationId xmlns:a16="http://schemas.microsoft.com/office/drawing/2014/main" id="{606B8DCB-C98F-40BB-9AA3-080906020E64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06549A1B-FEEF-423E-A06B-53C23D173703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>
            <a:extLst>
              <a:ext uri="{FF2B5EF4-FFF2-40B4-BE49-F238E27FC236}">
                <a16:creationId xmlns:a16="http://schemas.microsoft.com/office/drawing/2014/main" id="{82F305B5-E687-42C2-A260-C43E7B898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5124" name="Object 69">
                        <a:extLst>
                          <a:ext uri="{FF2B5EF4-FFF2-40B4-BE49-F238E27FC236}">
                            <a16:creationId xmlns:a16="http://schemas.microsoft.com/office/drawing/2014/main" id="{A5ED9285-DF5D-4DA1-93A2-BBAC13BA8C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>
            <a:extLst>
              <a:ext uri="{FF2B5EF4-FFF2-40B4-BE49-F238E27FC236}">
                <a16:creationId xmlns:a16="http://schemas.microsoft.com/office/drawing/2014/main" id="{EBB7D289-203B-43AB-89B2-1CD3B9EE1EA5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>
            <a:extLst>
              <a:ext uri="{FF2B5EF4-FFF2-40B4-BE49-F238E27FC236}">
                <a16:creationId xmlns:a16="http://schemas.microsoft.com/office/drawing/2014/main" id="{971A5C57-AA79-4E72-854E-6E6E34C46C2B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BB5D0A7F-A2FA-4F83-A06A-778829B37085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>
            <a:extLst>
              <a:ext uri="{FF2B5EF4-FFF2-40B4-BE49-F238E27FC236}">
                <a16:creationId xmlns:a16="http://schemas.microsoft.com/office/drawing/2014/main" id="{59D8C7CE-5C46-4E09-A6D6-E2CB366562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8CC09F4D-0084-4099-8251-6AA20AEB5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78037F-AD36-4F65-BE41-9C5B06E91DA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3" name="日期占位符 6">
            <a:extLst>
              <a:ext uri="{FF2B5EF4-FFF2-40B4-BE49-F238E27FC236}">
                <a16:creationId xmlns:a16="http://schemas.microsoft.com/office/drawing/2014/main" id="{77FCEA0E-41ED-481F-BE0B-9A4D61D52E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1320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7">
            <a:extLst>
              <a:ext uri="{FF2B5EF4-FFF2-40B4-BE49-F238E27FC236}">
                <a16:creationId xmlns:a16="http://schemas.microsoft.com/office/drawing/2014/main" id="{36C49A7B-F39D-42E5-9B03-AD772D7858C7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68">
            <a:extLst>
              <a:ext uri="{FF2B5EF4-FFF2-40B4-BE49-F238E27FC236}">
                <a16:creationId xmlns:a16="http://schemas.microsoft.com/office/drawing/2014/main" id="{EA06F308-9A4A-4D8F-8733-96BD3E07B04A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Object 69">
            <a:extLst>
              <a:ext uri="{FF2B5EF4-FFF2-40B4-BE49-F238E27FC236}">
                <a16:creationId xmlns:a16="http://schemas.microsoft.com/office/drawing/2014/main" id="{7AC6D704-B1A2-4A57-A1D8-9DC55A7C1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6148" name="Object 69">
                        <a:extLst>
                          <a:ext uri="{FF2B5EF4-FFF2-40B4-BE49-F238E27FC236}">
                            <a16:creationId xmlns:a16="http://schemas.microsoft.com/office/drawing/2014/main" id="{BE5F2FED-0490-4D5A-A9CB-F07525F7E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70">
            <a:extLst>
              <a:ext uri="{FF2B5EF4-FFF2-40B4-BE49-F238E27FC236}">
                <a16:creationId xmlns:a16="http://schemas.microsoft.com/office/drawing/2014/main" id="{1E8EB2B6-AFA6-4886-99FA-A36107A42731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1">
            <a:extLst>
              <a:ext uri="{FF2B5EF4-FFF2-40B4-BE49-F238E27FC236}">
                <a16:creationId xmlns:a16="http://schemas.microsoft.com/office/drawing/2014/main" id="{D8798ABF-CD9D-45C1-88A9-F98586B43751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12" name="Freeform 72">
            <a:extLst>
              <a:ext uri="{FF2B5EF4-FFF2-40B4-BE49-F238E27FC236}">
                <a16:creationId xmlns:a16="http://schemas.microsoft.com/office/drawing/2014/main" id="{A07A69D8-0D69-4476-8B2B-BE62AF19BB63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9">
            <a:extLst>
              <a:ext uri="{FF2B5EF4-FFF2-40B4-BE49-F238E27FC236}">
                <a16:creationId xmlns:a16="http://schemas.microsoft.com/office/drawing/2014/main" id="{D556BE9D-649C-4400-9E9B-5D8B6FCA554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0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0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灯片编号占位符 7">
            <a:extLst>
              <a:ext uri="{FF2B5EF4-FFF2-40B4-BE49-F238E27FC236}">
                <a16:creationId xmlns:a16="http://schemas.microsoft.com/office/drawing/2014/main" id="{64B53A2A-B8A3-4AF7-9A18-7633D4EF2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D8FDF2-67AB-487A-A2DE-C0AF990A141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5" name="日期占位符 8">
            <a:extLst>
              <a:ext uri="{FF2B5EF4-FFF2-40B4-BE49-F238E27FC236}">
                <a16:creationId xmlns:a16="http://schemas.microsoft.com/office/drawing/2014/main" id="{859CDC15-E87E-4473-971F-C03F7E638F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6280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7">
            <a:extLst>
              <a:ext uri="{FF2B5EF4-FFF2-40B4-BE49-F238E27FC236}">
                <a16:creationId xmlns:a16="http://schemas.microsoft.com/office/drawing/2014/main" id="{EAA057C8-D3FB-440A-8447-841E9868F8E2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68">
            <a:extLst>
              <a:ext uri="{FF2B5EF4-FFF2-40B4-BE49-F238E27FC236}">
                <a16:creationId xmlns:a16="http://schemas.microsoft.com/office/drawing/2014/main" id="{79A14AF6-7DA7-461C-BAC0-7274A681BE44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69">
            <a:extLst>
              <a:ext uri="{FF2B5EF4-FFF2-40B4-BE49-F238E27FC236}">
                <a16:creationId xmlns:a16="http://schemas.microsoft.com/office/drawing/2014/main" id="{B11BEF33-F521-4D95-B289-9093C9A70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7172" name="Object 69">
                        <a:extLst>
                          <a:ext uri="{FF2B5EF4-FFF2-40B4-BE49-F238E27FC236}">
                            <a16:creationId xmlns:a16="http://schemas.microsoft.com/office/drawing/2014/main" id="{607583E0-9735-46EB-9317-B887C1F18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70">
            <a:extLst>
              <a:ext uri="{FF2B5EF4-FFF2-40B4-BE49-F238E27FC236}">
                <a16:creationId xmlns:a16="http://schemas.microsoft.com/office/drawing/2014/main" id="{D3C4A9BD-9899-4C95-A860-4326EF3DADE2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1">
            <a:extLst>
              <a:ext uri="{FF2B5EF4-FFF2-40B4-BE49-F238E27FC236}">
                <a16:creationId xmlns:a16="http://schemas.microsoft.com/office/drawing/2014/main" id="{DFD5465A-3976-44F8-A09A-C202697F224C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8" name="Freeform 72">
            <a:extLst>
              <a:ext uri="{FF2B5EF4-FFF2-40B4-BE49-F238E27FC236}">
                <a16:creationId xmlns:a16="http://schemas.microsoft.com/office/drawing/2014/main" id="{815969F5-C9CA-4FC6-B5F3-74CFF0A1BA32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2">
            <a:extLst>
              <a:ext uri="{FF2B5EF4-FFF2-40B4-BE49-F238E27FC236}">
                <a16:creationId xmlns:a16="http://schemas.microsoft.com/office/drawing/2014/main" id="{C6EA537E-5FF8-49C6-9825-D83908E5A0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80B8CF6B-F5E8-45B1-BF1F-429110671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F9108-1CF7-49B5-9FA6-DA7D4820357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1" name="日期占位符 4">
            <a:extLst>
              <a:ext uri="{FF2B5EF4-FFF2-40B4-BE49-F238E27FC236}">
                <a16:creationId xmlns:a16="http://schemas.microsoft.com/office/drawing/2014/main" id="{BF61BB57-2D4A-414A-8550-755B12ECF6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88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7">
            <a:extLst>
              <a:ext uri="{FF2B5EF4-FFF2-40B4-BE49-F238E27FC236}">
                <a16:creationId xmlns:a16="http://schemas.microsoft.com/office/drawing/2014/main" id="{A782B29F-438F-474B-9223-A89C7642F6B7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68">
            <a:extLst>
              <a:ext uri="{FF2B5EF4-FFF2-40B4-BE49-F238E27FC236}">
                <a16:creationId xmlns:a16="http://schemas.microsoft.com/office/drawing/2014/main" id="{AE2DB38D-E2E8-4721-B902-15C7720611A7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69">
            <a:extLst>
              <a:ext uri="{FF2B5EF4-FFF2-40B4-BE49-F238E27FC236}">
                <a16:creationId xmlns:a16="http://schemas.microsoft.com/office/drawing/2014/main" id="{E3EFD7E4-C755-428B-BAB6-F0234F013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8196" name="Object 69">
                        <a:extLst>
                          <a:ext uri="{FF2B5EF4-FFF2-40B4-BE49-F238E27FC236}">
                            <a16:creationId xmlns:a16="http://schemas.microsoft.com/office/drawing/2014/main" id="{4BF62511-C68D-4B7F-ABB1-D0878631A1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70">
            <a:extLst>
              <a:ext uri="{FF2B5EF4-FFF2-40B4-BE49-F238E27FC236}">
                <a16:creationId xmlns:a16="http://schemas.microsoft.com/office/drawing/2014/main" id="{8757A7F8-529F-4475-8897-ED8F75FDDB08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71">
            <a:extLst>
              <a:ext uri="{FF2B5EF4-FFF2-40B4-BE49-F238E27FC236}">
                <a16:creationId xmlns:a16="http://schemas.microsoft.com/office/drawing/2014/main" id="{4861BC82-1999-4536-90DA-667BFC97C523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7" name="Freeform 72">
            <a:extLst>
              <a:ext uri="{FF2B5EF4-FFF2-40B4-BE49-F238E27FC236}">
                <a16:creationId xmlns:a16="http://schemas.microsoft.com/office/drawing/2014/main" id="{B7C32CE5-42B0-4A16-B737-B0B6435C4E9C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12">
            <a:extLst>
              <a:ext uri="{FF2B5EF4-FFF2-40B4-BE49-F238E27FC236}">
                <a16:creationId xmlns:a16="http://schemas.microsoft.com/office/drawing/2014/main" id="{8D239C42-0061-4193-9008-00BF58D5BF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778A433D-0427-4EFF-B54C-E9923877D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C19E75-92F6-4AB1-9B9E-349D8FCA3A0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846E58A5-278A-4370-8134-C72B6D6D22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652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>
            <a:extLst>
              <a:ext uri="{FF2B5EF4-FFF2-40B4-BE49-F238E27FC236}">
                <a16:creationId xmlns:a16="http://schemas.microsoft.com/office/drawing/2014/main" id="{351FAFC9-69A5-4E19-B5F4-E3A2BD62B8ED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8CD183A5-DD05-43CD-98FA-0D33B784B3BD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>
            <a:extLst>
              <a:ext uri="{FF2B5EF4-FFF2-40B4-BE49-F238E27FC236}">
                <a16:creationId xmlns:a16="http://schemas.microsoft.com/office/drawing/2014/main" id="{0CACC9FF-D720-40D8-B02B-4641CFC7A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9220" name="Object 69">
                        <a:extLst>
                          <a:ext uri="{FF2B5EF4-FFF2-40B4-BE49-F238E27FC236}">
                            <a16:creationId xmlns:a16="http://schemas.microsoft.com/office/drawing/2014/main" id="{BD36A619-BFB9-44A9-BAE3-1AA26B42F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>
            <a:extLst>
              <a:ext uri="{FF2B5EF4-FFF2-40B4-BE49-F238E27FC236}">
                <a16:creationId xmlns:a16="http://schemas.microsoft.com/office/drawing/2014/main" id="{68C196B6-9302-4AC1-805B-737A25C150D5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>
            <a:extLst>
              <a:ext uri="{FF2B5EF4-FFF2-40B4-BE49-F238E27FC236}">
                <a16:creationId xmlns:a16="http://schemas.microsoft.com/office/drawing/2014/main" id="{C7069A35-6D17-44B1-A9AD-3E990D564697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F313A05C-142E-4504-9214-8C0322F5CCE9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>
            <a:extLst>
              <a:ext uri="{FF2B5EF4-FFF2-40B4-BE49-F238E27FC236}">
                <a16:creationId xmlns:a16="http://schemas.microsoft.com/office/drawing/2014/main" id="{B23CE8FB-984B-44B8-84E3-CA5621E3C4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1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1" y="1076327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D71FD08-112D-43C1-935E-616B58E9D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E23AF1-E460-4168-85B4-2C1B42D6071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3" name="日期占位符 6">
            <a:extLst>
              <a:ext uri="{FF2B5EF4-FFF2-40B4-BE49-F238E27FC236}">
                <a16:creationId xmlns:a16="http://schemas.microsoft.com/office/drawing/2014/main" id="{2DC1875F-B3D4-471F-A609-5AC63AC50E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2171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>
            <a:extLst>
              <a:ext uri="{FF2B5EF4-FFF2-40B4-BE49-F238E27FC236}">
                <a16:creationId xmlns:a16="http://schemas.microsoft.com/office/drawing/2014/main" id="{FB6DAED6-5578-431F-8BCD-FAC13E5763D0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2B6B37B9-CFFA-4F69-B0EB-CE24216F5F56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69">
            <a:extLst>
              <a:ext uri="{FF2B5EF4-FFF2-40B4-BE49-F238E27FC236}">
                <a16:creationId xmlns:a16="http://schemas.microsoft.com/office/drawing/2014/main" id="{A95E6BD2-1BD8-4AE5-8AC4-BC5BEA55F0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10244" name="Object 69">
                        <a:extLst>
                          <a:ext uri="{FF2B5EF4-FFF2-40B4-BE49-F238E27FC236}">
                            <a16:creationId xmlns:a16="http://schemas.microsoft.com/office/drawing/2014/main" id="{1BD0FDA9-9AA6-40A3-B553-3C3D07893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>
            <a:extLst>
              <a:ext uri="{FF2B5EF4-FFF2-40B4-BE49-F238E27FC236}">
                <a16:creationId xmlns:a16="http://schemas.microsoft.com/office/drawing/2014/main" id="{3E67891F-271A-47A3-9DCD-82C2816154D7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1">
            <a:extLst>
              <a:ext uri="{FF2B5EF4-FFF2-40B4-BE49-F238E27FC236}">
                <a16:creationId xmlns:a16="http://schemas.microsoft.com/office/drawing/2014/main" id="{DAD21514-B615-4741-B1E2-C236EBB5724D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CFE9D826-3833-4F3E-89AE-3B5407A107CA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2">
            <a:extLst>
              <a:ext uri="{FF2B5EF4-FFF2-40B4-BE49-F238E27FC236}">
                <a16:creationId xmlns:a16="http://schemas.microsoft.com/office/drawing/2014/main" id="{870F524C-6C52-4185-800A-7B7D7380EB5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504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EC005756-4C0A-4A8D-BE00-1BB73CAA4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2FAC2-2818-4888-8CB3-E64D41E94C0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3" name="日期占位符 6">
            <a:extLst>
              <a:ext uri="{FF2B5EF4-FFF2-40B4-BE49-F238E27FC236}">
                <a16:creationId xmlns:a16="http://schemas.microsoft.com/office/drawing/2014/main" id="{0B09ECDA-74B5-4A8A-AD42-46A8DEA1227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76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>
            <a:extLst>
              <a:ext uri="{FF2B5EF4-FFF2-40B4-BE49-F238E27FC236}">
                <a16:creationId xmlns:a16="http://schemas.microsoft.com/office/drawing/2014/main" id="{B302937E-7C8A-444D-A96B-F325AA37BEC8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>
            <a:extLst>
              <a:ext uri="{FF2B5EF4-FFF2-40B4-BE49-F238E27FC236}">
                <a16:creationId xmlns:a16="http://schemas.microsoft.com/office/drawing/2014/main" id="{2E69162D-B68A-489A-8AEC-7CA681D18EB0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85B1DDAE-11F9-4ED6-B24C-89446EF7D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5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11268" name="Object 69">
                        <a:extLst>
                          <a:ext uri="{FF2B5EF4-FFF2-40B4-BE49-F238E27FC236}">
                            <a16:creationId xmlns:a16="http://schemas.microsoft.com/office/drawing/2014/main" id="{584982C6-FFB7-4BB7-B103-6E7831B14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>
            <a:extLst>
              <a:ext uri="{FF2B5EF4-FFF2-40B4-BE49-F238E27FC236}">
                <a16:creationId xmlns:a16="http://schemas.microsoft.com/office/drawing/2014/main" id="{B93F3C66-B29D-42B5-B99C-B5DF5AF721B2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>
            <a:extLst>
              <a:ext uri="{FF2B5EF4-FFF2-40B4-BE49-F238E27FC236}">
                <a16:creationId xmlns:a16="http://schemas.microsoft.com/office/drawing/2014/main" id="{B64681B1-62E6-4087-8493-8F212AF5970D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9" name="Freeform 72">
            <a:extLst>
              <a:ext uri="{FF2B5EF4-FFF2-40B4-BE49-F238E27FC236}">
                <a16:creationId xmlns:a16="http://schemas.microsoft.com/office/drawing/2014/main" id="{6E719391-2D6D-4D8C-9927-51F0B268A763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>
            <a:extLst>
              <a:ext uri="{FF2B5EF4-FFF2-40B4-BE49-F238E27FC236}">
                <a16:creationId xmlns:a16="http://schemas.microsoft.com/office/drawing/2014/main" id="{364D63DA-9FE5-4CCD-A438-5F8C30E6B07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D2568021-64FF-422D-8604-15E99962C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54344B-90CB-4BB4-96E8-0F8BA112BE3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" name="日期占位符 5">
            <a:extLst>
              <a:ext uri="{FF2B5EF4-FFF2-40B4-BE49-F238E27FC236}">
                <a16:creationId xmlns:a16="http://schemas.microsoft.com/office/drawing/2014/main" id="{8AE0475A-3AAB-4C69-BDFB-8AA38D2F77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8160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>
            <a:extLst>
              <a:ext uri="{FF2B5EF4-FFF2-40B4-BE49-F238E27FC236}">
                <a16:creationId xmlns:a16="http://schemas.microsoft.com/office/drawing/2014/main" id="{345BE887-DCF5-44D1-B608-6C4F9DD00133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>
            <a:extLst>
              <a:ext uri="{FF2B5EF4-FFF2-40B4-BE49-F238E27FC236}">
                <a16:creationId xmlns:a16="http://schemas.microsoft.com/office/drawing/2014/main" id="{11076594-ABD1-4846-97A9-A1DBD96B2E52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33FAEDB5-1877-4C7E-B490-36CB9AE60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9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12292" name="Object 69">
                        <a:extLst>
                          <a:ext uri="{FF2B5EF4-FFF2-40B4-BE49-F238E27FC236}">
                            <a16:creationId xmlns:a16="http://schemas.microsoft.com/office/drawing/2014/main" id="{544B74BA-4178-4663-8D9A-9BA9EED46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>
            <a:extLst>
              <a:ext uri="{FF2B5EF4-FFF2-40B4-BE49-F238E27FC236}">
                <a16:creationId xmlns:a16="http://schemas.microsoft.com/office/drawing/2014/main" id="{B1E29440-DD8E-41CD-A311-1711B22F3A78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>
            <a:extLst>
              <a:ext uri="{FF2B5EF4-FFF2-40B4-BE49-F238E27FC236}">
                <a16:creationId xmlns:a16="http://schemas.microsoft.com/office/drawing/2014/main" id="{1DB6A099-72AC-4CE2-9448-712E84F74DEC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9" name="Freeform 72">
            <a:extLst>
              <a:ext uri="{FF2B5EF4-FFF2-40B4-BE49-F238E27FC236}">
                <a16:creationId xmlns:a16="http://schemas.microsoft.com/office/drawing/2014/main" id="{86FA7247-6D62-4C9A-B0FC-DE6D1A349C66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>
            <a:extLst>
              <a:ext uri="{FF2B5EF4-FFF2-40B4-BE49-F238E27FC236}">
                <a16:creationId xmlns:a16="http://schemas.microsoft.com/office/drawing/2014/main" id="{85E8E09D-7A60-4F21-9CE6-7294052F7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4212E9BE-FB97-49BE-9375-6F69FE7ED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C09A1E-D73D-4C9B-924F-EA3DE143DE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" name="日期占位符 5">
            <a:extLst>
              <a:ext uri="{FF2B5EF4-FFF2-40B4-BE49-F238E27FC236}">
                <a16:creationId xmlns:a16="http://schemas.microsoft.com/office/drawing/2014/main" id="{04782A23-0C83-4E72-907A-B400685B8DB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5416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>
            <a:extLst>
              <a:ext uri="{FF2B5EF4-FFF2-40B4-BE49-F238E27FC236}">
                <a16:creationId xmlns:a16="http://schemas.microsoft.com/office/drawing/2014/main" id="{7041A085-82C6-486D-A77D-10F4AA439FF6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68">
            <a:extLst>
              <a:ext uri="{FF2B5EF4-FFF2-40B4-BE49-F238E27FC236}">
                <a16:creationId xmlns:a16="http://schemas.microsoft.com/office/drawing/2014/main" id="{890F7570-94E4-4B26-8DFE-8A42C8095443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3D9175C4-2DC7-456B-A9A6-DC934EA4E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3" name="Image" r:id="rId3" imgW="4101587" imgH="406063" progId="Photoshop.Image.6">
                  <p:embed/>
                </p:oleObj>
              </mc:Choice>
              <mc:Fallback>
                <p:oleObj name="Image" r:id="rId3" imgW="4101587" imgH="406063" progId="Photoshop.Image.6">
                  <p:embed/>
                  <p:pic>
                    <p:nvPicPr>
                      <p:cNvPr id="13316" name="Object 69">
                        <a:extLst>
                          <a:ext uri="{FF2B5EF4-FFF2-40B4-BE49-F238E27FC236}">
                            <a16:creationId xmlns:a16="http://schemas.microsoft.com/office/drawing/2014/main" id="{7F1BB9DA-DB94-4B1F-BD51-DB316D2C3B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>
            <a:extLst>
              <a:ext uri="{FF2B5EF4-FFF2-40B4-BE49-F238E27FC236}">
                <a16:creationId xmlns:a16="http://schemas.microsoft.com/office/drawing/2014/main" id="{C76D5D6D-0792-41F9-A45B-D839EC809A65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1">
            <a:extLst>
              <a:ext uri="{FF2B5EF4-FFF2-40B4-BE49-F238E27FC236}">
                <a16:creationId xmlns:a16="http://schemas.microsoft.com/office/drawing/2014/main" id="{2473F5C2-F237-4014-9AE2-3414565562C6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9" name="Freeform 72">
            <a:extLst>
              <a:ext uri="{FF2B5EF4-FFF2-40B4-BE49-F238E27FC236}">
                <a16:creationId xmlns:a16="http://schemas.microsoft.com/office/drawing/2014/main" id="{2A17A4D9-D974-4343-9874-A8D27FDDCE61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2">
            <a:extLst>
              <a:ext uri="{FF2B5EF4-FFF2-40B4-BE49-F238E27FC236}">
                <a16:creationId xmlns:a16="http://schemas.microsoft.com/office/drawing/2014/main" id="{26E0B2D1-ECE1-4FD8-8C56-3FEE82AC6B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503738"/>
            <a:ext cx="15811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71451"/>
            <a:ext cx="5372100" cy="422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42900" y="914400"/>
            <a:ext cx="6172200" cy="3714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EEEC22B4-A777-4430-B8DC-1661A7B27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8D1B8E-04DA-4A70-8548-6B07B2735D2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" name="日期占位符 5">
            <a:extLst>
              <a:ext uri="{FF2B5EF4-FFF2-40B4-BE49-F238E27FC236}">
                <a16:creationId xmlns:a16="http://schemas.microsoft.com/office/drawing/2014/main" id="{1BD84BDE-674E-4E48-B5BC-F552D9B43F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14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67">
            <a:extLst>
              <a:ext uri="{FF2B5EF4-FFF2-40B4-BE49-F238E27FC236}">
                <a16:creationId xmlns:a16="http://schemas.microsoft.com/office/drawing/2014/main" id="{BFC74A3A-E332-4064-85DD-7D50A10407EF}"/>
              </a:ext>
            </a:extLst>
          </p:cNvPr>
          <p:cNvSpPr>
            <a:spLocks/>
          </p:cNvSpPr>
          <p:nvPr/>
        </p:nvSpPr>
        <p:spPr bwMode="ltGray">
          <a:xfrm>
            <a:off x="-1588" y="4810125"/>
            <a:ext cx="3154363" cy="333375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Freeform 68">
            <a:extLst>
              <a:ext uri="{FF2B5EF4-FFF2-40B4-BE49-F238E27FC236}">
                <a16:creationId xmlns:a16="http://schemas.microsoft.com/office/drawing/2014/main" id="{B74724A5-812C-4324-BB9E-6A49E7CA2500}"/>
              </a:ext>
            </a:extLst>
          </p:cNvPr>
          <p:cNvSpPr>
            <a:spLocks/>
          </p:cNvSpPr>
          <p:nvPr/>
        </p:nvSpPr>
        <p:spPr bwMode="ltGray">
          <a:xfrm>
            <a:off x="3698875" y="4752975"/>
            <a:ext cx="3159125" cy="390525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8" name="Object 69">
            <a:extLst>
              <a:ext uri="{FF2B5EF4-FFF2-40B4-BE49-F238E27FC236}">
                <a16:creationId xmlns:a16="http://schemas.microsoft.com/office/drawing/2014/main" id="{47DE58B9-2741-4823-A420-9E57C7A91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Image" r:id="rId15" imgW="4101587" imgH="406063" progId="Photoshop.Image.6">
                  <p:embed/>
                </p:oleObj>
              </mc:Choice>
              <mc:Fallback>
                <p:oleObj name="Image" r:id="rId15" imgW="4101587" imgH="406063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70">
            <a:extLst>
              <a:ext uri="{FF2B5EF4-FFF2-40B4-BE49-F238E27FC236}">
                <a16:creationId xmlns:a16="http://schemas.microsoft.com/office/drawing/2014/main" id="{4DC886AE-F777-4341-B5FD-CA61AE5C31BC}"/>
              </a:ext>
            </a:extLst>
          </p:cNvPr>
          <p:cNvSpPr>
            <a:spLocks/>
          </p:cNvSpPr>
          <p:nvPr/>
        </p:nvSpPr>
        <p:spPr bwMode="ltGray">
          <a:xfrm flipH="1">
            <a:off x="0" y="595313"/>
            <a:ext cx="2727325" cy="333375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71">
            <a:extLst>
              <a:ext uri="{FF2B5EF4-FFF2-40B4-BE49-F238E27FC236}">
                <a16:creationId xmlns:a16="http://schemas.microsoft.com/office/drawing/2014/main" id="{43E1DEB2-D576-4986-8729-96D2DDC021A9}"/>
              </a:ext>
            </a:extLst>
          </p:cNvPr>
          <p:cNvSpPr>
            <a:spLocks/>
          </p:cNvSpPr>
          <p:nvPr/>
        </p:nvSpPr>
        <p:spPr bwMode="ltGray">
          <a:xfrm>
            <a:off x="0" y="0"/>
            <a:ext cx="6858000" cy="609600"/>
          </a:xfrm>
          <a:custGeom>
            <a:avLst/>
            <a:gdLst>
              <a:gd name="T0" fmla="*/ 0 w 5760"/>
              <a:gd name="T1" fmla="*/ 609600 h 512"/>
              <a:gd name="T2" fmla="*/ 9144000 w 5760"/>
              <a:gd name="T3" fmla="*/ 609600 h 512"/>
              <a:gd name="T4" fmla="*/ 9144000 w 5760"/>
              <a:gd name="T5" fmla="*/ 0 h 512"/>
              <a:gd name="T6" fmla="*/ 4451350 w 5760"/>
              <a:gd name="T7" fmla="*/ 159544 h 512"/>
              <a:gd name="T8" fmla="*/ 0 w 5760"/>
              <a:gd name="T9" fmla="*/ 10716 h 512"/>
              <a:gd name="T10" fmla="*/ 0 w 5760"/>
              <a:gd name="T11" fmla="*/ 609600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rgbClr val="091C4B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DAE3DDD5-B4D5-4FDA-9204-8206B0F74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2" name="Rectangle 5">
            <a:extLst>
              <a:ext uri="{FF2B5EF4-FFF2-40B4-BE49-F238E27FC236}">
                <a16:creationId xmlns:a16="http://schemas.microsoft.com/office/drawing/2014/main" id="{7764D44E-D8D2-444A-9503-B1C763A0BA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>
                <a:solidFill>
                  <a:schemeClr val="bg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3" name="Rectangle 6">
            <a:extLst>
              <a:ext uri="{FF2B5EF4-FFF2-40B4-BE49-F238E27FC236}">
                <a16:creationId xmlns:a16="http://schemas.microsoft.com/office/drawing/2014/main" id="{204A7F0E-0F73-4DBF-A21C-34BAEC3D08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00">
                <a:solidFill>
                  <a:srgbClr val="692AA2"/>
                </a:solidFill>
                <a:ea typeface="宋体" panose="02010600030101010101" pitchFamily="2" charset="-122"/>
              </a:defRPr>
            </a:lvl1pPr>
          </a:lstStyle>
          <a:p>
            <a:fld id="{33731FD5-0350-40DD-B003-D46816BF588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4" name="Rectangle 2">
            <a:extLst>
              <a:ext uri="{FF2B5EF4-FFF2-40B4-BE49-F238E27FC236}">
                <a16:creationId xmlns:a16="http://schemas.microsoft.com/office/drawing/2014/main" id="{3D4283D4-22F2-4291-B2AB-1FC8C5367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Rectangle 4">
            <a:extLst>
              <a:ext uri="{FF2B5EF4-FFF2-40B4-BE49-F238E27FC236}">
                <a16:creationId xmlns:a16="http://schemas.microsoft.com/office/drawing/2014/main" id="{0FF7A8BD-8F1F-4517-B291-6C03CD876D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0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>
                <a:solidFill>
                  <a:schemeClr val="bg1"/>
                </a:solidFill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72">
            <a:extLst>
              <a:ext uri="{FF2B5EF4-FFF2-40B4-BE49-F238E27FC236}">
                <a16:creationId xmlns:a16="http://schemas.microsoft.com/office/drawing/2014/main" id="{50572751-3212-45B6-A0EF-D67C25C38A1D}"/>
              </a:ext>
            </a:extLst>
          </p:cNvPr>
          <p:cNvSpPr>
            <a:spLocks/>
          </p:cNvSpPr>
          <p:nvPr/>
        </p:nvSpPr>
        <p:spPr bwMode="gray">
          <a:xfrm>
            <a:off x="3733800" y="600075"/>
            <a:ext cx="3124200" cy="333375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7" name="图片 3">
            <a:extLst>
              <a:ext uri="{FF2B5EF4-FFF2-40B4-BE49-F238E27FC236}">
                <a16:creationId xmlns:a16="http://schemas.microsoft.com/office/drawing/2014/main" id="{41CE4DCC-66E0-4067-A6F5-65FC8831A9C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5832475" y="4948238"/>
            <a:ext cx="944563" cy="165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100" b="1">
          <a:solidFill>
            <a:schemeClr val="tx2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Arial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Arial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Arial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6839E40B-A8D8-4517-B2A9-1CF9F369A00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068638" y="2932113"/>
            <a:ext cx="36449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bg1"/>
                </a:solidFill>
                <a:ea typeface="宋体" panose="02010600030101010101" pitchFamily="2" charset="-122"/>
              </a:rPr>
              <a:t>           </a:t>
            </a:r>
            <a:r>
              <a:rPr lang="zh-CN" altLang="en-US" sz="2000">
                <a:solidFill>
                  <a:schemeClr val="bg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chemeClr val="bg1"/>
                </a:solidFill>
                <a:ea typeface="黑体" panose="02010609060101010101" pitchFamily="49" charset="-122"/>
              </a:rPr>
              <a:t>3.1  </a:t>
            </a:r>
            <a:r>
              <a:rPr lang="zh-CN" altLang="en-US" sz="2000">
                <a:solidFill>
                  <a:schemeClr val="bg1"/>
                </a:solidFill>
                <a:ea typeface="黑体" panose="02010609060101010101" pitchFamily="49" charset="-122"/>
              </a:rPr>
              <a:t>复合信号发生器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DBE4A02-4252-46E2-AA8A-C9BE2EED3A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内    容</a:t>
            </a:r>
            <a:endParaRPr lang="en-US" altLang="zh-CN">
              <a:latin typeface="黑体" panose="02010609060101010101" pitchFamily="49" charset="-122"/>
            </a:endParaRPr>
          </a:p>
        </p:txBody>
      </p:sp>
      <p:grpSp>
        <p:nvGrpSpPr>
          <p:cNvPr id="15363" name="Group 8">
            <a:extLst>
              <a:ext uri="{FF2B5EF4-FFF2-40B4-BE49-F238E27FC236}">
                <a16:creationId xmlns:a16="http://schemas.microsoft.com/office/drawing/2014/main" id="{894C469B-5DDE-4CD3-8231-5112971672B4}"/>
              </a:ext>
            </a:extLst>
          </p:cNvPr>
          <p:cNvGrpSpPr>
            <a:grpSpLocks/>
          </p:cNvGrpSpPr>
          <p:nvPr/>
        </p:nvGrpSpPr>
        <p:grpSpPr bwMode="auto">
          <a:xfrm>
            <a:off x="1484313" y="1514475"/>
            <a:ext cx="571500" cy="374650"/>
            <a:chOff x="1110" y="2656"/>
            <a:chExt cx="1549" cy="1351"/>
          </a:xfrm>
        </p:grpSpPr>
        <p:sp>
          <p:nvSpPr>
            <p:cNvPr id="15409" name="AutoShape 9">
              <a:extLst>
                <a:ext uri="{FF2B5EF4-FFF2-40B4-BE49-F238E27FC236}">
                  <a16:creationId xmlns:a16="http://schemas.microsoft.com/office/drawing/2014/main" id="{C2976086-6B7E-4FEE-BA65-C7B5A6661D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410" name="AutoShape 10">
              <a:extLst>
                <a:ext uri="{FF2B5EF4-FFF2-40B4-BE49-F238E27FC236}">
                  <a16:creationId xmlns:a16="http://schemas.microsoft.com/office/drawing/2014/main" id="{DE8FE841-0B43-4F1A-9462-481EE85710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" name="AutoShape 11">
              <a:extLst>
                <a:ext uri="{FF2B5EF4-FFF2-40B4-BE49-F238E27FC236}">
                  <a16:creationId xmlns:a16="http://schemas.microsoft.com/office/drawing/2014/main" id="{AB6F3CE1-2FAD-47EA-90E2-71FC842087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6"/>
              <a:ext cx="1347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35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5364" name="Line 16">
            <a:extLst>
              <a:ext uri="{FF2B5EF4-FFF2-40B4-BE49-F238E27FC236}">
                <a16:creationId xmlns:a16="http://schemas.microsoft.com/office/drawing/2014/main" id="{FC64CE2C-D590-4B81-A3C6-3310B891E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1855788"/>
            <a:ext cx="360045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Text Box 17">
            <a:extLst>
              <a:ext uri="{FF2B5EF4-FFF2-40B4-BE49-F238E27FC236}">
                <a16:creationId xmlns:a16="http://schemas.microsoft.com/office/drawing/2014/main" id="{68204C33-5A2D-4985-8489-A6FDF2FD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463" y="1460500"/>
            <a:ext cx="126841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设计要求</a:t>
            </a:r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6" name="Text Box 18">
            <a:extLst>
              <a:ext uri="{FF2B5EF4-FFF2-40B4-BE49-F238E27FC236}">
                <a16:creationId xmlns:a16="http://schemas.microsoft.com/office/drawing/2014/main" id="{B04E2DAF-E9DE-41AF-B207-968454274BB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77975" y="1541463"/>
            <a:ext cx="3762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500">
                <a:solidFill>
                  <a:schemeClr val="bg1"/>
                </a:solidFill>
                <a:ea typeface="宋体" panose="02010600030101010101" pitchFamily="2" charset="-122"/>
              </a:rPr>
              <a:t>一</a:t>
            </a:r>
          </a:p>
        </p:txBody>
      </p:sp>
      <p:grpSp>
        <p:nvGrpSpPr>
          <p:cNvPr id="15367" name="Group 12">
            <a:extLst>
              <a:ext uri="{FF2B5EF4-FFF2-40B4-BE49-F238E27FC236}">
                <a16:creationId xmlns:a16="http://schemas.microsoft.com/office/drawing/2014/main" id="{F652E8C9-227E-446D-BD00-DFB4CE38AEEB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1981200"/>
            <a:ext cx="571500" cy="374650"/>
            <a:chOff x="3174" y="2656"/>
            <a:chExt cx="1549" cy="1351"/>
          </a:xfrm>
        </p:grpSpPr>
        <p:sp>
          <p:nvSpPr>
            <p:cNvPr id="15402" name="AutoShape 13">
              <a:extLst>
                <a:ext uri="{FF2B5EF4-FFF2-40B4-BE49-F238E27FC236}">
                  <a16:creationId xmlns:a16="http://schemas.microsoft.com/office/drawing/2014/main" id="{DCCEED28-2047-4175-BE7D-C1AD724F25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403" name="AutoShape 14">
              <a:extLst>
                <a:ext uri="{FF2B5EF4-FFF2-40B4-BE49-F238E27FC236}">
                  <a16:creationId xmlns:a16="http://schemas.microsoft.com/office/drawing/2014/main" id="{436117AD-4441-4143-85E9-A06E6630FC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55" name="AutoShape 15">
              <a:extLst>
                <a:ext uri="{FF2B5EF4-FFF2-40B4-BE49-F238E27FC236}">
                  <a16:creationId xmlns:a16="http://schemas.microsoft.com/office/drawing/2014/main" id="{64BBC3FA-9617-4DE7-B5C4-2D44A05D64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6"/>
              <a:ext cx="1347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35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5368" name="Line 19">
            <a:extLst>
              <a:ext uri="{FF2B5EF4-FFF2-40B4-BE49-F238E27FC236}">
                <a16:creationId xmlns:a16="http://schemas.microsoft.com/office/drawing/2014/main" id="{4E335337-63F5-4DAD-96CF-9924F42AD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2324100"/>
            <a:ext cx="360045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Text Box 20">
            <a:extLst>
              <a:ext uri="{FF2B5EF4-FFF2-40B4-BE49-F238E27FC236}">
                <a16:creationId xmlns:a16="http://schemas.microsoft.com/office/drawing/2014/main" id="{80F58432-BD52-45AB-8615-BFA7B2D45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1931988"/>
            <a:ext cx="126841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设计方案</a:t>
            </a:r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0" name="Text Box 21">
            <a:extLst>
              <a:ext uri="{FF2B5EF4-FFF2-40B4-BE49-F238E27FC236}">
                <a16:creationId xmlns:a16="http://schemas.microsoft.com/office/drawing/2014/main" id="{B1A0FBD6-07A9-47E3-BC3D-75F250D4F92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77975" y="2001838"/>
            <a:ext cx="3762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500">
                <a:solidFill>
                  <a:schemeClr val="bg1"/>
                </a:solidFill>
                <a:ea typeface="宋体" panose="02010600030101010101" pitchFamily="2" charset="-122"/>
              </a:rPr>
              <a:t>二</a:t>
            </a:r>
          </a:p>
        </p:txBody>
      </p:sp>
      <p:grpSp>
        <p:nvGrpSpPr>
          <p:cNvPr id="15371" name="Group 22">
            <a:extLst>
              <a:ext uri="{FF2B5EF4-FFF2-40B4-BE49-F238E27FC236}">
                <a16:creationId xmlns:a16="http://schemas.microsoft.com/office/drawing/2014/main" id="{B40AD351-58E8-4131-AD98-E5D8CBF6AD84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2466975"/>
            <a:ext cx="571500" cy="374650"/>
            <a:chOff x="1110" y="2656"/>
            <a:chExt cx="1549" cy="1351"/>
          </a:xfrm>
        </p:grpSpPr>
        <p:sp>
          <p:nvSpPr>
            <p:cNvPr id="15395" name="AutoShape 23">
              <a:extLst>
                <a:ext uri="{FF2B5EF4-FFF2-40B4-BE49-F238E27FC236}">
                  <a16:creationId xmlns:a16="http://schemas.microsoft.com/office/drawing/2014/main" id="{204B239B-542B-4642-B883-9026C7B7765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396" name="AutoShape 24">
              <a:extLst>
                <a:ext uri="{FF2B5EF4-FFF2-40B4-BE49-F238E27FC236}">
                  <a16:creationId xmlns:a16="http://schemas.microsoft.com/office/drawing/2014/main" id="{BB34A261-E3B6-417B-984D-DCDCAE9BCC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65" name="AutoShape 25">
              <a:extLst>
                <a:ext uri="{FF2B5EF4-FFF2-40B4-BE49-F238E27FC236}">
                  <a16:creationId xmlns:a16="http://schemas.microsoft.com/office/drawing/2014/main" id="{3CC0F733-A6D7-4FC0-8959-7B0F839495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6"/>
              <a:ext cx="1347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35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5372" name="Line 30">
            <a:extLst>
              <a:ext uri="{FF2B5EF4-FFF2-40B4-BE49-F238E27FC236}">
                <a16:creationId xmlns:a16="http://schemas.microsoft.com/office/drawing/2014/main" id="{FFA3163E-4C85-442B-82DE-02B360C23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2809875"/>
            <a:ext cx="360045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3" name="Text Box 31">
            <a:extLst>
              <a:ext uri="{FF2B5EF4-FFF2-40B4-BE49-F238E27FC236}">
                <a16:creationId xmlns:a16="http://schemas.microsoft.com/office/drawing/2014/main" id="{C1091E3C-CC23-478A-A08F-4475B0F3A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2446338"/>
            <a:ext cx="2903538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测试方法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</a:p>
        </p:txBody>
      </p:sp>
      <p:sp>
        <p:nvSpPr>
          <p:cNvPr id="15374" name="Text Box 32">
            <a:extLst>
              <a:ext uri="{FF2B5EF4-FFF2-40B4-BE49-F238E27FC236}">
                <a16:creationId xmlns:a16="http://schemas.microsoft.com/office/drawing/2014/main" id="{7EBE5D82-34AE-4E96-89D8-94E6E35AD3A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77975" y="2468563"/>
            <a:ext cx="3762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500">
                <a:solidFill>
                  <a:schemeClr val="bg1"/>
                </a:solidFill>
                <a:ea typeface="宋体" panose="02010600030101010101" pitchFamily="2" charset="-122"/>
              </a:rPr>
              <a:t>三</a:t>
            </a:r>
          </a:p>
        </p:txBody>
      </p:sp>
      <p:grpSp>
        <p:nvGrpSpPr>
          <p:cNvPr id="15375" name="Group 26">
            <a:extLst>
              <a:ext uri="{FF2B5EF4-FFF2-40B4-BE49-F238E27FC236}">
                <a16:creationId xmlns:a16="http://schemas.microsoft.com/office/drawing/2014/main" id="{A2A86817-15BF-4258-B414-19DF1C7AE86F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2954338"/>
            <a:ext cx="571500" cy="373062"/>
            <a:chOff x="3174" y="2656"/>
            <a:chExt cx="1549" cy="1351"/>
          </a:xfrm>
        </p:grpSpPr>
        <p:sp>
          <p:nvSpPr>
            <p:cNvPr id="15388" name="AutoShape 27">
              <a:extLst>
                <a:ext uri="{FF2B5EF4-FFF2-40B4-BE49-F238E27FC236}">
                  <a16:creationId xmlns:a16="http://schemas.microsoft.com/office/drawing/2014/main" id="{A53FBBEE-6BED-440A-8B40-259565D2C2C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389" name="AutoShape 28">
              <a:extLst>
                <a:ext uri="{FF2B5EF4-FFF2-40B4-BE49-F238E27FC236}">
                  <a16:creationId xmlns:a16="http://schemas.microsoft.com/office/drawing/2014/main" id="{38F53852-3318-48A5-B061-9FDC99E7C3F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" name="AutoShape 29">
              <a:extLst>
                <a:ext uri="{FF2B5EF4-FFF2-40B4-BE49-F238E27FC236}">
                  <a16:creationId xmlns:a16="http://schemas.microsoft.com/office/drawing/2014/main" id="{F453415C-A760-470D-8A6D-B0EA8629521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6"/>
              <a:ext cx="1347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35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5376" name="Line 33">
            <a:extLst>
              <a:ext uri="{FF2B5EF4-FFF2-40B4-BE49-F238E27FC236}">
                <a16:creationId xmlns:a16="http://schemas.microsoft.com/office/drawing/2014/main" id="{EE9BD349-C3ED-4C22-A4DE-3C7F3BACA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3297238"/>
            <a:ext cx="360045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7" name="Text Box 34">
            <a:extLst>
              <a:ext uri="{FF2B5EF4-FFF2-40B4-BE49-F238E27FC236}">
                <a16:creationId xmlns:a16="http://schemas.microsoft.com/office/drawing/2014/main" id="{BA6DA40E-FD0A-448A-BE5E-C01991DBB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2914650"/>
            <a:ext cx="29035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</a:p>
        </p:txBody>
      </p:sp>
      <p:sp>
        <p:nvSpPr>
          <p:cNvPr id="15378" name="Text Box 35">
            <a:extLst>
              <a:ext uri="{FF2B5EF4-FFF2-40B4-BE49-F238E27FC236}">
                <a16:creationId xmlns:a16="http://schemas.microsoft.com/office/drawing/2014/main" id="{B4BBCB87-0CC1-4811-BA92-BB0E9796B85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77975" y="2973388"/>
            <a:ext cx="3762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500">
                <a:solidFill>
                  <a:schemeClr val="bg1"/>
                </a:solidFill>
                <a:ea typeface="宋体" panose="02010600030101010101" pitchFamily="2" charset="-122"/>
              </a:rPr>
              <a:t>四</a:t>
            </a:r>
          </a:p>
        </p:txBody>
      </p:sp>
      <p:grpSp>
        <p:nvGrpSpPr>
          <p:cNvPr id="15379" name="Group 8">
            <a:extLst>
              <a:ext uri="{FF2B5EF4-FFF2-40B4-BE49-F238E27FC236}">
                <a16:creationId xmlns:a16="http://schemas.microsoft.com/office/drawing/2014/main" id="{CEB64DC5-7A45-4D9B-BC88-34B113864563}"/>
              </a:ext>
            </a:extLst>
          </p:cNvPr>
          <p:cNvGrpSpPr>
            <a:grpSpLocks/>
          </p:cNvGrpSpPr>
          <p:nvPr/>
        </p:nvGrpSpPr>
        <p:grpSpPr bwMode="auto">
          <a:xfrm>
            <a:off x="1484313" y="3438525"/>
            <a:ext cx="571500" cy="374650"/>
            <a:chOff x="1110" y="2656"/>
            <a:chExt cx="1549" cy="1351"/>
          </a:xfrm>
        </p:grpSpPr>
        <p:sp>
          <p:nvSpPr>
            <p:cNvPr id="3" name="AutoShape 9">
              <a:extLst>
                <a:ext uri="{FF2B5EF4-FFF2-40B4-BE49-F238E27FC236}">
                  <a16:creationId xmlns:a16="http://schemas.microsoft.com/office/drawing/2014/main" id="{99C99D36-5E84-4034-970B-A1C4E058271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" name="AutoShape 10">
              <a:extLst>
                <a:ext uri="{FF2B5EF4-FFF2-40B4-BE49-F238E27FC236}">
                  <a16:creationId xmlns:a16="http://schemas.microsoft.com/office/drawing/2014/main" id="{7ECD28DF-6F02-452F-9148-E784A7238E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51" name="AutoShape 11">
              <a:extLst>
                <a:ext uri="{FF2B5EF4-FFF2-40B4-BE49-F238E27FC236}">
                  <a16:creationId xmlns:a16="http://schemas.microsoft.com/office/drawing/2014/main" id="{F10444A2-3544-43D8-A4C2-C93E41B794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6"/>
              <a:ext cx="1347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35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5380" name="Line 16">
            <a:extLst>
              <a:ext uri="{FF2B5EF4-FFF2-40B4-BE49-F238E27FC236}">
                <a16:creationId xmlns:a16="http://schemas.microsoft.com/office/drawing/2014/main" id="{07837292-9A7B-47B5-9BDA-961FAB4F5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3783013"/>
            <a:ext cx="360045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1" name="Text Box 17">
            <a:extLst>
              <a:ext uri="{FF2B5EF4-FFF2-40B4-BE49-F238E27FC236}">
                <a16:creationId xmlns:a16="http://schemas.microsoft.com/office/drawing/2014/main" id="{0F292A7C-3DE9-4A5D-BD3C-9035143B9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463" y="3390900"/>
            <a:ext cx="2903537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注意事项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</a:p>
        </p:txBody>
      </p:sp>
      <p:sp>
        <p:nvSpPr>
          <p:cNvPr id="15382" name="Text Box 18">
            <a:extLst>
              <a:ext uri="{FF2B5EF4-FFF2-40B4-BE49-F238E27FC236}">
                <a16:creationId xmlns:a16="http://schemas.microsoft.com/office/drawing/2014/main" id="{88E5BFD8-68D3-4B09-A1C5-9CA723F55ED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76388" y="3459163"/>
            <a:ext cx="3778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500">
                <a:solidFill>
                  <a:schemeClr val="bg1"/>
                </a:solidFill>
                <a:ea typeface="宋体" panose="02010600030101010101" pitchFamily="2" charset="-122"/>
              </a:rPr>
              <a:t>五</a:t>
            </a:r>
          </a:p>
        </p:txBody>
      </p:sp>
      <p:sp>
        <p:nvSpPr>
          <p:cNvPr id="15383" name="灯片编号占位符 4">
            <a:extLst>
              <a:ext uri="{FF2B5EF4-FFF2-40B4-BE49-F238E27FC236}">
                <a16:creationId xmlns:a16="http://schemas.microsoft.com/office/drawing/2014/main" id="{AEE480C3-29A3-46F3-ACE1-490A2CEDFE46}"/>
              </a:ext>
            </a:extLst>
          </p:cNvPr>
          <p:cNvSpPr txBox="1">
            <a:spLocks/>
          </p:cNvSpPr>
          <p:nvPr/>
        </p:nvSpPr>
        <p:spPr bwMode="auto">
          <a:xfrm rot="10800000" flipH="1" flipV="1">
            <a:off x="6375400" y="4821238"/>
            <a:ext cx="482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92AF112-5734-428B-AE57-848987668C1C}" type="slidenum">
              <a:rPr lang="en-US" altLang="zh-CN" sz="1300">
                <a:solidFill>
                  <a:schemeClr val="bg1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3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CD30F03B-8E8F-44F8-86E0-9D694E209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671513"/>
            <a:ext cx="44354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一、设计要求</a:t>
            </a:r>
          </a:p>
        </p:txBody>
      </p:sp>
      <p:sp>
        <p:nvSpPr>
          <p:cNvPr id="16387" name="灯片编号占位符 4">
            <a:extLst>
              <a:ext uri="{FF2B5EF4-FFF2-40B4-BE49-F238E27FC236}">
                <a16:creationId xmlns:a16="http://schemas.microsoft.com/office/drawing/2014/main" id="{5C252FBC-BE33-4A57-87F2-77AFB08BA09A}"/>
              </a:ext>
            </a:extLst>
          </p:cNvPr>
          <p:cNvSpPr txBox="1">
            <a:spLocks/>
          </p:cNvSpPr>
          <p:nvPr/>
        </p:nvSpPr>
        <p:spPr bwMode="auto">
          <a:xfrm rot="10800000" flipH="1" flipV="1">
            <a:off x="6375400" y="4803775"/>
            <a:ext cx="4826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CCC090B-06E2-49A3-83DB-C62A99647678}" type="slidenum">
              <a:rPr lang="en-US" altLang="zh-CN" sz="1300">
                <a:solidFill>
                  <a:schemeClr val="bg1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300">
              <a:solidFill>
                <a:schemeClr val="bg1"/>
              </a:solidFill>
            </a:endParaRPr>
          </a:p>
        </p:txBody>
      </p:sp>
      <p:pic>
        <p:nvPicPr>
          <p:cNvPr id="16388" name="图片 3">
            <a:extLst>
              <a:ext uri="{FF2B5EF4-FFF2-40B4-BE49-F238E27FC236}">
                <a16:creationId xmlns:a16="http://schemas.microsoft.com/office/drawing/2014/main" id="{607FE29A-27F3-499C-92C7-1F1FF08B1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004888"/>
            <a:ext cx="5849938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2">
            <a:extLst>
              <a:ext uri="{FF2B5EF4-FFF2-40B4-BE49-F238E27FC236}">
                <a16:creationId xmlns:a16="http://schemas.microsoft.com/office/drawing/2014/main" id="{FB261BA6-D9AD-429C-9A10-139422D509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一、设计要求</a:t>
            </a:r>
            <a:endParaRPr lang="en-US" altLang="zh-CN">
              <a:latin typeface="黑体" panose="02010609060101010101" pitchFamily="49" charset="-122"/>
            </a:endParaRPr>
          </a:p>
        </p:txBody>
      </p:sp>
      <p:pic>
        <p:nvPicPr>
          <p:cNvPr id="16390" name="图片 5">
            <a:extLst>
              <a:ext uri="{FF2B5EF4-FFF2-40B4-BE49-F238E27FC236}">
                <a16:creationId xmlns:a16="http://schemas.microsoft.com/office/drawing/2014/main" id="{7623A65F-98F1-476B-A6C6-2984F8A36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2747963"/>
            <a:ext cx="553878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图片 6">
            <a:extLst>
              <a:ext uri="{FF2B5EF4-FFF2-40B4-BE49-F238E27FC236}">
                <a16:creationId xmlns:a16="http://schemas.microsoft.com/office/drawing/2014/main" id="{020B7D95-AFFA-4D14-8824-970DF68FA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3508375"/>
            <a:ext cx="479425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Rectangle 35">
            <a:extLst>
              <a:ext uri="{FF2B5EF4-FFF2-40B4-BE49-F238E27FC236}">
                <a16:creationId xmlns:a16="http://schemas.microsoft.com/office/drawing/2014/main" id="{F1D3589C-B087-4EDB-BC8A-EF5A1AF7D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671513"/>
            <a:ext cx="5969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来源于“</a:t>
            </a:r>
            <a:r>
              <a:rPr lang="en-US" altLang="zh-CN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年全国电子设计竞赛综合测评题”的简化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F24C91-BDCA-4EE9-B569-BDA93AC41BB3}"/>
              </a:ext>
            </a:extLst>
          </p:cNvPr>
          <p:cNvSpPr/>
          <p:nvPr/>
        </p:nvSpPr>
        <p:spPr>
          <a:xfrm>
            <a:off x="2468563" y="2522538"/>
            <a:ext cx="1752600" cy="225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标注 11">
            <a:extLst>
              <a:ext uri="{FF2B5EF4-FFF2-40B4-BE49-F238E27FC236}">
                <a16:creationId xmlns:a16="http://schemas.microsoft.com/office/drawing/2014/main" id="{44ED15C7-3164-4BF8-89F5-BA597D0A5B9D}"/>
              </a:ext>
            </a:extLst>
          </p:cNvPr>
          <p:cNvSpPr/>
          <p:nvPr/>
        </p:nvSpPr>
        <p:spPr>
          <a:xfrm>
            <a:off x="2698750" y="3032125"/>
            <a:ext cx="2447925" cy="207963"/>
          </a:xfrm>
          <a:prstGeom prst="wedgeRectCallout">
            <a:avLst>
              <a:gd name="adj1" fmla="val 28686"/>
              <a:gd name="adj2" fmla="val 26889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3">
            <a:extLst>
              <a:ext uri="{FF2B5EF4-FFF2-40B4-BE49-F238E27FC236}">
                <a16:creationId xmlns:a16="http://schemas.microsoft.com/office/drawing/2014/main" id="{A96D93D3-22D8-4450-BB41-B61CCFC3F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955800"/>
            <a:ext cx="6413500" cy="2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3">
            <a:extLst>
              <a:ext uri="{FF2B5EF4-FFF2-40B4-BE49-F238E27FC236}">
                <a16:creationId xmlns:a16="http://schemas.microsoft.com/office/drawing/2014/main" id="{E1C8B551-8444-4F37-A31B-98E4AAD2F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</a:endParaRPr>
          </a:p>
        </p:txBody>
      </p:sp>
      <p:sp>
        <p:nvSpPr>
          <p:cNvPr id="17412" name="灯片编号占位符 4">
            <a:extLst>
              <a:ext uri="{FF2B5EF4-FFF2-40B4-BE49-F238E27FC236}">
                <a16:creationId xmlns:a16="http://schemas.microsoft.com/office/drawing/2014/main" id="{65956591-EDD5-4E42-913D-69A83B315929}"/>
              </a:ext>
            </a:extLst>
          </p:cNvPr>
          <p:cNvSpPr txBox="1">
            <a:spLocks/>
          </p:cNvSpPr>
          <p:nvPr/>
        </p:nvSpPr>
        <p:spPr bwMode="auto">
          <a:xfrm rot="10800000" flipH="1" flipV="1">
            <a:off x="6334125" y="4821238"/>
            <a:ext cx="481013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F7EB60-32B0-4C93-9602-259E8A261969}" type="slidenum">
              <a:rPr lang="en-US" altLang="zh-CN" sz="1300">
                <a:solidFill>
                  <a:schemeClr val="bg1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300">
              <a:solidFill>
                <a:schemeClr val="bg1"/>
              </a:solidFill>
            </a:endParaRPr>
          </a:p>
        </p:txBody>
      </p:sp>
      <p:sp>
        <p:nvSpPr>
          <p:cNvPr id="17413" name="Rectangle 22">
            <a:extLst>
              <a:ext uri="{FF2B5EF4-FFF2-40B4-BE49-F238E27FC236}">
                <a16:creationId xmlns:a16="http://schemas.microsoft.com/office/drawing/2014/main" id="{33B9BDCA-9716-48B4-9CB3-C10AB85D1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08025"/>
            <a:ext cx="5829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二、实验原理</a:t>
            </a: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5191FEE4-EF30-43EE-B1C9-9728D3310F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一、设计要求</a:t>
            </a:r>
            <a:endParaRPr lang="en-US" altLang="zh-CN">
              <a:latin typeface="黑体" panose="02010609060101010101" pitchFamily="49" charset="-122"/>
            </a:endParaRPr>
          </a:p>
        </p:txBody>
      </p:sp>
      <p:pic>
        <p:nvPicPr>
          <p:cNvPr id="17415" name="图片 44">
            <a:extLst>
              <a:ext uri="{FF2B5EF4-FFF2-40B4-BE49-F238E27FC236}">
                <a16:creationId xmlns:a16="http://schemas.microsoft.com/office/drawing/2014/main" id="{EA286D77-453B-43CE-80B9-A88C385C7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1028700"/>
            <a:ext cx="5929313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Rectangle 35">
            <a:extLst>
              <a:ext uri="{FF2B5EF4-FFF2-40B4-BE49-F238E27FC236}">
                <a16:creationId xmlns:a16="http://schemas.microsoft.com/office/drawing/2014/main" id="{10DAD2A2-EBE1-43B5-96E4-41320F368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27063"/>
            <a:ext cx="5967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原题指标要求：</a:t>
            </a:r>
          </a:p>
        </p:txBody>
      </p:sp>
      <p:pic>
        <p:nvPicPr>
          <p:cNvPr id="17417" name="图片 4">
            <a:extLst>
              <a:ext uri="{FF2B5EF4-FFF2-40B4-BE49-F238E27FC236}">
                <a16:creationId xmlns:a16="http://schemas.microsoft.com/office/drawing/2014/main" id="{F0A6A444-82D3-4B37-9154-E5E8BD13E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76738"/>
            <a:ext cx="4733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3612F1D4-80C3-47C4-8C97-98BC983CDA83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1163638"/>
            <a:ext cx="219075" cy="328612"/>
            <a:chOff x="6419464" y="390525"/>
            <a:chExt cx="219461" cy="328613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6C09280-4307-4B6F-9C74-69B2BE57DBA5}"/>
                </a:ext>
              </a:extLst>
            </p:cNvPr>
            <p:cNvCxnSpPr/>
            <p:nvPr/>
          </p:nvCxnSpPr>
          <p:spPr>
            <a:xfrm flipH="1">
              <a:off x="6419464" y="390525"/>
              <a:ext cx="208329" cy="3286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08D7BAF-C2B5-41B3-9E6B-BF3B3C83289E}"/>
                </a:ext>
              </a:extLst>
            </p:cNvPr>
            <p:cNvCxnSpPr/>
            <p:nvPr/>
          </p:nvCxnSpPr>
          <p:spPr>
            <a:xfrm>
              <a:off x="6430597" y="390525"/>
              <a:ext cx="208328" cy="3286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3F67B52F-353E-44E7-80F6-958FADD34520}"/>
              </a:ext>
            </a:extLst>
          </p:cNvPr>
          <p:cNvSpPr/>
          <p:nvPr/>
        </p:nvSpPr>
        <p:spPr>
          <a:xfrm>
            <a:off x="908050" y="4425950"/>
            <a:ext cx="1752600" cy="225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192A2A-8DCF-4041-A7AD-138A25B2443A}"/>
              </a:ext>
            </a:extLst>
          </p:cNvPr>
          <p:cNvSpPr/>
          <p:nvPr/>
        </p:nvSpPr>
        <p:spPr>
          <a:xfrm>
            <a:off x="3429000" y="2032000"/>
            <a:ext cx="1368425" cy="2268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1">
            <a:extLst>
              <a:ext uri="{FF2B5EF4-FFF2-40B4-BE49-F238E27FC236}">
                <a16:creationId xmlns:a16="http://schemas.microsoft.com/office/drawing/2014/main" id="{3E89E1AF-4FD6-4747-BD08-E50A85B52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1092200"/>
            <a:ext cx="4824412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3">
            <a:extLst>
              <a:ext uri="{FF2B5EF4-FFF2-40B4-BE49-F238E27FC236}">
                <a16:creationId xmlns:a16="http://schemas.microsoft.com/office/drawing/2014/main" id="{2473F2B7-2602-451D-B4EF-CA6123FA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</a:endParaRPr>
          </a:p>
        </p:txBody>
      </p:sp>
      <p:sp>
        <p:nvSpPr>
          <p:cNvPr id="18436" name="Rectangle 68">
            <a:extLst>
              <a:ext uri="{FF2B5EF4-FFF2-40B4-BE49-F238E27FC236}">
                <a16:creationId xmlns:a16="http://schemas.microsoft.com/office/drawing/2014/main" id="{DFD1A69A-EBB0-41F6-B322-5D6712C3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590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AF5F91A6-BA3B-4178-A03B-22F310DD10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一、设计要求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18438" name="Rectangle 35">
            <a:extLst>
              <a:ext uri="{FF2B5EF4-FFF2-40B4-BE49-F238E27FC236}">
                <a16:creationId xmlns:a16="http://schemas.microsoft.com/office/drawing/2014/main" id="{3091BCEC-8F9C-4DA0-A771-6827A0195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658813"/>
            <a:ext cx="596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本次设计要求：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（简化后）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3A6D0-EFBB-44D0-AF45-11427475C41D}"/>
              </a:ext>
            </a:extLst>
          </p:cNvPr>
          <p:cNvSpPr/>
          <p:nvPr/>
        </p:nvSpPr>
        <p:spPr>
          <a:xfrm>
            <a:off x="638175" y="2509838"/>
            <a:ext cx="6132513" cy="22463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ts val="24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运放采用</a:t>
            </a: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双电源</a:t>
            </a:r>
            <a:r>
              <a:rPr lang="en-US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±5V</a:t>
            </a: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供电；</a:t>
            </a:r>
            <a:endParaRPr lang="en-US" altLang="zh-CN" sz="14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4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方波信号：</a:t>
            </a:r>
            <a:r>
              <a:rPr lang="en-US" altLang="zh-CN" sz="14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en-US" altLang="zh-CN" sz="14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=3V±5%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285750" indent="-285750">
              <a:lnSpc>
                <a:spcPts val="24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三角波信号： </a:t>
            </a:r>
            <a:r>
              <a:rPr lang="en-US" altLang="zh-CN" sz="14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02PP</a:t>
            </a:r>
            <a:r>
              <a:rPr lang="en-US" altLang="zh-CN" sz="14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=2V±5%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285750" indent="-285750">
              <a:lnSpc>
                <a:spcPts val="24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复合信号：</a:t>
            </a:r>
            <a:r>
              <a:rPr lang="en-US" altLang="zh-CN" sz="14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03PP</a:t>
            </a:r>
            <a:r>
              <a:rPr lang="en-US" altLang="zh-CN" sz="14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=5V±5%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zh-CN" sz="14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4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正弦波信号：</a:t>
            </a:r>
            <a:r>
              <a:rPr lang="en-US" altLang="zh-CN" sz="14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04PP</a:t>
            </a:r>
            <a:r>
              <a:rPr lang="en-US" altLang="zh-CN" sz="14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=1V±5%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波形无明显失真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预留方波</a:t>
            </a:r>
            <a:r>
              <a:rPr lang="en-US" altLang="zh-CN" sz="1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zh-CN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、三角波</a:t>
            </a:r>
            <a:r>
              <a:rPr lang="en-US" altLang="zh-CN" sz="1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02PP</a:t>
            </a:r>
            <a:r>
              <a:rPr lang="zh-CN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、复合信号</a:t>
            </a:r>
            <a:r>
              <a:rPr lang="en-US" altLang="zh-CN" sz="1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03PP</a:t>
            </a:r>
            <a:r>
              <a:rPr lang="zh-CN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、正弦波</a:t>
            </a:r>
            <a:r>
              <a:rPr lang="en-US" altLang="zh-CN" sz="1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04PP</a:t>
            </a:r>
            <a:r>
              <a:rPr lang="zh-CN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的测试端子</a:t>
            </a: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>
            <a:extLst>
              <a:ext uri="{FF2B5EF4-FFF2-40B4-BE49-F238E27FC236}">
                <a16:creationId xmlns:a16="http://schemas.microsoft.com/office/drawing/2014/main" id="{49375AEE-540E-4E8A-AD1F-04058FD9C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fld id="{6840109A-B328-438B-930F-7373BA9A5D66}" type="slidenum">
              <a:rPr lang="en-US" altLang="zh-CN" sz="700">
                <a:solidFill>
                  <a:srgbClr val="692AA2"/>
                </a:solidFill>
                <a:ea typeface="宋体" panose="02010600030101010101" pitchFamily="2" charset="-122"/>
              </a:rPr>
              <a:pPr/>
              <a:t>6</a:t>
            </a:fld>
            <a:endParaRPr lang="en-US" altLang="zh-CN" sz="700">
              <a:solidFill>
                <a:srgbClr val="692AA2"/>
              </a:solidFill>
              <a:ea typeface="宋体" panose="02010600030101010101" pitchFamily="2" charset="-122"/>
            </a:endParaRPr>
          </a:p>
        </p:txBody>
      </p:sp>
      <p:pic>
        <p:nvPicPr>
          <p:cNvPr id="19459" name="图片 1">
            <a:extLst>
              <a:ext uri="{FF2B5EF4-FFF2-40B4-BE49-F238E27FC236}">
                <a16:creationId xmlns:a16="http://schemas.microsoft.com/office/drawing/2014/main" id="{B39C7B81-8C92-496C-AB7A-A382ED4AD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771525"/>
            <a:ext cx="4824412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5">
            <a:extLst>
              <a:ext uri="{FF2B5EF4-FFF2-40B4-BE49-F238E27FC236}">
                <a16:creationId xmlns:a16="http://schemas.microsoft.com/office/drawing/2014/main" id="{76AEEFFB-4DD6-4422-BC77-837AB04DA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182813"/>
            <a:ext cx="59896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示波器</a:t>
            </a:r>
            <a:r>
              <a:rPr lang="zh-CN" altLang="en-US" sz="16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分别测量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o1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o2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o3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o4</a:t>
            </a: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，并读数。评分标准如下：</a:t>
            </a:r>
            <a:endParaRPr lang="zh-CN" altLang="en-US" sz="16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CA8B30-67A7-4598-B0B1-E48308A22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153928"/>
              </p:ext>
            </p:extLst>
          </p:nvPr>
        </p:nvGraphicFramePr>
        <p:xfrm>
          <a:off x="476250" y="2547938"/>
          <a:ext cx="6192838" cy="22448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76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7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FF"/>
                          </a:solidFill>
                        </a:rPr>
                        <a:t>信号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FF"/>
                          </a:solidFill>
                        </a:rPr>
                        <a:t>指标要求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FF"/>
                          </a:solidFill>
                        </a:rPr>
                        <a:t>测量频率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FF"/>
                          </a:solidFill>
                        </a:rPr>
                        <a:t>测量幅度</a:t>
                      </a:r>
                    </a:p>
                  </a:txBody>
                  <a:tcPr marL="91442" marR="91442" marT="45701" marB="457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1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200" b="1" baseline="-25000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o1</a:t>
                      </a:r>
                      <a:endParaRPr lang="zh-CN" altLang="en-US" sz="1200" b="1" dirty="0">
                        <a:solidFill>
                          <a:srgbClr val="003076"/>
                        </a:solidFill>
                      </a:endParaRP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方波、</a:t>
                      </a:r>
                      <a:r>
                        <a:rPr lang="en-US" altLang="zh-CN" sz="1200" b="1" i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200" b="1" kern="100" baseline="-250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01PP</a:t>
                      </a:r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=3V±5%</a:t>
                      </a:r>
                      <a:r>
                        <a:rPr lang="zh-CN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b="1" i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=5KHz±100Hz</a:t>
                      </a:r>
                      <a:endParaRPr lang="zh-CN" altLang="en-US" sz="1200" b="1" dirty="0"/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15</a:t>
                      </a:r>
                      <a:r>
                        <a:rPr lang="zh-CN" altLang="en-US" sz="1200" b="1" dirty="0"/>
                        <a:t>分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（依据稳压二极管）</a:t>
                      </a:r>
                      <a:r>
                        <a:rPr lang="en-US" altLang="zh-CN" sz="1200" b="1" dirty="0"/>
                        <a:t>10</a:t>
                      </a:r>
                      <a:r>
                        <a:rPr lang="zh-CN" altLang="en-US" sz="1200" b="1" dirty="0"/>
                        <a:t>分</a:t>
                      </a:r>
                    </a:p>
                  </a:txBody>
                  <a:tcPr marL="91442" marR="91442" marT="45701" marB="4570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1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400" b="1" baseline="-25000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o2</a:t>
                      </a:r>
                      <a:endParaRPr lang="zh-CN" altLang="en-US" sz="1300" b="1" dirty="0">
                        <a:solidFill>
                          <a:srgbClr val="003076"/>
                        </a:solidFill>
                      </a:endParaRP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三角波、</a:t>
                      </a:r>
                      <a:r>
                        <a:rPr lang="en-US" altLang="zh-CN" sz="1200" b="1" i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200" b="1" kern="100" baseline="-250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02PP</a:t>
                      </a:r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=2V±5%</a:t>
                      </a:r>
                      <a:r>
                        <a:rPr lang="zh-CN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b="1" i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=5KHz±100Hz</a:t>
                      </a:r>
                      <a:endParaRPr lang="zh-CN" altLang="en-US" sz="1200" b="1" dirty="0"/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</a:t>
                      </a:r>
                    </a:p>
                  </a:txBody>
                  <a:tcPr marL="91442" marR="91442" marT="45701" marB="4570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1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400" b="1" baseline="-25000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o3</a:t>
                      </a:r>
                      <a:endParaRPr lang="zh-CN" altLang="en-US" sz="1300" b="1" dirty="0">
                        <a:solidFill>
                          <a:srgbClr val="003076"/>
                        </a:solidFill>
                      </a:endParaRP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/>
                        <a:t>复合信号、</a:t>
                      </a:r>
                      <a:r>
                        <a:rPr lang="en-US" altLang="zh-CN" sz="1200" b="1" i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200" b="1" kern="100" baseline="-250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03PP</a:t>
                      </a:r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=5V±5%</a:t>
                      </a:r>
                      <a:r>
                        <a:rPr lang="zh-CN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b="1" i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=5KHz±100Hz</a:t>
                      </a:r>
                      <a:endParaRPr lang="zh-CN" altLang="en-US" sz="1200" dirty="0"/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</a:t>
                      </a:r>
                    </a:p>
                  </a:txBody>
                  <a:tcPr marL="91442" marR="91442" marT="45701" marB="4570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1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400" b="1" baseline="-25000" dirty="0">
                          <a:solidFill>
                            <a:srgbClr val="00307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o4</a:t>
                      </a:r>
                      <a:endParaRPr lang="zh-CN" altLang="en-US" sz="1300" b="1" dirty="0">
                        <a:solidFill>
                          <a:srgbClr val="003076"/>
                        </a:solidFill>
                      </a:endParaRP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/>
                        <a:t>正弦波、</a:t>
                      </a:r>
                      <a:r>
                        <a:rPr lang="en-US" altLang="zh-CN" sz="1200" b="1" i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200" b="1" kern="100" baseline="-250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04PP</a:t>
                      </a:r>
                      <a:r>
                        <a:rPr lang="en-US" altLang="zh-CN" sz="1200" b="1" kern="1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=1V±5%</a:t>
                      </a:r>
                      <a:r>
                        <a:rPr lang="zh-CN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b="1" i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200" b="1" kern="1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=5KHz±100Hz</a:t>
                      </a:r>
                      <a:endParaRPr lang="zh-CN" altLang="en-US" sz="1200" dirty="0"/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</a:t>
                      </a:r>
                    </a:p>
                  </a:txBody>
                  <a:tcPr marL="91442" marR="91442" marT="45701" marB="45701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恢复出正弦即可，幅值放宽</a:t>
                      </a:r>
                    </a:p>
                  </a:txBody>
                  <a:tcPr marL="91442" marR="91442" marT="45701" marB="4570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93" name="Rectangle 2">
            <a:extLst>
              <a:ext uri="{FF2B5EF4-FFF2-40B4-BE49-F238E27FC236}">
                <a16:creationId xmlns:a16="http://schemas.microsoft.com/office/drawing/2014/main" id="{5CDBD1B1-2366-47A5-8C51-DA957FBC44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一、设计要求</a:t>
            </a:r>
            <a:endParaRPr lang="en-US" altLang="zh-CN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3">
            <a:extLst>
              <a:ext uri="{FF2B5EF4-FFF2-40B4-BE49-F238E27FC236}">
                <a16:creationId xmlns:a16="http://schemas.microsoft.com/office/drawing/2014/main" id="{F01F3F38-C210-4FC0-B260-2A44DEC3A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/>
          <a:stretch>
            <a:fillRect/>
          </a:stretch>
        </p:blipFill>
        <p:spPr bwMode="auto">
          <a:xfrm>
            <a:off x="4364038" y="2870200"/>
            <a:ext cx="2098675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3">
            <a:extLst>
              <a:ext uri="{FF2B5EF4-FFF2-40B4-BE49-F238E27FC236}">
                <a16:creationId xmlns:a16="http://schemas.microsoft.com/office/drawing/2014/main" id="{416F0991-9AA3-4104-8E43-44F8F36B3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</a:endParaRPr>
          </a:p>
        </p:txBody>
      </p:sp>
      <p:sp>
        <p:nvSpPr>
          <p:cNvPr id="20484" name="Rectangle 22">
            <a:extLst>
              <a:ext uri="{FF2B5EF4-FFF2-40B4-BE49-F238E27FC236}">
                <a16:creationId xmlns:a16="http://schemas.microsoft.com/office/drawing/2014/main" id="{260A802D-3752-472A-BB79-455797B1B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08025"/>
            <a:ext cx="5829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二、实验原理</a:t>
            </a:r>
          </a:p>
        </p:txBody>
      </p:sp>
      <p:sp>
        <p:nvSpPr>
          <p:cNvPr id="20485" name="Rectangle 35">
            <a:extLst>
              <a:ext uri="{FF2B5EF4-FFF2-40B4-BE49-F238E27FC236}">
                <a16:creationId xmlns:a16="http://schemas.microsoft.com/office/drawing/2014/main" id="{6B9FD845-AAE4-4CA3-B7BC-C2BC4ACF4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方波产生器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486" name="Rectangle 35">
            <a:extLst>
              <a:ext uri="{FF2B5EF4-FFF2-40B4-BE49-F238E27FC236}">
                <a16:creationId xmlns:a16="http://schemas.microsoft.com/office/drawing/2014/main" id="{8828852B-E293-4850-8348-646588D3B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09675"/>
            <a:ext cx="5851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设计要求：输出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方波信号</a:t>
            </a:r>
            <a:r>
              <a:rPr lang="en-US" altLang="zh-CN" sz="1600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en-US" altLang="zh-CN" sz="1600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=3V±5%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endParaRPr lang="zh-CN" altLang="en-US" sz="1500" dirty="0">
              <a:solidFill>
                <a:srgbClr val="004AB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7" name="Rectangle 2">
            <a:extLst>
              <a:ext uri="{FF2B5EF4-FFF2-40B4-BE49-F238E27FC236}">
                <a16:creationId xmlns:a16="http://schemas.microsoft.com/office/drawing/2014/main" id="{DE10ACF9-9B47-42A6-973E-D3DD42FD63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53" name="Rectangle 35">
            <a:extLst>
              <a:ext uri="{FF2B5EF4-FFF2-40B4-BE49-F238E27FC236}">
                <a16:creationId xmlns:a16="http://schemas.microsoft.com/office/drawing/2014/main" id="{7FE09CDF-7CDB-4DDC-A3B5-0BC7C4923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1579563"/>
            <a:ext cx="58531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方案一：</a:t>
            </a:r>
            <a:endParaRPr lang="en-US" altLang="zh-CN" sz="1600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利用实验</a:t>
            </a:r>
            <a:r>
              <a:rPr lang="en-US" altLang="zh-CN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</a:t>
            </a:r>
            <a:r>
              <a:rPr lang="zh-CN" alt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文氏桥产生正弦波、再利用实验</a:t>
            </a:r>
            <a:r>
              <a:rPr lang="en-US" altLang="zh-CN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</a:t>
            </a:r>
            <a:r>
              <a:rPr lang="zh-CN" alt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的比较器可得</a:t>
            </a:r>
            <a:endParaRPr lang="zh-CN" altLang="en-US" sz="15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0FAB4C6-B3BA-48B9-88E5-F6E8B57732A7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446338"/>
            <a:ext cx="4608513" cy="485775"/>
            <a:chOff x="1123157" y="2446322"/>
            <a:chExt cx="4608512" cy="485468"/>
          </a:xfrm>
        </p:grpSpPr>
        <p:sp>
          <p:nvSpPr>
            <p:cNvPr id="20494" name="文本框 1">
              <a:extLst>
                <a:ext uri="{FF2B5EF4-FFF2-40B4-BE49-F238E27FC236}">
                  <a16:creationId xmlns:a16="http://schemas.microsoft.com/office/drawing/2014/main" id="{3754CE52-B512-4C20-AA0A-8E363A4CC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157" y="2582547"/>
              <a:ext cx="1296144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文氏桥振荡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07F3930E-B83E-40E4-A4C1-F0C7D786DB01}"/>
                </a:ext>
              </a:extLst>
            </p:cNvPr>
            <p:cNvCxnSpPr>
              <a:stCxn id="20494" idx="3"/>
            </p:cNvCxnSpPr>
            <p:nvPr/>
          </p:nvCxnSpPr>
          <p:spPr>
            <a:xfrm>
              <a:off x="2418557" y="2752515"/>
              <a:ext cx="10096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96" name="文本框 56">
              <a:extLst>
                <a:ext uri="{FF2B5EF4-FFF2-40B4-BE49-F238E27FC236}">
                  <a16:creationId xmlns:a16="http://schemas.microsoft.com/office/drawing/2014/main" id="{89865889-93FE-41EE-9C2A-AD26568CA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413" y="2593236"/>
              <a:ext cx="1296144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4933351-2ABF-4B94-9766-80FC893006A7}"/>
                </a:ext>
              </a:extLst>
            </p:cNvPr>
            <p:cNvCxnSpPr/>
            <p:nvPr/>
          </p:nvCxnSpPr>
          <p:spPr>
            <a:xfrm>
              <a:off x="4723606" y="2747756"/>
              <a:ext cx="100806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98" name="文本框 4">
              <a:extLst>
                <a:ext uri="{FF2B5EF4-FFF2-40B4-BE49-F238E27FC236}">
                  <a16:creationId xmlns:a16="http://schemas.microsoft.com/office/drawing/2014/main" id="{284D2CC5-7E45-4F92-95F2-FEC926818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1719" y="2446323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正弦波</a:t>
              </a:r>
            </a:p>
          </p:txBody>
        </p:sp>
        <p:sp>
          <p:nvSpPr>
            <p:cNvPr id="20499" name="文本框 59">
              <a:extLst>
                <a:ext uri="{FF2B5EF4-FFF2-40B4-BE49-F238E27FC236}">
                  <a16:creationId xmlns:a16="http://schemas.microsoft.com/office/drawing/2014/main" id="{7BC6787B-A2B3-47C7-A1C1-FB89ADB6F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9160" y="2446322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方波</a:t>
              </a:r>
            </a:p>
          </p:txBody>
        </p:sp>
      </p:grpSp>
      <p:sp>
        <p:nvSpPr>
          <p:cNvPr id="61" name="Rectangle 35">
            <a:extLst>
              <a:ext uri="{FF2B5EF4-FFF2-40B4-BE49-F238E27FC236}">
                <a16:creationId xmlns:a16="http://schemas.microsoft.com/office/drawing/2014/main" id="{C359F044-058A-414E-A0A5-11E8F4D48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3043238"/>
            <a:ext cx="1144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特点：</a:t>
            </a:r>
            <a:endParaRPr lang="zh-CN" altLang="en-US" sz="15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" name="Rectangle 35">
            <a:extLst>
              <a:ext uri="{FF2B5EF4-FFF2-40B4-BE49-F238E27FC236}">
                <a16:creationId xmlns:a16="http://schemas.microsoft.com/office/drawing/2014/main" id="{C6D88435-9F16-4660-A249-C69148F60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63925"/>
            <a:ext cx="36845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1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元器件较多（需要两个运放）</a:t>
            </a:r>
          </a:p>
        </p:txBody>
      </p:sp>
      <p:sp>
        <p:nvSpPr>
          <p:cNvPr id="63" name="Rectangle 35">
            <a:extLst>
              <a:ext uri="{FF2B5EF4-FFF2-40B4-BE49-F238E27FC236}">
                <a16:creationId xmlns:a16="http://schemas.microsoft.com/office/drawing/2014/main" id="{1BF2F2D2-8BAB-4510-A8A4-370CF4DA8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3886200"/>
            <a:ext cx="21558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1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频率控制不方便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257F0C-A4D3-4CAA-BBB7-A93CB4870A7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09622" y="3914029"/>
            <a:ext cx="1813935" cy="67056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8FD003-826F-4F79-B209-82E71FFF0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38" y="1631950"/>
            <a:ext cx="3511550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33">
            <a:extLst>
              <a:ext uri="{FF2B5EF4-FFF2-40B4-BE49-F238E27FC236}">
                <a16:creationId xmlns:a16="http://schemas.microsoft.com/office/drawing/2014/main" id="{1C7A7491-B71D-45EA-AB62-077EC45A6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solidFill>
                <a:schemeClr val="tx1"/>
              </a:solidFill>
            </a:endParaRPr>
          </a:p>
        </p:txBody>
      </p:sp>
      <p:sp>
        <p:nvSpPr>
          <p:cNvPr id="21508" name="Rectangle 22">
            <a:extLst>
              <a:ext uri="{FF2B5EF4-FFF2-40B4-BE49-F238E27FC236}">
                <a16:creationId xmlns:a16="http://schemas.microsoft.com/office/drawing/2014/main" id="{772A516C-31E6-45B5-BD62-3CCB69913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08025"/>
            <a:ext cx="5829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二、实验原理</a:t>
            </a:r>
          </a:p>
        </p:txBody>
      </p:sp>
      <p:sp>
        <p:nvSpPr>
          <p:cNvPr id="21509" name="Rectangle 35">
            <a:extLst>
              <a:ext uri="{FF2B5EF4-FFF2-40B4-BE49-F238E27FC236}">
                <a16:creationId xmlns:a16="http://schemas.microsoft.com/office/drawing/2014/main" id="{10E117C1-3902-414A-A9AB-4DB99241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方波产生器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Rectangle 35">
            <a:extLst>
              <a:ext uri="{FF2B5EF4-FFF2-40B4-BE49-F238E27FC236}">
                <a16:creationId xmlns:a16="http://schemas.microsoft.com/office/drawing/2014/main" id="{1A0EEE04-70FB-4A89-9E78-1C901593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09675"/>
            <a:ext cx="5851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设计要求：输出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方波信号</a:t>
            </a:r>
            <a:r>
              <a:rPr lang="en-US" altLang="zh-CN" sz="1600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en-US" altLang="zh-CN" sz="1600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=3V±5%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endParaRPr lang="zh-CN" altLang="en-US" sz="1500" dirty="0">
              <a:solidFill>
                <a:srgbClr val="004AB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11" name="Rectangle 2">
            <a:extLst>
              <a:ext uri="{FF2B5EF4-FFF2-40B4-BE49-F238E27FC236}">
                <a16:creationId xmlns:a16="http://schemas.microsoft.com/office/drawing/2014/main" id="{688DA556-A66A-48AA-AB92-779292182E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84" name="Rectangle 35">
            <a:extLst>
              <a:ext uri="{FF2B5EF4-FFF2-40B4-BE49-F238E27FC236}">
                <a16:creationId xmlns:a16="http://schemas.microsoft.com/office/drawing/2014/main" id="{E30424BC-4D78-4309-AA21-E4260D3E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1579563"/>
            <a:ext cx="5853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方案二：</a:t>
            </a:r>
            <a:endParaRPr lang="en-US" altLang="zh-CN" sz="1600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C466AD-62F5-4986-AED9-BC4585B06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189163"/>
            <a:ext cx="2881313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21ECF7E-82E0-4E46-AD1B-D2C036EAD1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994025"/>
            <a:ext cx="2786062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F7FB04-639E-425C-8770-067E64C20D8D}"/>
              </a:ext>
            </a:extLst>
          </p:cNvPr>
          <p:cNvSpPr/>
          <p:nvPr/>
        </p:nvSpPr>
        <p:spPr>
          <a:xfrm>
            <a:off x="2081213" y="3833813"/>
            <a:ext cx="17573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振荡器的周期</a:t>
            </a:r>
            <a:r>
              <a:rPr lang="en-US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5DAE35-28E1-4AAB-B721-1D746D144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4232275"/>
            <a:ext cx="1957388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BF30CCF-B44B-4CD4-8339-795F514C6D65}"/>
              </a:ext>
            </a:extLst>
          </p:cNvPr>
          <p:cNvGrpSpPr>
            <a:grpSpLocks/>
          </p:cNvGrpSpPr>
          <p:nvPr/>
        </p:nvGrpSpPr>
        <p:grpSpPr bwMode="auto">
          <a:xfrm>
            <a:off x="1700213" y="1733550"/>
            <a:ext cx="1539875" cy="523875"/>
            <a:chOff x="2012648" y="1607092"/>
            <a:chExt cx="800219" cy="523220"/>
          </a:xfrm>
        </p:grpSpPr>
        <p:sp>
          <p:nvSpPr>
            <p:cNvPr id="13" name="矩形标注 12">
              <a:extLst>
                <a:ext uri="{FF2B5EF4-FFF2-40B4-BE49-F238E27FC236}">
                  <a16:creationId xmlns:a16="http://schemas.microsoft.com/office/drawing/2014/main" id="{C229F4D1-1143-4F3E-B226-63AD4318740F}"/>
                </a:ext>
              </a:extLst>
            </p:cNvPr>
            <p:cNvSpPr/>
            <p:nvPr/>
          </p:nvSpPr>
          <p:spPr>
            <a:xfrm>
              <a:off x="2012648" y="1632460"/>
              <a:ext cx="696273" cy="272709"/>
            </a:xfrm>
            <a:prstGeom prst="wedgeRectCallout">
              <a:avLst>
                <a:gd name="adj1" fmla="val -47774"/>
                <a:gd name="adj2" fmla="val 107692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525" name="文本框 6">
              <a:extLst>
                <a:ext uri="{FF2B5EF4-FFF2-40B4-BE49-F238E27FC236}">
                  <a16:creationId xmlns:a16="http://schemas.microsoft.com/office/drawing/2014/main" id="{5ED1B3B6-C521-41B9-8EFD-37D869109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2648" y="1607092"/>
              <a:ext cx="8002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4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电位器调节频率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AA3BC66-55D6-48A3-818D-D580D07842D0}"/>
              </a:ext>
            </a:extLst>
          </p:cNvPr>
          <p:cNvGrpSpPr>
            <a:grpSpLocks/>
          </p:cNvGrpSpPr>
          <p:nvPr/>
        </p:nvGrpSpPr>
        <p:grpSpPr bwMode="auto">
          <a:xfrm>
            <a:off x="3895725" y="3101975"/>
            <a:ext cx="2012950" cy="1865313"/>
            <a:chOff x="3896305" y="3101794"/>
            <a:chExt cx="2013113" cy="186595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C5017B0-ADE6-4401-ABD3-4C683FCC4692}"/>
                </a:ext>
              </a:extLst>
            </p:cNvPr>
            <p:cNvSpPr/>
            <p:nvPr/>
          </p:nvSpPr>
          <p:spPr>
            <a:xfrm>
              <a:off x="3896305" y="3101794"/>
              <a:ext cx="384206" cy="20803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BAD627-391A-44F4-88DB-6BEE5A6359A6}"/>
                </a:ext>
              </a:extLst>
            </p:cNvPr>
            <p:cNvSpPr/>
            <p:nvPr/>
          </p:nvSpPr>
          <p:spPr>
            <a:xfrm>
              <a:off x="3915357" y="4172136"/>
              <a:ext cx="385794" cy="20962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597CCC6D-6BC9-43EC-8D4B-BE0B85868C3E}"/>
                </a:ext>
              </a:extLst>
            </p:cNvPr>
            <p:cNvCxnSpPr>
              <a:endCxn id="18" idx="0"/>
            </p:cNvCxnSpPr>
            <p:nvPr/>
          </p:nvCxnSpPr>
          <p:spPr>
            <a:xfrm>
              <a:off x="4194779" y="3271715"/>
              <a:ext cx="1051010" cy="13879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D9F8BA6-C7CD-469C-8328-736347372F30}"/>
                </a:ext>
              </a:extLst>
            </p:cNvPr>
            <p:cNvCxnSpPr/>
            <p:nvPr/>
          </p:nvCxnSpPr>
          <p:spPr>
            <a:xfrm>
              <a:off x="4194779" y="4381758"/>
              <a:ext cx="846207" cy="2985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B5CAC74-6CBD-4767-8BDB-2D1F69AF351A}"/>
                </a:ext>
              </a:extLst>
            </p:cNvPr>
            <p:cNvSpPr/>
            <p:nvPr/>
          </p:nvSpPr>
          <p:spPr>
            <a:xfrm>
              <a:off x="4580573" y="4659666"/>
              <a:ext cx="1328845" cy="308081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zh-CN" altLang="en-US" sz="14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幅度如何控制？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2">
            <a:extLst>
              <a:ext uri="{FF2B5EF4-FFF2-40B4-BE49-F238E27FC236}">
                <a16:creationId xmlns:a16="http://schemas.microsoft.com/office/drawing/2014/main" id="{502BB177-3D9C-44A4-98A8-39ED3F44E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08025"/>
            <a:ext cx="5829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二、实验原理</a:t>
            </a:r>
          </a:p>
        </p:txBody>
      </p:sp>
      <p:sp>
        <p:nvSpPr>
          <p:cNvPr id="22531" name="灯片编号占位符 4">
            <a:extLst>
              <a:ext uri="{FF2B5EF4-FFF2-40B4-BE49-F238E27FC236}">
                <a16:creationId xmlns:a16="http://schemas.microsoft.com/office/drawing/2014/main" id="{BBB09CC0-FC9C-4609-9ED5-2D6FAABD8437}"/>
              </a:ext>
            </a:extLst>
          </p:cNvPr>
          <p:cNvSpPr txBox="1">
            <a:spLocks/>
          </p:cNvSpPr>
          <p:nvPr/>
        </p:nvSpPr>
        <p:spPr bwMode="auto">
          <a:xfrm rot="10800000" flipH="1" flipV="1">
            <a:off x="6342063" y="4808538"/>
            <a:ext cx="482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242FF6EB-B018-48CD-A0F1-79BA0F8C9168}" type="slidenum">
              <a:rPr lang="en-US" altLang="zh-CN" sz="1300">
                <a:solidFill>
                  <a:srgbClr val="3333CC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300">
              <a:solidFill>
                <a:srgbClr val="3333CC"/>
              </a:solidFill>
            </a:endParaRPr>
          </a:p>
        </p:txBody>
      </p:sp>
      <p:sp>
        <p:nvSpPr>
          <p:cNvPr id="22532" name="Rectangle 35">
            <a:extLst>
              <a:ext uri="{FF2B5EF4-FFF2-40B4-BE49-F238E27FC236}">
                <a16:creationId xmlns:a16="http://schemas.microsoft.com/office/drawing/2014/main" id="{FE8C9D7A-F249-4C44-8253-99A36CD8F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方波产生器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Rectangle 35">
            <a:extLst>
              <a:ext uri="{FF2B5EF4-FFF2-40B4-BE49-F238E27FC236}">
                <a16:creationId xmlns:a16="http://schemas.microsoft.com/office/drawing/2014/main" id="{64684955-E7FB-45C6-B4A8-518CCA0F1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09675"/>
            <a:ext cx="5851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设计要求：输出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方波信号</a:t>
            </a:r>
            <a:r>
              <a:rPr lang="en-US" altLang="zh-CN" sz="1600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en-US" altLang="zh-CN" sz="1600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=3V±5%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endParaRPr lang="zh-CN" altLang="en-US" sz="1500" dirty="0">
              <a:solidFill>
                <a:srgbClr val="004AB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82AC3712-D2E8-47BE-8F8E-45D16C18F5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310E7AE8-B70C-4603-884B-B12A28929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1579563"/>
            <a:ext cx="2990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方案二：</a:t>
            </a:r>
            <a:endParaRPr lang="en-US" altLang="zh-CN" sz="1600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536" name="图片 40">
            <a:extLst>
              <a:ext uri="{FF2B5EF4-FFF2-40B4-BE49-F238E27FC236}">
                <a16:creationId xmlns:a16="http://schemas.microsoft.com/office/drawing/2014/main" id="{EF90D3B0-AF4A-4930-AFCC-23117201C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2138363"/>
            <a:ext cx="28797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FDFE19B-F7F2-4208-9EAF-0F0E7E9C3497}"/>
              </a:ext>
            </a:extLst>
          </p:cNvPr>
          <p:cNvSpPr/>
          <p:nvPr/>
        </p:nvSpPr>
        <p:spPr>
          <a:xfrm>
            <a:off x="3605213" y="1658938"/>
            <a:ext cx="1620837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方波幅度控制：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E12ECE-30C8-4325-9DDC-47A0FF1E9BF8}"/>
              </a:ext>
            </a:extLst>
          </p:cNvPr>
          <p:cNvSpPr/>
          <p:nvPr/>
        </p:nvSpPr>
        <p:spPr>
          <a:xfrm>
            <a:off x="3587750" y="1941513"/>
            <a:ext cx="29972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方法一：运放输出端加稳压管限幅</a:t>
            </a: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（建议选用此方法）</a:t>
            </a:r>
            <a:endParaRPr lang="en-US" altLang="zh-CN" sz="14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E62D3A-89E4-4CF8-A572-2AB6020BE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5" y="2643188"/>
            <a:ext cx="1620838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3A45C3-B182-46C4-BBED-F3CBB420D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550" y="3349625"/>
            <a:ext cx="13271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B143186D-D089-479D-B62D-79DFCB537A0C}"/>
              </a:ext>
            </a:extLst>
          </p:cNvPr>
          <p:cNvSpPr/>
          <p:nvPr/>
        </p:nvSpPr>
        <p:spPr>
          <a:xfrm>
            <a:off x="4908550" y="3795713"/>
            <a:ext cx="654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负极</a:t>
            </a:r>
            <a:endParaRPr lang="en-US" altLang="zh-CN" sz="140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24AEBDD-8A1B-41E9-918D-B2480C2C4E42}"/>
              </a:ext>
            </a:extLst>
          </p:cNvPr>
          <p:cNvSpPr/>
          <p:nvPr/>
        </p:nvSpPr>
        <p:spPr>
          <a:xfrm>
            <a:off x="5824538" y="4022725"/>
            <a:ext cx="6524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正极</a:t>
            </a:r>
            <a:endParaRPr lang="en-US" altLang="zh-CN" sz="1400" b="1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C99D0C6-5402-4546-8D55-5150D1CC8403}"/>
              </a:ext>
            </a:extLst>
          </p:cNvPr>
          <p:cNvSpPr/>
          <p:nvPr/>
        </p:nvSpPr>
        <p:spPr>
          <a:xfrm>
            <a:off x="4171950" y="3270250"/>
            <a:ext cx="25146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2V0</a:t>
            </a: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0.5W</a:t>
            </a: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稳压二极管</a:t>
            </a:r>
            <a:endParaRPr lang="en-US" altLang="zh-CN" sz="1400" b="1" kern="1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1C07D8-82D4-4A72-9F2E-C844D5F590AF}"/>
              </a:ext>
            </a:extLst>
          </p:cNvPr>
          <p:cNvGrpSpPr>
            <a:grpSpLocks/>
          </p:cNvGrpSpPr>
          <p:nvPr/>
        </p:nvGrpSpPr>
        <p:grpSpPr bwMode="auto">
          <a:xfrm>
            <a:off x="2000550" y="3892941"/>
            <a:ext cx="1545451" cy="762641"/>
            <a:chOff x="2000438" y="3892459"/>
            <a:chExt cx="1545159" cy="762151"/>
          </a:xfrm>
        </p:grpSpPr>
        <p:sp>
          <p:nvSpPr>
            <p:cNvPr id="72" name="矩形标注 71">
              <a:extLst>
                <a:ext uri="{FF2B5EF4-FFF2-40B4-BE49-F238E27FC236}">
                  <a16:creationId xmlns:a16="http://schemas.microsoft.com/office/drawing/2014/main" id="{802B1E6C-377B-401A-A5CB-81AB98968F42}"/>
                </a:ext>
              </a:extLst>
            </p:cNvPr>
            <p:cNvSpPr/>
            <p:nvPr/>
          </p:nvSpPr>
          <p:spPr>
            <a:xfrm>
              <a:off x="2000438" y="3892459"/>
              <a:ext cx="1531648" cy="510849"/>
            </a:xfrm>
            <a:prstGeom prst="wedgeRectCallout">
              <a:avLst>
                <a:gd name="adj1" fmla="val 46158"/>
                <a:gd name="adj2" fmla="val -215132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47" name="文本框 72">
              <a:extLst>
                <a:ext uri="{FF2B5EF4-FFF2-40B4-BE49-F238E27FC236}">
                  <a16:creationId xmlns:a16="http://schemas.microsoft.com/office/drawing/2014/main" id="{33595D7D-04CB-4993-8B24-9846431B7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960" y="3916421"/>
              <a:ext cx="1538637" cy="738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限流电阻的选择？滑动变阻器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endPara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ABE3F9D4-EBB3-49CE-A935-3627A317F0F1}"/>
              </a:ext>
            </a:extLst>
          </p:cNvPr>
          <p:cNvSpPr/>
          <p:nvPr/>
        </p:nvSpPr>
        <p:spPr>
          <a:xfrm>
            <a:off x="1695450" y="4470401"/>
            <a:ext cx="38766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方波输出幅度由给定的稳压二极管决定！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7" grpId="0"/>
      <p:bldP spid="68" grpId="0"/>
      <p:bldP spid="69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2">
            <a:extLst>
              <a:ext uri="{FF2B5EF4-FFF2-40B4-BE49-F238E27FC236}">
                <a16:creationId xmlns:a16="http://schemas.microsoft.com/office/drawing/2014/main" id="{D6EDAF93-1DF4-4175-89E4-F2267020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08025"/>
            <a:ext cx="5829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二、实验原理</a:t>
            </a:r>
          </a:p>
        </p:txBody>
      </p:sp>
      <p:sp>
        <p:nvSpPr>
          <p:cNvPr id="23555" name="Rectangle 42">
            <a:extLst>
              <a:ext uri="{FF2B5EF4-FFF2-40B4-BE49-F238E27FC236}">
                <a16:creationId xmlns:a16="http://schemas.microsoft.com/office/drawing/2014/main" id="{A72FCE47-03ED-4B53-9B9D-9FE03BBA0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2175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23556" name="Rectangle 46">
            <a:extLst>
              <a:ext uri="{FF2B5EF4-FFF2-40B4-BE49-F238E27FC236}">
                <a16:creationId xmlns:a16="http://schemas.microsoft.com/office/drawing/2014/main" id="{C5F4B574-7DBA-4367-B605-26FE51F86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878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23557" name="Rectangle 48">
            <a:extLst>
              <a:ext uri="{FF2B5EF4-FFF2-40B4-BE49-F238E27FC236}">
                <a16:creationId xmlns:a16="http://schemas.microsoft.com/office/drawing/2014/main" id="{280207ED-2967-46D6-9813-DD98DDD6C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360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23558" name="Rectangle 51">
            <a:extLst>
              <a:ext uri="{FF2B5EF4-FFF2-40B4-BE49-F238E27FC236}">
                <a16:creationId xmlns:a16="http://schemas.microsoft.com/office/drawing/2014/main" id="{A938D44B-6F63-48DD-98E5-69E23D70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878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23559" name="Rectangle 57">
            <a:extLst>
              <a:ext uri="{FF2B5EF4-FFF2-40B4-BE49-F238E27FC236}">
                <a16:creationId xmlns:a16="http://schemas.microsoft.com/office/drawing/2014/main" id="{D1191006-EF0B-4B6E-AC55-CA0020F18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7888"/>
            <a:ext cx="184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23561" name="Rectangle 35">
            <a:extLst>
              <a:ext uri="{FF2B5EF4-FFF2-40B4-BE49-F238E27FC236}">
                <a16:creationId xmlns:a16="http://schemas.microsoft.com/office/drawing/2014/main" id="{408209E6-D55F-40E8-A104-62F87C02B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方波产生器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Rectangle 35">
            <a:extLst>
              <a:ext uri="{FF2B5EF4-FFF2-40B4-BE49-F238E27FC236}">
                <a16:creationId xmlns:a16="http://schemas.microsoft.com/office/drawing/2014/main" id="{102CA3B3-08A8-4AF6-A5B7-6D3F4FB09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09675"/>
            <a:ext cx="5851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设计要求：输出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方波信号</a:t>
            </a:r>
            <a:r>
              <a:rPr lang="en-US" altLang="zh-CN" sz="1600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01PP</a:t>
            </a:r>
            <a:r>
              <a:rPr lang="en-US" altLang="zh-CN" sz="1600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=3V±5%</a:t>
            </a:r>
            <a:r>
              <a:rPr lang="zh-CN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endParaRPr lang="zh-CN" altLang="en-US" sz="1500" dirty="0">
              <a:solidFill>
                <a:srgbClr val="004AB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563" name="Rectangle 2">
            <a:extLst>
              <a:ext uri="{FF2B5EF4-FFF2-40B4-BE49-F238E27FC236}">
                <a16:creationId xmlns:a16="http://schemas.microsoft.com/office/drawing/2014/main" id="{BD3C3C73-9DFF-44B4-A0DD-6EEDB6BA5C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86" name="Rectangle 35">
            <a:extLst>
              <a:ext uri="{FF2B5EF4-FFF2-40B4-BE49-F238E27FC236}">
                <a16:creationId xmlns:a16="http://schemas.microsoft.com/office/drawing/2014/main" id="{D515B2AA-B9CE-4105-B838-170A58F4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1579563"/>
            <a:ext cx="2990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1600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方案二：</a:t>
            </a:r>
            <a:endParaRPr lang="en-US" altLang="zh-CN" sz="1600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3565" name="图片 86">
            <a:extLst>
              <a:ext uri="{FF2B5EF4-FFF2-40B4-BE49-F238E27FC236}">
                <a16:creationId xmlns:a16="http://schemas.microsoft.com/office/drawing/2014/main" id="{59935D9D-01DC-4308-874F-EDA980B3A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2138363"/>
            <a:ext cx="28797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6DE84BBF-38C9-46A5-9F78-EFCBC43F599D}"/>
              </a:ext>
            </a:extLst>
          </p:cNvPr>
          <p:cNvSpPr/>
          <p:nvPr/>
        </p:nvSpPr>
        <p:spPr>
          <a:xfrm>
            <a:off x="3605213" y="1658938"/>
            <a:ext cx="1620837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方波幅度控制：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EE83DEF-C3C0-4E75-A8F1-8D242D970C76}"/>
              </a:ext>
            </a:extLst>
          </p:cNvPr>
          <p:cNvSpPr/>
          <p:nvPr/>
        </p:nvSpPr>
        <p:spPr>
          <a:xfrm>
            <a:off x="3587750" y="1941513"/>
            <a:ext cx="29972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方法二：采用电阻分压电路</a:t>
            </a:r>
            <a:endParaRPr lang="en-US" altLang="zh-CN" sz="14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4AAA217-8510-4263-8E68-098A613AA16F}"/>
              </a:ext>
            </a:extLst>
          </p:cNvPr>
          <p:cNvSpPr/>
          <p:nvPr/>
        </p:nvSpPr>
        <p:spPr>
          <a:xfrm>
            <a:off x="3447385" y="4440854"/>
            <a:ext cx="2531516" cy="307777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调节电位器控制输出幅度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3049DE7-CD78-450D-9623-A79EAB069117}"/>
              </a:ext>
            </a:extLst>
          </p:cNvPr>
          <p:cNvGrpSpPr/>
          <p:nvPr/>
        </p:nvGrpSpPr>
        <p:grpSpPr>
          <a:xfrm>
            <a:off x="3339455" y="2372429"/>
            <a:ext cx="1704390" cy="1629225"/>
            <a:chOff x="3339455" y="2372429"/>
            <a:chExt cx="1704390" cy="162922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20F560A-40F1-48F6-83D3-FE33D184A384}"/>
                </a:ext>
              </a:extLst>
            </p:cNvPr>
            <p:cNvSpPr/>
            <p:nvPr/>
          </p:nvSpPr>
          <p:spPr>
            <a:xfrm rot="5400000">
              <a:off x="4118378" y="3424240"/>
              <a:ext cx="290002" cy="1190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1953C7A-1936-451D-8355-3D02FCE00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1185" y="2761458"/>
              <a:ext cx="336921" cy="346075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3C617D9-9802-48EA-BF69-51355304EE4E}"/>
                </a:ext>
              </a:extLst>
            </p:cNvPr>
            <p:cNvCxnSpPr/>
            <p:nvPr/>
          </p:nvCxnSpPr>
          <p:spPr>
            <a:xfrm>
              <a:off x="3585517" y="2967038"/>
              <a:ext cx="100488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E7562C6-61AD-4E52-A8B8-C20B53D9E3E3}"/>
                </a:ext>
              </a:extLst>
            </p:cNvPr>
            <p:cNvCxnSpPr/>
            <p:nvPr/>
          </p:nvCxnSpPr>
          <p:spPr>
            <a:xfrm>
              <a:off x="4263380" y="2967038"/>
              <a:ext cx="0" cy="103346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AD5EB10-126E-4FD4-958F-DDEF21951E03}"/>
                </a:ext>
              </a:extLst>
            </p:cNvPr>
            <p:cNvCxnSpPr>
              <a:cxnSpLocks/>
            </p:cNvCxnSpPr>
            <p:nvPr/>
          </p:nvCxnSpPr>
          <p:spPr>
            <a:xfrm>
              <a:off x="4141650" y="4001654"/>
              <a:ext cx="24345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14">
              <a:extLst>
                <a:ext uri="{FF2B5EF4-FFF2-40B4-BE49-F238E27FC236}">
                  <a16:creationId xmlns:a16="http://schemas.microsoft.com/office/drawing/2014/main" id="{C561085B-2238-46D2-B33A-18918E7CD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455" y="2384426"/>
              <a:ext cx="60642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30">
              <a:extLst>
                <a:ext uri="{FF2B5EF4-FFF2-40B4-BE49-F238E27FC236}">
                  <a16:creationId xmlns:a16="http://schemas.microsoft.com/office/drawing/2014/main" id="{6DFAED57-E14A-45F4-A7DB-975F635CA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3392" y="2435226"/>
              <a:ext cx="6064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BDCEDF4-EBC2-4186-A450-5848B050BBFC}"/>
                </a:ext>
              </a:extLst>
            </p:cNvPr>
            <p:cNvSpPr/>
            <p:nvPr/>
          </p:nvSpPr>
          <p:spPr>
            <a:xfrm>
              <a:off x="3801417" y="2909888"/>
              <a:ext cx="288925" cy="1127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9" name="TextBox 1">
              <a:extLst>
                <a:ext uri="{FF2B5EF4-FFF2-40B4-BE49-F238E27FC236}">
                  <a16:creationId xmlns:a16="http://schemas.microsoft.com/office/drawing/2014/main" id="{A69BDEEC-0307-4BCB-9B2A-BB8BBC7BA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2442" y="3346808"/>
              <a:ext cx="6614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1">
              <a:extLst>
                <a:ext uri="{FF2B5EF4-FFF2-40B4-BE49-F238E27FC236}">
                  <a16:creationId xmlns:a16="http://schemas.microsoft.com/office/drawing/2014/main" id="{E39FE010-1E88-4C95-9433-1EA9559E4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349" y="2372429"/>
              <a:ext cx="4953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5k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BBB0893-53D6-4C54-9C4C-4A844ECDF9E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628650" y="681038"/>
            <a:ext cx="53721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en-US" altLang="zh-CN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</a:p>
        </p:txBody>
      </p:sp>
      <p:graphicFrame>
        <p:nvGraphicFramePr>
          <p:cNvPr id="24579" name="Object 4">
            <a:extLst>
              <a:ext uri="{FF2B5EF4-FFF2-40B4-BE49-F238E27FC236}">
                <a16:creationId xmlns:a16="http://schemas.microsoft.com/office/drawing/2014/main" id="{400FE227-FBE0-4E8F-9A0E-219162780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4988" y="3509963"/>
          <a:ext cx="10477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r:id="rId3" imgW="139639" imgH="203112" progId="Equation.DSMT4">
                  <p:embed/>
                </p:oleObj>
              </mc:Choice>
              <mc:Fallback>
                <p:oleObj r:id="rId3" imgW="139639" imgH="20311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3509963"/>
                        <a:ext cx="104775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35">
            <a:extLst>
              <a:ext uri="{FF2B5EF4-FFF2-40B4-BE49-F238E27FC236}">
                <a16:creationId xmlns:a16="http://schemas.microsoft.com/office/drawing/2014/main" id="{CEDEEBE2-CAEE-4A0A-9A47-23BF16B2C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三角波产生器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3E81EE55-71A2-4EBE-823F-FD0C6EAB07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pic>
        <p:nvPicPr>
          <p:cNvPr id="24582" name="图片 1">
            <a:extLst>
              <a:ext uri="{FF2B5EF4-FFF2-40B4-BE49-F238E27FC236}">
                <a16:creationId xmlns:a16="http://schemas.microsoft.com/office/drawing/2014/main" id="{A58D7C3D-0867-4B1B-A869-6BCD45444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628775"/>
            <a:ext cx="27051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F2658B5-F5FA-40B8-B498-272078AAF7A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06581" y="2814377"/>
            <a:ext cx="2190211" cy="61029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4584" name="图片 3">
            <a:extLst>
              <a:ext uri="{FF2B5EF4-FFF2-40B4-BE49-F238E27FC236}">
                <a16:creationId xmlns:a16="http://schemas.microsoft.com/office/drawing/2014/main" id="{D0AEB902-93CB-45EB-9710-11A0754329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3" y="1601788"/>
            <a:ext cx="2638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B1285BA-39DF-48B4-870A-CD5C035FEB76}"/>
              </a:ext>
            </a:extLst>
          </p:cNvPr>
          <p:cNvSpPr/>
          <p:nvPr/>
        </p:nvSpPr>
        <p:spPr>
          <a:xfrm>
            <a:off x="806450" y="1214438"/>
            <a:ext cx="5545138" cy="3718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</a:t>
            </a: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三角波信号</a:t>
            </a:r>
            <a:r>
              <a:rPr lang="en-US" altLang="zh-CN" sz="16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02PP</a:t>
            </a:r>
            <a:r>
              <a:rPr lang="en-US" altLang="zh-CN" sz="16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=2V±5%</a:t>
            </a: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=5KHz±100Hz</a:t>
            </a: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485C89-C3B2-459F-AE35-68EC66925CFF}"/>
              </a:ext>
            </a:extLst>
          </p:cNvPr>
          <p:cNvSpPr/>
          <p:nvPr/>
        </p:nvSpPr>
        <p:spPr>
          <a:xfrm>
            <a:off x="806450" y="3797300"/>
            <a:ext cx="4557713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为了</a:t>
            </a: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控制三角波幅度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，建议电阻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采用电位器！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359CAD-5C05-4972-9C6E-9290481ECCB8}"/>
              </a:ext>
            </a:extLst>
          </p:cNvPr>
          <p:cNvSpPr/>
          <p:nvPr/>
        </p:nvSpPr>
        <p:spPr>
          <a:xfrm>
            <a:off x="806450" y="4168775"/>
            <a:ext cx="5359400" cy="5857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若积分器与方波产生器级联后</a:t>
            </a: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波形失真，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建议中间加跟随器隔离！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980188A-D0F2-4D73-A676-EE273C6E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27288"/>
            <a:ext cx="260826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2">
            <a:extLst>
              <a:ext uri="{FF2B5EF4-FFF2-40B4-BE49-F238E27FC236}">
                <a16:creationId xmlns:a16="http://schemas.microsoft.com/office/drawing/2014/main" id="{FFC8A6AB-B190-436F-B5DC-4767ABC9C16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628650" y="681038"/>
            <a:ext cx="53721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en-US" altLang="zh-CN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</a:p>
        </p:txBody>
      </p:sp>
      <p:sp>
        <p:nvSpPr>
          <p:cNvPr id="25604" name="Rectangle 35">
            <a:extLst>
              <a:ext uri="{FF2B5EF4-FFF2-40B4-BE49-F238E27FC236}">
                <a16:creationId xmlns:a16="http://schemas.microsoft.com/office/drawing/2014/main" id="{9A96E823-0908-426A-95B0-82E820C6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同相加法器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888FD392-E0E8-47B2-B131-1A84CB0CA7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pic>
        <p:nvPicPr>
          <p:cNvPr id="25606" name="图片 1">
            <a:extLst>
              <a:ext uri="{FF2B5EF4-FFF2-40B4-BE49-F238E27FC236}">
                <a16:creationId xmlns:a16="http://schemas.microsoft.com/office/drawing/2014/main" id="{8EF9EE8D-074C-4FDA-97FE-78D7B15CC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1176338"/>
            <a:ext cx="4281487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3AB27740-83F2-4F79-A70D-D1DEE4D27073}"/>
              </a:ext>
            </a:extLst>
          </p:cNvPr>
          <p:cNvSpPr/>
          <p:nvPr/>
        </p:nvSpPr>
        <p:spPr bwMode="auto">
          <a:xfrm>
            <a:off x="2532063" y="973138"/>
            <a:ext cx="1565275" cy="8937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A5DA64-540B-4B8E-8D1E-11E9E57D4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3" y="1708150"/>
            <a:ext cx="2951162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BE7104-34D9-4CC9-BD2E-28A68168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858" y="1898614"/>
            <a:ext cx="5886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1.5V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775F8C9-3DF6-4AFD-B671-2E26AA81A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954338"/>
            <a:ext cx="434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1V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594926B-266B-4222-A34F-A09D026A2576}"/>
              </a:ext>
            </a:extLst>
          </p:cNvPr>
          <p:cNvCxnSpPr/>
          <p:nvPr/>
        </p:nvCxnSpPr>
        <p:spPr>
          <a:xfrm>
            <a:off x="3851275" y="4511675"/>
            <a:ext cx="25304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A14A052D-E846-42A7-949C-2D38F7960BC6}"/>
              </a:ext>
            </a:extLst>
          </p:cNvPr>
          <p:cNvCxnSpPr/>
          <p:nvPr/>
        </p:nvCxnSpPr>
        <p:spPr>
          <a:xfrm flipV="1">
            <a:off x="4005263" y="3881438"/>
            <a:ext cx="0" cy="126206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AutoShape 158">
            <a:extLst>
              <a:ext uri="{FF2B5EF4-FFF2-40B4-BE49-F238E27FC236}">
                <a16:creationId xmlns:a16="http://schemas.microsoft.com/office/drawing/2014/main" id="{3133BF6A-5C5D-4878-82F3-EC45B18FB4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5263" y="4094163"/>
            <a:ext cx="473075" cy="390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AutoShape 158">
            <a:extLst>
              <a:ext uri="{FF2B5EF4-FFF2-40B4-BE49-F238E27FC236}">
                <a16:creationId xmlns:a16="http://schemas.microsoft.com/office/drawing/2014/main" id="{D515E97E-A568-426C-BC85-FDB296B64A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51413" y="4094163"/>
            <a:ext cx="452437" cy="3921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4A486BC8-B7CC-4D4D-8303-412DCA8431CB}"/>
              </a:ext>
            </a:extLst>
          </p:cNvPr>
          <p:cNvCxnSpPr/>
          <p:nvPr/>
        </p:nvCxnSpPr>
        <p:spPr>
          <a:xfrm flipH="1">
            <a:off x="4478338" y="3732213"/>
            <a:ext cx="0" cy="1349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4C1A2481-2999-495E-BBC6-9EDC509AEA56}"/>
              </a:ext>
            </a:extLst>
          </p:cNvPr>
          <p:cNvCxnSpPr/>
          <p:nvPr/>
        </p:nvCxnSpPr>
        <p:spPr>
          <a:xfrm>
            <a:off x="4941888" y="3205163"/>
            <a:ext cx="0" cy="18764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DED3AFE0-5AC0-45B3-8197-AAA4878A006E}"/>
              </a:ext>
            </a:extLst>
          </p:cNvPr>
          <p:cNvCxnSpPr/>
          <p:nvPr/>
        </p:nvCxnSpPr>
        <p:spPr>
          <a:xfrm flipH="1">
            <a:off x="5399088" y="3741738"/>
            <a:ext cx="0" cy="13509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AutoShape 158">
            <a:extLst>
              <a:ext uri="{FF2B5EF4-FFF2-40B4-BE49-F238E27FC236}">
                <a16:creationId xmlns:a16="http://schemas.microsoft.com/office/drawing/2014/main" id="{A63006FE-9BAC-4247-A4D5-4122D8065DB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78338" y="4510088"/>
            <a:ext cx="463550" cy="3762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AutoShape 158">
            <a:extLst>
              <a:ext uri="{FF2B5EF4-FFF2-40B4-BE49-F238E27FC236}">
                <a16:creationId xmlns:a16="http://schemas.microsoft.com/office/drawing/2014/main" id="{4F9A3467-1174-43DD-A01C-6A91FB6922E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0200" y="4510088"/>
            <a:ext cx="463550" cy="3762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F4E73AC-6D41-4CE4-9599-DCBD6373D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797" y="3930651"/>
            <a:ext cx="4411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067DD4F-0D45-43EF-966A-15B0F8E9C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382" y="4730165"/>
            <a:ext cx="510076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-2.5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890205B-8284-4274-AFD0-1622182B5B20}"/>
              </a:ext>
            </a:extLst>
          </p:cNvPr>
          <p:cNvSpPr/>
          <p:nvPr/>
        </p:nvSpPr>
        <p:spPr>
          <a:xfrm>
            <a:off x="350838" y="4052888"/>
            <a:ext cx="3138487" cy="3718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设计要求：</a:t>
            </a: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r>
              <a:rPr lang="en-US" altLang="zh-CN" sz="16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03PP</a:t>
            </a:r>
            <a:r>
              <a:rPr lang="en-US" altLang="zh-CN" sz="16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=5V±5%</a:t>
            </a: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71B3E12-087C-49A3-B279-4E4D11F6E667}"/>
              </a:ext>
            </a:extLst>
          </p:cNvPr>
          <p:cNvSpPr/>
          <p:nvPr/>
        </p:nvSpPr>
        <p:spPr>
          <a:xfrm>
            <a:off x="344488" y="4418013"/>
            <a:ext cx="3140075" cy="3714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设计加法器，完成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r>
              <a:rPr lang="en-US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r>
              <a:rPr lang="en-US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zh-CN" sz="1600" b="1" kern="1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91" grpId="0"/>
      <p:bldP spid="112" grpId="0"/>
      <p:bldP spid="113" grpId="0" animBg="1"/>
      <p:bldP spid="114" grpId="0"/>
      <p:bldP spid="1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9">
            <a:extLst>
              <a:ext uri="{FF2B5EF4-FFF2-40B4-BE49-F238E27FC236}">
                <a16:creationId xmlns:a16="http://schemas.microsoft.com/office/drawing/2014/main" id="{CE77BABA-DC83-4E16-93AE-3C0E05DE8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2444750"/>
            <a:ext cx="2681288" cy="170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80E4F3-F9B6-40AA-AEBD-603E5F141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959100"/>
            <a:ext cx="2967038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35">
            <a:extLst>
              <a:ext uri="{FF2B5EF4-FFF2-40B4-BE49-F238E27FC236}">
                <a16:creationId xmlns:a16="http://schemas.microsoft.com/office/drawing/2014/main" id="{193C1547-3446-4212-9768-15B3CD77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同相加法器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C8D670C7-CDAF-4ABE-8000-75DAC7209C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45BD34-363F-41FA-8BB7-2BA7115605EE}"/>
              </a:ext>
            </a:extLst>
          </p:cNvPr>
          <p:cNvSpPr/>
          <p:nvPr/>
        </p:nvSpPr>
        <p:spPr>
          <a:xfrm>
            <a:off x="282575" y="4213225"/>
            <a:ext cx="3138488" cy="3714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en-US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设计加法器，完成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r>
              <a:rPr lang="en-US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r>
              <a:rPr lang="en-US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6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zh-CN" sz="1600" b="1" kern="1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631" name="图片 1">
            <a:extLst>
              <a:ext uri="{FF2B5EF4-FFF2-40B4-BE49-F238E27FC236}">
                <a16:creationId xmlns:a16="http://schemas.microsoft.com/office/drawing/2014/main" id="{F10FC91A-7780-40F1-B4C2-20C703772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13" y="1168400"/>
            <a:ext cx="4281487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032CB68E-8D80-4A51-A5D2-B6493C206829}"/>
              </a:ext>
            </a:extLst>
          </p:cNvPr>
          <p:cNvSpPr/>
          <p:nvPr/>
        </p:nvSpPr>
        <p:spPr bwMode="auto">
          <a:xfrm>
            <a:off x="2532063" y="973138"/>
            <a:ext cx="1565275" cy="8937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0AE097-79B4-47EF-99EB-DA9C4548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2033588"/>
            <a:ext cx="3448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如果满足：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i="1">
                <a:ea typeface="宋体" panose="02010600030101010101" pitchFamily="2" charset="-122"/>
                <a:cs typeface="Times New Roman" panose="02020603050405020304" pitchFamily="18" charset="0"/>
              </a:rPr>
              <a:t>∥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i="1">
                <a:ea typeface="宋体" panose="02010600030101010101" pitchFamily="2" charset="-122"/>
                <a:cs typeface="Times New Roman" panose="02020603050405020304" pitchFamily="18" charset="0"/>
              </a:rPr>
              <a:t>∥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zh-CN" altLang="zh-CN" sz="1800" i="1">
                <a:ea typeface="宋体" panose="02010600030101010101" pitchFamily="2" charset="-122"/>
              </a:rPr>
              <a:t>∥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zh-CN" altLang="en-US" sz="18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3EBC8C-E6DD-404B-A0A1-E0B7F77A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425" y="2578100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EBD4CC-F385-4FE9-8657-297BD87E6FE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36920" y="2434562"/>
            <a:ext cx="2536651" cy="61202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16AD5007-8D42-4679-918A-5923013B1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2505075"/>
            <a:ext cx="205581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>
            <a:extLst>
              <a:ext uri="{FF2B5EF4-FFF2-40B4-BE49-F238E27FC236}">
                <a16:creationId xmlns:a16="http://schemas.microsoft.com/office/drawing/2014/main" id="{F4A37865-2FC5-4B4C-8E53-D8CC1F557A15}"/>
              </a:ext>
            </a:extLst>
          </p:cNvPr>
          <p:cNvSpPr>
            <a:spLocks noChangeArrowheads="1"/>
          </p:cNvSpPr>
          <p:nvPr/>
        </p:nvSpPr>
        <p:spPr bwMode="white">
          <a:xfrm>
            <a:off x="628650" y="681038"/>
            <a:ext cx="53721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en-US" altLang="zh-CN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注意事项</a:t>
            </a:r>
          </a:p>
        </p:txBody>
      </p:sp>
      <p:sp>
        <p:nvSpPr>
          <p:cNvPr id="27652" name="Rectangle 35">
            <a:extLst>
              <a:ext uri="{FF2B5EF4-FFF2-40B4-BE49-F238E27FC236}">
                <a16:creationId xmlns:a16="http://schemas.microsoft.com/office/drawing/2014/main" id="{79ACC856-A57D-470C-9A6B-8B06CB19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滤波器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3AED9371-6887-4953-A921-23E3F8FFA0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grpSp>
        <p:nvGrpSpPr>
          <p:cNvPr id="27654" name="组合 27">
            <a:extLst>
              <a:ext uri="{FF2B5EF4-FFF2-40B4-BE49-F238E27FC236}">
                <a16:creationId xmlns:a16="http://schemas.microsoft.com/office/drawing/2014/main" id="{ED58B048-F615-42A4-91E1-D4490A19D223}"/>
              </a:ext>
            </a:extLst>
          </p:cNvPr>
          <p:cNvGrpSpPr>
            <a:grpSpLocks/>
          </p:cNvGrpSpPr>
          <p:nvPr/>
        </p:nvGrpSpPr>
        <p:grpSpPr bwMode="auto">
          <a:xfrm>
            <a:off x="473075" y="1046163"/>
            <a:ext cx="2806700" cy="1454150"/>
            <a:chOff x="549072" y="1158783"/>
            <a:chExt cx="2806128" cy="1454028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854F229-E6F1-4659-8605-9FA033614A5C}"/>
                </a:ext>
              </a:extLst>
            </p:cNvPr>
            <p:cNvCxnSpPr/>
            <p:nvPr/>
          </p:nvCxnSpPr>
          <p:spPr>
            <a:xfrm>
              <a:off x="825241" y="1981039"/>
              <a:ext cx="2529959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3D38F5D-4B82-4E97-AA02-E3BCA99589BF}"/>
                </a:ext>
              </a:extLst>
            </p:cNvPr>
            <p:cNvCxnSpPr/>
            <p:nvPr/>
          </p:nvCxnSpPr>
          <p:spPr>
            <a:xfrm flipV="1">
              <a:off x="979197" y="1349267"/>
              <a:ext cx="0" cy="126354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6" name="AutoShape 158">
              <a:extLst>
                <a:ext uri="{FF2B5EF4-FFF2-40B4-BE49-F238E27FC236}">
                  <a16:creationId xmlns:a16="http://schemas.microsoft.com/office/drawing/2014/main" id="{363B6F07-DFCE-45AC-A975-C0F07A6AE3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8936" y="1563638"/>
              <a:ext cx="473145" cy="3907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7" name="AutoShape 158">
              <a:extLst>
                <a:ext uri="{FF2B5EF4-FFF2-40B4-BE49-F238E27FC236}">
                  <a16:creationId xmlns:a16="http://schemas.microsoft.com/office/drawing/2014/main" id="{502A1E0C-F7BB-440B-B567-A2A710A026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25225" y="1563638"/>
              <a:ext cx="452775" cy="39267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78B34CE-128B-411D-8F1D-168F67CD8776}"/>
                </a:ext>
              </a:extLst>
            </p:cNvPr>
            <p:cNvCxnSpPr/>
            <p:nvPr/>
          </p:nvCxnSpPr>
          <p:spPr>
            <a:xfrm>
              <a:off x="1452176" y="1979451"/>
              <a:ext cx="0" cy="40001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9" name="AutoShape 158">
              <a:extLst>
                <a:ext uri="{FF2B5EF4-FFF2-40B4-BE49-F238E27FC236}">
                  <a16:creationId xmlns:a16="http://schemas.microsoft.com/office/drawing/2014/main" id="{92EAAF07-AC0B-4AB7-A23A-0A864DDAB4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52080" y="1979516"/>
              <a:ext cx="462960" cy="3762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0" name="AutoShape 158">
              <a:extLst>
                <a:ext uri="{FF2B5EF4-FFF2-40B4-BE49-F238E27FC236}">
                  <a16:creationId xmlns:a16="http://schemas.microsoft.com/office/drawing/2014/main" id="{19C8319B-EAFF-400F-A902-9810DAEC43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83914" y="1979516"/>
              <a:ext cx="462960" cy="3762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1" name="文本框 25">
              <a:extLst>
                <a:ext uri="{FF2B5EF4-FFF2-40B4-BE49-F238E27FC236}">
                  <a16:creationId xmlns:a16="http://schemas.microsoft.com/office/drawing/2014/main" id="{CBBF7217-2077-415B-892C-C91BA2A34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023" y="1411698"/>
              <a:ext cx="434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600">
                  <a:solidFill>
                    <a:srgbClr val="00307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4V</a:t>
              </a:r>
              <a:endParaRPr lang="zh-CN" altLang="en-US" sz="1600">
                <a:solidFill>
                  <a:srgbClr val="00307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72" name="文本框 26">
              <a:extLst>
                <a:ext uri="{FF2B5EF4-FFF2-40B4-BE49-F238E27FC236}">
                  <a16:creationId xmlns:a16="http://schemas.microsoft.com/office/drawing/2014/main" id="{AE66C324-89F7-4D4E-A59B-1078F5D90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72" y="2186512"/>
              <a:ext cx="50366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600">
                  <a:solidFill>
                    <a:srgbClr val="00307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-4V</a:t>
              </a:r>
              <a:endParaRPr lang="zh-CN" altLang="en-US" sz="1600">
                <a:solidFill>
                  <a:srgbClr val="00307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3BC4C81-7334-4142-B035-4A8DC31B8996}"/>
                </a:ext>
              </a:extLst>
            </p:cNvPr>
            <p:cNvCxnSpPr/>
            <p:nvPr/>
          </p:nvCxnSpPr>
          <p:spPr>
            <a:xfrm>
              <a:off x="952215" y="2379468"/>
              <a:ext cx="187286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0394A8B-AA11-4C66-B8D7-4BDC1D923F81}"/>
                </a:ext>
              </a:extLst>
            </p:cNvPr>
            <p:cNvCxnSpPr/>
            <p:nvPr/>
          </p:nvCxnSpPr>
          <p:spPr>
            <a:xfrm>
              <a:off x="988720" y="1563561"/>
              <a:ext cx="187286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58A7460-EF38-43BA-B853-D240EB1A020A}"/>
                </a:ext>
              </a:extLst>
            </p:cNvPr>
            <p:cNvCxnSpPr/>
            <p:nvPr/>
          </p:nvCxnSpPr>
          <p:spPr>
            <a:xfrm>
              <a:off x="1937852" y="1563561"/>
              <a:ext cx="0" cy="40001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9C1A45B-F9F1-4274-8E15-4AC93C2C8656}"/>
                </a:ext>
              </a:extLst>
            </p:cNvPr>
            <p:cNvCxnSpPr/>
            <p:nvPr/>
          </p:nvCxnSpPr>
          <p:spPr>
            <a:xfrm>
              <a:off x="2385436" y="1976276"/>
              <a:ext cx="0" cy="40001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CB5DDC5-E7DD-4348-B472-AF8C978C2138}"/>
                </a:ext>
              </a:extLst>
            </p:cNvPr>
            <p:cNvSpPr/>
            <p:nvPr/>
          </p:nvSpPr>
          <p:spPr>
            <a:xfrm>
              <a:off x="952215" y="1158783"/>
              <a:ext cx="458694" cy="338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600" i="1" kern="100" dirty="0">
                  <a:solidFill>
                    <a:srgbClr val="003076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kern="100" baseline="-25000" dirty="0">
                  <a:solidFill>
                    <a:srgbClr val="003076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03</a:t>
              </a:r>
              <a:endParaRPr lang="zh-CN" altLang="en-US" sz="1600" dirty="0">
                <a:solidFill>
                  <a:srgbClr val="003076"/>
                </a:solidFill>
              </a:endParaRPr>
            </a:p>
          </p:txBody>
        </p:sp>
        <p:sp>
          <p:nvSpPr>
            <p:cNvPr id="27678" name="文本框 36">
              <a:extLst>
                <a:ext uri="{FF2B5EF4-FFF2-40B4-BE49-F238E27FC236}">
                  <a16:creationId xmlns:a16="http://schemas.microsoft.com/office/drawing/2014/main" id="{2A4FF222-4D36-43F0-988A-5E14854A8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2610" y="1676742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600" b="1" i="1">
                  <a:solidFill>
                    <a:srgbClr val="00307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1600" b="1" i="1">
                <a:solidFill>
                  <a:srgbClr val="00307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右箭头 28">
            <a:extLst>
              <a:ext uri="{FF2B5EF4-FFF2-40B4-BE49-F238E27FC236}">
                <a16:creationId xmlns:a16="http://schemas.microsoft.com/office/drawing/2014/main" id="{113B2EC7-2AB9-48AD-9B55-1B7DC0DBCDD1}"/>
              </a:ext>
            </a:extLst>
          </p:cNvPr>
          <p:cNvSpPr/>
          <p:nvPr/>
        </p:nvSpPr>
        <p:spPr>
          <a:xfrm>
            <a:off x="3482975" y="1733550"/>
            <a:ext cx="1152525" cy="2778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FBBDC4D-D389-4D8D-82FC-0D8D62A937DD}"/>
              </a:ext>
            </a:extLst>
          </p:cNvPr>
          <p:cNvSpPr/>
          <p:nvPr/>
        </p:nvSpPr>
        <p:spPr>
          <a:xfrm>
            <a:off x="4686300" y="1384300"/>
            <a:ext cx="1766888" cy="10160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正弦波信号：</a:t>
            </a:r>
            <a:endParaRPr lang="en-US" altLang="zh-CN" sz="16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  <a:defRPr/>
            </a:pPr>
            <a:r>
              <a:rPr lang="en-US" altLang="zh-CN" sz="1600" b="1" i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kern="1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04PP</a:t>
            </a:r>
            <a:r>
              <a:rPr lang="en-US" altLang="zh-CN" sz="1600" b="1" kern="10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=1V±5%</a:t>
            </a:r>
            <a:endParaRPr lang="en-US" altLang="zh-CN" sz="16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  <a:defRPr/>
            </a:pPr>
            <a:r>
              <a:rPr lang="en-US" altLang="zh-CN" sz="16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=5KHz±100H</a:t>
            </a:r>
            <a:endParaRPr lang="zh-CN" altLang="zh-CN" sz="16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B356FF11-CF1D-459E-A134-C8B4C71C5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1336675"/>
            <a:ext cx="13636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有源滤波器</a:t>
            </a:r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59DCE75-C91C-454B-9CF7-E54AFBF65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3789363"/>
            <a:ext cx="1430338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50E1E7D-E94C-486F-8C07-1CA610C19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4567238"/>
            <a:ext cx="28702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485103F-2F5F-4378-AAB4-EF17DB23A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5" y="2430463"/>
            <a:ext cx="2921000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8C1FEE0-B306-4803-9713-19B7840559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13" y="3611563"/>
            <a:ext cx="19526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AED4E0B-1667-4EA0-8194-C230923047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3" y="4513263"/>
            <a:ext cx="3284537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98F9DEB5-8609-490F-9FF8-4202761918B6}"/>
              </a:ext>
            </a:extLst>
          </p:cNvPr>
          <p:cNvSpPr/>
          <p:nvPr/>
        </p:nvSpPr>
        <p:spPr>
          <a:xfrm>
            <a:off x="2212975" y="2668588"/>
            <a:ext cx="1797050" cy="132397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/>
            </a:pP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需要设计一个低通滤波器，保留</a:t>
            </a:r>
            <a:r>
              <a:rPr lang="en-US" altLang="zh-CN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5KHz</a:t>
            </a:r>
            <a:r>
              <a:rPr lang="zh-CN" altLang="en-US" sz="1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频率，滤掉高次谐波分量</a:t>
            </a:r>
            <a:endParaRPr lang="zh-CN" altLang="zh-CN" sz="1600" b="1" kern="1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41" grpId="0"/>
      <p:bldP spid="4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3">
            <a:extLst>
              <a:ext uri="{FF2B5EF4-FFF2-40B4-BE49-F238E27FC236}">
                <a16:creationId xmlns:a16="http://schemas.microsoft.com/office/drawing/2014/main" id="{B96803B5-FDBA-4365-A66F-838A618E4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3" t="26414" r="25771" b="34222"/>
          <a:stretch>
            <a:fillRect/>
          </a:stretch>
        </p:blipFill>
        <p:spPr bwMode="auto">
          <a:xfrm>
            <a:off x="260350" y="968375"/>
            <a:ext cx="3852863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35">
            <a:extLst>
              <a:ext uri="{FF2B5EF4-FFF2-40B4-BE49-F238E27FC236}">
                <a16:creationId xmlns:a16="http://schemas.microsoft.com/office/drawing/2014/main" id="{2154A671-31D3-40C4-B94D-8EC8AF83D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768350"/>
            <a:ext cx="2592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滤波器</a:t>
            </a:r>
            <a:endParaRPr lang="zh-CN" altLang="en-US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6E1EA638-0F0C-4175-96D0-D4322C6BD00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二、设计方案</a:t>
            </a:r>
            <a:endParaRPr lang="en-US" altLang="zh-CN">
              <a:latin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796AC5-1295-4959-BC4B-9E0780714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338" y="925513"/>
            <a:ext cx="29464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93B8B6E-7018-4ADA-A7AA-FE26B17E7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2965450"/>
            <a:ext cx="17049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14580D7-255F-4610-9734-3F49677999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3136900"/>
            <a:ext cx="1065212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CA2F2B4-EE19-4E2D-97AD-8FA63763D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3806825"/>
            <a:ext cx="53292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Rectangle 35">
            <a:extLst>
              <a:ext uri="{FF2B5EF4-FFF2-40B4-BE49-F238E27FC236}">
                <a16:creationId xmlns:a16="http://schemas.microsoft.com/office/drawing/2014/main" id="{404019B0-DDB2-4795-8774-E1A9CB5BC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4219575"/>
            <a:ext cx="5754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该电路详细分析参考</a:t>
            </a:r>
            <a:r>
              <a:rPr lang="en-US" altLang="zh-CN" sz="16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华成英编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模拟电子技术基础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第四版 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P363-365</a:t>
            </a:r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5948453C-02BD-4322-BD57-221B37023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984250"/>
            <a:ext cx="5829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三、实验方法</a:t>
            </a:r>
          </a:p>
        </p:txBody>
      </p:sp>
      <p:sp>
        <p:nvSpPr>
          <p:cNvPr id="29699" name="Rectangle 35">
            <a:extLst>
              <a:ext uri="{FF2B5EF4-FFF2-40B4-BE49-F238E27FC236}">
                <a16:creationId xmlns:a16="http://schemas.microsoft.com/office/drawing/2014/main" id="{BCF6AD50-321C-41FC-AEA7-761AA30B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1187450"/>
            <a:ext cx="2682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面包板布局（供参考）</a:t>
            </a:r>
          </a:p>
        </p:txBody>
      </p:sp>
      <p:pic>
        <p:nvPicPr>
          <p:cNvPr id="61450" name="Picture 10" descr="IMG_0558(20180103-195926)">
            <a:extLst>
              <a:ext uri="{FF2B5EF4-FFF2-40B4-BE49-F238E27FC236}">
                <a16:creationId xmlns:a16="http://schemas.microsoft.com/office/drawing/2014/main" id="{819A8F87-76FA-4BFE-B37D-BBD9A8B9A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 t="8226" r="1591" b="43259"/>
          <a:stretch>
            <a:fillRect/>
          </a:stretch>
        </p:blipFill>
        <p:spPr bwMode="auto">
          <a:xfrm>
            <a:off x="509588" y="2220913"/>
            <a:ext cx="57769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>
            <a:extLst>
              <a:ext uri="{FF2B5EF4-FFF2-40B4-BE49-F238E27FC236}">
                <a16:creationId xmlns:a16="http://schemas.microsoft.com/office/drawing/2014/main" id="{E43949B1-0679-4E3F-BB8D-27042D7FB5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三、测试方法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E77377F0-63A7-4A43-B6A5-3B0DFFC3D2C6}"/>
              </a:ext>
            </a:extLst>
          </p:cNvPr>
          <p:cNvSpPr/>
          <p:nvPr/>
        </p:nvSpPr>
        <p:spPr>
          <a:xfrm rot="5400000">
            <a:off x="1671965" y="1276008"/>
            <a:ext cx="287893" cy="1766782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CFB56F4C-2976-4A20-B8AE-2160A4AEC323}"/>
              </a:ext>
            </a:extLst>
          </p:cNvPr>
          <p:cNvSpPr/>
          <p:nvPr/>
        </p:nvSpPr>
        <p:spPr>
          <a:xfrm rot="5400000">
            <a:off x="4884366" y="1312435"/>
            <a:ext cx="311297" cy="171531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9C594039-5F30-4D4B-A1F0-CD57D247BDBB}"/>
              </a:ext>
            </a:extLst>
          </p:cNvPr>
          <p:cNvSpPr/>
          <p:nvPr/>
        </p:nvSpPr>
        <p:spPr>
          <a:xfrm rot="5400000">
            <a:off x="3258349" y="1504019"/>
            <a:ext cx="343068" cy="1294078"/>
          </a:xfrm>
          <a:prstGeom prst="leftBrace">
            <a:avLst>
              <a:gd name="adj1" fmla="val 8333"/>
              <a:gd name="adj2" fmla="val 50794"/>
            </a:avLst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67724B4C-4534-497F-9A05-6D2877313944}"/>
              </a:ext>
            </a:extLst>
          </p:cNvPr>
          <p:cNvSpPr/>
          <p:nvPr/>
        </p:nvSpPr>
        <p:spPr>
          <a:xfrm rot="16200000">
            <a:off x="1661359" y="3203591"/>
            <a:ext cx="311297" cy="171531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430EB108-A199-4D0A-8E02-DDD2228DF168}"/>
              </a:ext>
            </a:extLst>
          </p:cNvPr>
          <p:cNvSpPr/>
          <p:nvPr/>
        </p:nvSpPr>
        <p:spPr>
          <a:xfrm rot="16200000">
            <a:off x="4884365" y="3168696"/>
            <a:ext cx="311297" cy="171531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50BC93D7-DA6B-4333-A13F-E2CEA30AAA7B}"/>
              </a:ext>
            </a:extLst>
          </p:cNvPr>
          <p:cNvSpPr/>
          <p:nvPr/>
        </p:nvSpPr>
        <p:spPr>
          <a:xfrm rot="16200000">
            <a:off x="3275467" y="3399311"/>
            <a:ext cx="311297" cy="1291613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Rectangle 35">
            <a:extLst>
              <a:ext uri="{FF2B5EF4-FFF2-40B4-BE49-F238E27FC236}">
                <a16:creationId xmlns:a16="http://schemas.microsoft.com/office/drawing/2014/main" id="{16BD6D98-23AE-4019-80AE-B6C7E9EB0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1671638"/>
            <a:ext cx="6461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924B87E1-4284-4235-8BDE-4D219F345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1690688"/>
            <a:ext cx="646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sp>
        <p:nvSpPr>
          <p:cNvPr id="18" name="Rectangle 35">
            <a:extLst>
              <a:ext uri="{FF2B5EF4-FFF2-40B4-BE49-F238E27FC236}">
                <a16:creationId xmlns:a16="http://schemas.microsoft.com/office/drawing/2014/main" id="{99B8DD48-542D-4C72-9DC8-1169984CF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663" y="1658938"/>
            <a:ext cx="6477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BDC228CA-24CF-4522-AF2C-008CE94B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4187825"/>
            <a:ext cx="6461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sp>
        <p:nvSpPr>
          <p:cNvPr id="20" name="Rectangle 35">
            <a:extLst>
              <a:ext uri="{FF2B5EF4-FFF2-40B4-BE49-F238E27FC236}">
                <a16:creationId xmlns:a16="http://schemas.microsoft.com/office/drawing/2014/main" id="{D195DCCC-8BB6-4F2C-AFF5-DA254905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4187825"/>
            <a:ext cx="646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75987793-D6F4-4286-9033-E349D2C6C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4181475"/>
            <a:ext cx="6477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2C8C96-8822-4BAF-9E6B-CBCBC7E40549}"/>
              </a:ext>
            </a:extLst>
          </p:cNvPr>
          <p:cNvCxnSpPr/>
          <p:nvPr/>
        </p:nvCxnSpPr>
        <p:spPr>
          <a:xfrm>
            <a:off x="3998913" y="2373313"/>
            <a:ext cx="252412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8498C60-8074-42AD-84C5-C8759ECA173B}"/>
              </a:ext>
            </a:extLst>
          </p:cNvPr>
          <p:cNvCxnSpPr/>
          <p:nvPr/>
        </p:nvCxnSpPr>
        <p:spPr>
          <a:xfrm>
            <a:off x="2608263" y="2373313"/>
            <a:ext cx="254000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tangle 35">
            <a:extLst>
              <a:ext uri="{FF2B5EF4-FFF2-40B4-BE49-F238E27FC236}">
                <a16:creationId xmlns:a16="http://schemas.microsoft.com/office/drawing/2014/main" id="{FC86E6CC-BD8A-4961-A8A5-8748DD7F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0" y="2900363"/>
            <a:ext cx="998538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方波产生</a:t>
            </a:r>
          </a:p>
        </p:txBody>
      </p:sp>
      <p:sp>
        <p:nvSpPr>
          <p:cNvPr id="24" name="Rectangle 35">
            <a:extLst>
              <a:ext uri="{FF2B5EF4-FFF2-40B4-BE49-F238E27FC236}">
                <a16:creationId xmlns:a16="http://schemas.microsoft.com/office/drawing/2014/main" id="{E4A01C4F-D3D1-4C53-9859-C64B3D576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889250"/>
            <a:ext cx="12160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三角波产生</a:t>
            </a: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CB02DDF2-D962-421D-A385-A534F4B57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2838450"/>
            <a:ext cx="42545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隔离</a:t>
            </a:r>
          </a:p>
        </p:txBody>
      </p:sp>
      <p:sp>
        <p:nvSpPr>
          <p:cNvPr id="26" name="Rectangle 35">
            <a:extLst>
              <a:ext uri="{FF2B5EF4-FFF2-40B4-BE49-F238E27FC236}">
                <a16:creationId xmlns:a16="http://schemas.microsoft.com/office/drawing/2014/main" id="{A33E630D-6195-4DC8-BDB5-CC761F1C1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2908300"/>
            <a:ext cx="941387" cy="306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</a:p>
        </p:txBody>
      </p:sp>
      <p:sp>
        <p:nvSpPr>
          <p:cNvPr id="27" name="Rectangle 35">
            <a:extLst>
              <a:ext uri="{FF2B5EF4-FFF2-40B4-BE49-F238E27FC236}">
                <a16:creationId xmlns:a16="http://schemas.microsoft.com/office/drawing/2014/main" id="{9517E721-816F-42D3-9239-4C34944A3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2909888"/>
            <a:ext cx="785812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</a:p>
        </p:txBody>
      </p:sp>
      <p:sp>
        <p:nvSpPr>
          <p:cNvPr id="29721" name="矩形 33">
            <a:extLst>
              <a:ext uri="{FF2B5EF4-FFF2-40B4-BE49-F238E27FC236}">
                <a16:creationId xmlns:a16="http://schemas.microsoft.com/office/drawing/2014/main" id="{B315F96A-376F-4718-8270-E938B942C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749300"/>
            <a:ext cx="3005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用示波器分别测量各信号！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9" grpId="0"/>
      <p:bldP spid="20" grpId="0"/>
      <p:bldP spid="21" grpId="0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B56B97B-1CF3-40B5-A884-5153D18A3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230B3-1D10-4ECF-825C-893361A139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220"/>
            <a:ext cx="6858000" cy="291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9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74D39EB3-6F8B-4F67-B6B1-C3226864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668338"/>
            <a:ext cx="5829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anose="02010609060101010101" pitchFamily="49" charset="-122"/>
              </a:rPr>
              <a:t>三、实验方法</a:t>
            </a:r>
          </a:p>
        </p:txBody>
      </p:sp>
      <p:sp>
        <p:nvSpPr>
          <p:cNvPr id="30723" name="Rectangle 35">
            <a:extLst>
              <a:ext uri="{FF2B5EF4-FFF2-40B4-BE49-F238E27FC236}">
                <a16:creationId xmlns:a16="http://schemas.microsoft.com/office/drawing/2014/main" id="{B1E1F940-02D7-43B9-AC81-05836B08C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35013"/>
            <a:ext cx="1998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第一次课：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807D6E59-481B-4826-8B13-DAF66FB5B9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四、实验内容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30725" name="矩形 1">
            <a:extLst>
              <a:ext uri="{FF2B5EF4-FFF2-40B4-BE49-F238E27FC236}">
                <a16:creationId xmlns:a16="http://schemas.microsoft.com/office/drawing/2014/main" id="{54B76C2C-D2C1-4815-9D49-D7F8FE575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1201738"/>
            <a:ext cx="561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、完成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方波发生器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设计并搭建电路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726" name="矩形 2">
            <a:extLst>
              <a:ext uri="{FF2B5EF4-FFF2-40B4-BE49-F238E27FC236}">
                <a16:creationId xmlns:a16="http://schemas.microsoft.com/office/drawing/2014/main" id="{F8F8E7DD-717E-42AE-8C2E-48BC7391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2290763"/>
            <a:ext cx="4895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、完成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积分电路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的设计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并搭建电路</a:t>
            </a:r>
          </a:p>
        </p:txBody>
      </p:sp>
      <p:sp>
        <p:nvSpPr>
          <p:cNvPr id="30727" name="矩形 8">
            <a:extLst>
              <a:ext uri="{FF2B5EF4-FFF2-40B4-BE49-F238E27FC236}">
                <a16:creationId xmlns:a16="http://schemas.microsoft.com/office/drawing/2014/main" id="{01C9BF31-26C9-4EC6-A7ED-763DBB343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1593850"/>
            <a:ext cx="5456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注：运放采用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356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，电源电压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±5V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方波信号的频率尽可能满足设计要求。</a:t>
            </a:r>
          </a:p>
        </p:txBody>
      </p:sp>
      <p:sp>
        <p:nvSpPr>
          <p:cNvPr id="30728" name="矩形 9">
            <a:extLst>
              <a:ext uri="{FF2B5EF4-FFF2-40B4-BE49-F238E27FC236}">
                <a16:creationId xmlns:a16="http://schemas.microsoft.com/office/drawing/2014/main" id="{2995D702-290A-44EC-928B-AA5B1447F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2771775"/>
            <a:ext cx="5456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注：运放采用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OP07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，电源电压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±5V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三角波信号的幅度尽可能满足设计要求。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合 13">
            <a:extLst>
              <a:ext uri="{FF2B5EF4-FFF2-40B4-BE49-F238E27FC236}">
                <a16:creationId xmlns:a16="http://schemas.microsoft.com/office/drawing/2014/main" id="{07E13323-18DC-40FE-BE1C-750774C5FD28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1562100"/>
            <a:ext cx="2413000" cy="1870075"/>
            <a:chOff x="332657" y="1565193"/>
            <a:chExt cx="2413572" cy="1870654"/>
          </a:xfrm>
        </p:grpSpPr>
        <p:pic>
          <p:nvPicPr>
            <p:cNvPr id="31762" name="图片 40">
              <a:extLst>
                <a:ext uri="{FF2B5EF4-FFF2-40B4-BE49-F238E27FC236}">
                  <a16:creationId xmlns:a16="http://schemas.microsoft.com/office/drawing/2014/main" id="{9BBAFB70-BDBE-49DB-B70B-67E448B24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657" y="1635647"/>
              <a:ext cx="2413572" cy="18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28A0256-7C95-4041-8580-E0613286247B}"/>
                </a:ext>
              </a:extLst>
            </p:cNvPr>
            <p:cNvCxnSpPr/>
            <p:nvPr/>
          </p:nvCxnSpPr>
          <p:spPr>
            <a:xfrm flipV="1">
              <a:off x="1458461" y="1565193"/>
              <a:ext cx="355684" cy="3223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AB35498D-192D-4657-889E-D5EB55D19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fld id="{4717F15B-3157-4C10-B055-6AAD5D59C903}" type="slidenum">
              <a:rPr lang="en-US" altLang="zh-CN" sz="700">
                <a:solidFill>
                  <a:srgbClr val="692AA2"/>
                </a:solidFill>
                <a:ea typeface="宋体" panose="02010600030101010101" pitchFamily="2" charset="-122"/>
              </a:rPr>
              <a:pPr/>
              <a:t>19</a:t>
            </a:fld>
            <a:endParaRPr lang="en-US" altLang="zh-CN" sz="700">
              <a:solidFill>
                <a:srgbClr val="692AA2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FE9E6B-A7D2-4A70-9919-7FAD24292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995488"/>
            <a:ext cx="1620838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图片 7">
            <a:extLst>
              <a:ext uri="{FF2B5EF4-FFF2-40B4-BE49-F238E27FC236}">
                <a16:creationId xmlns:a16="http://schemas.microsoft.com/office/drawing/2014/main" id="{7918B5C2-3C21-4919-8A49-DED44150F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338" y="1374775"/>
            <a:ext cx="2005012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35">
            <a:extLst>
              <a:ext uri="{FF2B5EF4-FFF2-40B4-BE49-F238E27FC236}">
                <a16:creationId xmlns:a16="http://schemas.microsoft.com/office/drawing/2014/main" id="{F8453DFD-C0AC-4EB2-B573-158AF8142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35013"/>
            <a:ext cx="1998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参考电路：</a:t>
            </a:r>
          </a:p>
        </p:txBody>
      </p:sp>
      <p:grpSp>
        <p:nvGrpSpPr>
          <p:cNvPr id="31751" name="组合 26">
            <a:extLst>
              <a:ext uri="{FF2B5EF4-FFF2-40B4-BE49-F238E27FC236}">
                <a16:creationId xmlns:a16="http://schemas.microsoft.com/office/drawing/2014/main" id="{4B5427F8-1EF3-4949-9EA4-855E5D37D00C}"/>
              </a:ext>
            </a:extLst>
          </p:cNvPr>
          <p:cNvGrpSpPr>
            <a:grpSpLocks/>
          </p:cNvGrpSpPr>
          <p:nvPr/>
        </p:nvGrpSpPr>
        <p:grpSpPr bwMode="auto">
          <a:xfrm>
            <a:off x="4221163" y="2817813"/>
            <a:ext cx="2316162" cy="1897062"/>
            <a:chOff x="4221088" y="2817217"/>
            <a:chExt cx="2316315" cy="1898207"/>
          </a:xfrm>
        </p:grpSpPr>
        <p:pic>
          <p:nvPicPr>
            <p:cNvPr id="31760" name="图片 3">
              <a:extLst>
                <a:ext uri="{FF2B5EF4-FFF2-40B4-BE49-F238E27FC236}">
                  <a16:creationId xmlns:a16="http://schemas.microsoft.com/office/drawing/2014/main" id="{F713C907-A64E-4668-AD73-11E4B7A53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1088" y="2817217"/>
              <a:ext cx="2316315" cy="189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3A86FC7-01C3-4B9D-A2CB-FB9C756EF60D}"/>
                </a:ext>
              </a:extLst>
            </p:cNvPr>
            <p:cNvCxnSpPr/>
            <p:nvPr/>
          </p:nvCxnSpPr>
          <p:spPr>
            <a:xfrm flipV="1">
              <a:off x="4643391" y="3608269"/>
              <a:ext cx="219089" cy="196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52" name="TextBox 1">
            <a:extLst>
              <a:ext uri="{FF2B5EF4-FFF2-40B4-BE49-F238E27FC236}">
                <a16:creationId xmlns:a16="http://schemas.microsoft.com/office/drawing/2014/main" id="{41299635-E70C-42E7-AF5C-3ABFB2CBD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991" y="2817019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3" name="TextBox 12">
            <a:extLst>
              <a:ext uri="{FF2B5EF4-FFF2-40B4-BE49-F238E27FC236}">
                <a16:creationId xmlns:a16="http://schemas.microsoft.com/office/drawing/2014/main" id="{7D4FE365-2271-49A4-9527-424893615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898775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4" name="TextBox 13">
            <a:extLst>
              <a:ext uri="{FF2B5EF4-FFF2-40B4-BE49-F238E27FC236}">
                <a16:creationId xmlns:a16="http://schemas.microsoft.com/office/drawing/2014/main" id="{0F8510B8-CCAE-412E-B5A8-812E89D32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1254125"/>
            <a:ext cx="496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5" name="TextBox 14">
            <a:extLst>
              <a:ext uri="{FF2B5EF4-FFF2-40B4-BE49-F238E27FC236}">
                <a16:creationId xmlns:a16="http://schemas.microsoft.com/office/drawing/2014/main" id="{8EDEAF55-D007-4CAC-A402-69450C07C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374775"/>
            <a:ext cx="731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0.01uF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6" name="TextBox 15">
            <a:extLst>
              <a:ext uri="{FF2B5EF4-FFF2-40B4-BE49-F238E27FC236}">
                <a16:creationId xmlns:a16="http://schemas.microsoft.com/office/drawing/2014/main" id="{E73816FC-D628-4ED1-B3C7-413146AF4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1687711"/>
            <a:ext cx="4062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7" name="TextBox 17">
            <a:extLst>
              <a:ext uri="{FF2B5EF4-FFF2-40B4-BE49-F238E27FC236}">
                <a16:creationId xmlns:a16="http://schemas.microsoft.com/office/drawing/2014/main" id="{9A504B18-1431-4BDD-BC61-ED3641C35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038" y="2532063"/>
            <a:ext cx="7223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8" name="TextBox 18">
            <a:extLst>
              <a:ext uri="{FF2B5EF4-FFF2-40B4-BE49-F238E27FC236}">
                <a16:creationId xmlns:a16="http://schemas.microsoft.com/office/drawing/2014/main" id="{4E1DF697-EB45-423F-91DA-6C86DFC14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3238500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9" name="TextBox 19">
            <a:extLst>
              <a:ext uri="{FF2B5EF4-FFF2-40B4-BE49-F238E27FC236}">
                <a16:creationId xmlns:a16="http://schemas.microsoft.com/office/drawing/2014/main" id="{36A60330-C67A-49C7-9574-494380F4B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088" y="3052762"/>
            <a:ext cx="730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0.01uF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>
            <a:extLst>
              <a:ext uri="{FF2B5EF4-FFF2-40B4-BE49-F238E27FC236}">
                <a16:creationId xmlns:a16="http://schemas.microsoft.com/office/drawing/2014/main" id="{343ED618-3922-4AD4-AB8A-7BC96F37B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fld id="{F2F4FF07-BAA6-44DC-A6F5-D7360A9A3209}" type="slidenum">
              <a:rPr lang="en-US" altLang="zh-CN" sz="700">
                <a:solidFill>
                  <a:srgbClr val="692AA2"/>
                </a:solidFill>
                <a:ea typeface="宋体" panose="02010600030101010101" pitchFamily="2" charset="-122"/>
              </a:rPr>
              <a:pPr/>
              <a:t>20</a:t>
            </a:fld>
            <a:endParaRPr lang="en-US" altLang="zh-CN" sz="700">
              <a:solidFill>
                <a:srgbClr val="692AA2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Rectangle 35">
            <a:extLst>
              <a:ext uri="{FF2B5EF4-FFF2-40B4-BE49-F238E27FC236}">
                <a16:creationId xmlns:a16="http://schemas.microsoft.com/office/drawing/2014/main" id="{862FD3EB-7BFD-4B3F-AE5F-0D241751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735013"/>
            <a:ext cx="1998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第二次课：</a:t>
            </a: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BB90B0EE-A1B6-408E-A092-A5B9E6DDF2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49" charset="-122"/>
              </a:rPr>
              <a:t>四、实验内容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32773" name="矩形 6">
            <a:extLst>
              <a:ext uri="{FF2B5EF4-FFF2-40B4-BE49-F238E27FC236}">
                <a16:creationId xmlns:a16="http://schemas.microsoft.com/office/drawing/2014/main" id="{212569D1-EE88-4092-B9BA-3A9D85171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1201738"/>
            <a:ext cx="561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、完成题目要求的加法器设计</a:t>
            </a:r>
          </a:p>
        </p:txBody>
      </p:sp>
      <p:sp>
        <p:nvSpPr>
          <p:cNvPr id="32774" name="矩形 7">
            <a:extLst>
              <a:ext uri="{FF2B5EF4-FFF2-40B4-BE49-F238E27FC236}">
                <a16:creationId xmlns:a16="http://schemas.microsoft.com/office/drawing/2014/main" id="{128F4873-C757-4788-856E-DF0DED739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1720850"/>
            <a:ext cx="4895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、完成有源滤波器的设计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并搭建电路</a:t>
            </a:r>
          </a:p>
        </p:txBody>
      </p:sp>
      <p:pic>
        <p:nvPicPr>
          <p:cNvPr id="32775" name="图片 8">
            <a:extLst>
              <a:ext uri="{FF2B5EF4-FFF2-40B4-BE49-F238E27FC236}">
                <a16:creationId xmlns:a16="http://schemas.microsoft.com/office/drawing/2014/main" id="{560445D1-D97E-4A31-BE6F-6D4FC92DC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2814638"/>
            <a:ext cx="29670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图片 3">
            <a:extLst>
              <a:ext uri="{FF2B5EF4-FFF2-40B4-BE49-F238E27FC236}">
                <a16:creationId xmlns:a16="http://schemas.microsoft.com/office/drawing/2014/main" id="{21B9FC9F-32AD-4EC2-B3BC-4DAA50738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3" t="26414" r="25771" b="34222"/>
          <a:stretch>
            <a:fillRect/>
          </a:stretch>
        </p:blipFill>
        <p:spPr bwMode="auto">
          <a:xfrm>
            <a:off x="3278188" y="2525713"/>
            <a:ext cx="3579812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7" name="Rectangle 35">
            <a:extLst>
              <a:ext uri="{FF2B5EF4-FFF2-40B4-BE49-F238E27FC236}">
                <a16:creationId xmlns:a16="http://schemas.microsoft.com/office/drawing/2014/main" id="{A5D75BBE-8A8E-49C5-808F-688D74479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2251075"/>
            <a:ext cx="1998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参考设计：</a:t>
            </a:r>
          </a:p>
        </p:txBody>
      </p:sp>
      <p:sp>
        <p:nvSpPr>
          <p:cNvPr id="32778" name="TextBox 9">
            <a:extLst>
              <a:ext uri="{FF2B5EF4-FFF2-40B4-BE49-F238E27FC236}">
                <a16:creationId xmlns:a16="http://schemas.microsoft.com/office/drawing/2014/main" id="{0AAE54AA-DCC3-4504-BD8F-0CEC13C04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4116388"/>
            <a:ext cx="10064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0.047uF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9" name="TextBox 10">
            <a:extLst>
              <a:ext uri="{FF2B5EF4-FFF2-40B4-BE49-F238E27FC236}">
                <a16:creationId xmlns:a16="http://schemas.microsoft.com/office/drawing/2014/main" id="{1FA8DF6B-045B-4D0E-BA6B-4E50825C8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2814638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0" name="TextBox 11">
            <a:extLst>
              <a:ext uri="{FF2B5EF4-FFF2-40B4-BE49-F238E27FC236}">
                <a16:creationId xmlns:a16="http://schemas.microsoft.com/office/drawing/2014/main" id="{852FF4ED-57AD-4710-8794-892A146F4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038" y="2371725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1" name="TextBox 12">
            <a:extLst>
              <a:ext uri="{FF2B5EF4-FFF2-40B4-BE49-F238E27FC236}">
                <a16:creationId xmlns:a16="http://schemas.microsoft.com/office/drawing/2014/main" id="{3B8E48EF-2A1D-4490-8975-93910276F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4264025"/>
            <a:ext cx="496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2" name="TextBox 13">
            <a:extLst>
              <a:ext uri="{FF2B5EF4-FFF2-40B4-BE49-F238E27FC236}">
                <a16:creationId xmlns:a16="http://schemas.microsoft.com/office/drawing/2014/main" id="{23CD579A-793B-4A70-BA3F-F1D2FD2E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75" y="2497138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3" name="TextBox 14">
            <a:extLst>
              <a:ext uri="{FF2B5EF4-FFF2-40B4-BE49-F238E27FC236}">
                <a16:creationId xmlns:a16="http://schemas.microsoft.com/office/drawing/2014/main" id="{E8BD2786-C852-4BD5-930F-5BD73B7AF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2844800"/>
            <a:ext cx="495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4" name="TextBox 15">
            <a:extLst>
              <a:ext uri="{FF2B5EF4-FFF2-40B4-BE49-F238E27FC236}">
                <a16:creationId xmlns:a16="http://schemas.microsoft.com/office/drawing/2014/main" id="{EE3782F9-0FA6-45D5-8CF6-AEB827A24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3724275"/>
            <a:ext cx="4968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5" name="TextBox 16">
            <a:extLst>
              <a:ext uri="{FF2B5EF4-FFF2-40B4-BE49-F238E27FC236}">
                <a16:creationId xmlns:a16="http://schemas.microsoft.com/office/drawing/2014/main" id="{ED1E14AF-9101-42DF-AB81-F63166BB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463" y="3724275"/>
            <a:ext cx="495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1k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6" name="TextBox 17">
            <a:extLst>
              <a:ext uri="{FF2B5EF4-FFF2-40B4-BE49-F238E27FC236}">
                <a16:creationId xmlns:a16="http://schemas.microsoft.com/office/drawing/2014/main" id="{C72CFE9F-1B3F-42F1-8498-C8898BE26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3986213"/>
            <a:ext cx="835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0.047uF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WordArt 2">
            <a:extLst>
              <a:ext uri="{FF2B5EF4-FFF2-40B4-BE49-F238E27FC236}">
                <a16:creationId xmlns:a16="http://schemas.microsoft.com/office/drawing/2014/main" id="{9615661F-7EDB-4F3D-B40F-F6D36A8D9CCD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3600450" y="2443163"/>
            <a:ext cx="3143250" cy="300037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2700" b="1" kern="10"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2700" b="1" kern="10">
              <a:ln w="19050">
                <a:solidFill>
                  <a:srgbClr val="FFFF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1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F014927-83F4-43F6-94D9-2656E89D24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802063" y="3003550"/>
            <a:ext cx="3054350" cy="2143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1350" b="1" dirty="0">
                <a:solidFill>
                  <a:schemeClr val="tx1"/>
                </a:solidFill>
                <a:ea typeface="宋体" panose="02010600030101010101" pitchFamily="2" charset="-122"/>
              </a:rPr>
              <a:t>UESTC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5">
  <a:themeElements>
    <a:clrScheme name="Default Design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35</Template>
  <TotalTime>7491</TotalTime>
  <Words>904</Words>
  <Application>Microsoft Office PowerPoint</Application>
  <PresentationFormat>自定义</PresentationFormat>
  <Paragraphs>189</Paragraphs>
  <Slides>21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隶书</vt:lpstr>
      <vt:lpstr>Wingdings</vt:lpstr>
      <vt:lpstr>Calibri</vt:lpstr>
      <vt:lpstr>宋体</vt:lpstr>
      <vt:lpstr>Verdana</vt:lpstr>
      <vt:lpstr>Times New Roman</vt:lpstr>
      <vt:lpstr>黑体</vt:lpstr>
      <vt:lpstr>微软雅黑</vt:lpstr>
      <vt:lpstr>楷体_GB2312</vt:lpstr>
      <vt:lpstr>35</vt:lpstr>
      <vt:lpstr>Adobe Photoshop Image</vt:lpstr>
      <vt:lpstr>Equation.DSMT4</vt:lpstr>
      <vt:lpstr>PowerPoint 演示文稿</vt:lpstr>
      <vt:lpstr>内    容</vt:lpstr>
      <vt:lpstr>一、设计要求</vt:lpstr>
      <vt:lpstr>一、设计要求</vt:lpstr>
      <vt:lpstr>一、设计要求</vt:lpstr>
      <vt:lpstr>一、设计要求</vt:lpstr>
      <vt:lpstr>二、设计方案</vt:lpstr>
      <vt:lpstr>二、设计方案</vt:lpstr>
      <vt:lpstr>二、设计方案</vt:lpstr>
      <vt:lpstr>二、设计方案</vt:lpstr>
      <vt:lpstr>二、设计方案</vt:lpstr>
      <vt:lpstr>二、设计方案</vt:lpstr>
      <vt:lpstr>二、设计方案</vt:lpstr>
      <vt:lpstr>二、设计方案</vt:lpstr>
      <vt:lpstr>二、设计方案</vt:lpstr>
      <vt:lpstr>三、测试方法</vt:lpstr>
      <vt:lpstr>PowerPoint 演示文稿</vt:lpstr>
      <vt:lpstr>四、实验内容</vt:lpstr>
      <vt:lpstr>PowerPoint 演示文稿</vt:lpstr>
      <vt:lpstr>四、实验内容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Administrator</cp:lastModifiedBy>
  <cp:revision>257</cp:revision>
  <dcterms:created xsi:type="dcterms:W3CDTF">2013-03-15T01:15:38Z</dcterms:created>
  <dcterms:modified xsi:type="dcterms:W3CDTF">2023-10-12T05:10:11Z</dcterms:modified>
</cp:coreProperties>
</file>
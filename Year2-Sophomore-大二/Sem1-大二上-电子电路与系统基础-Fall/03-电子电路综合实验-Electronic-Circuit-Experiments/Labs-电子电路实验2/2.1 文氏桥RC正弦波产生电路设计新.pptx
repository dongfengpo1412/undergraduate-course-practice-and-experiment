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9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0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11.xml" ContentType="application/vnd.openxmlformats-officedocument.theme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theme/theme12.xml" ContentType="application/vnd.openxmlformats-officedocument.theme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13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theme/theme14.xml" ContentType="application/vnd.openxmlformats-officedocument.theme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theme/theme15.xml" ContentType="application/vnd.openxmlformats-officedocument.theme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theme/theme16.xml" ContentType="application/vnd.openxmlformats-officedocument.theme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5" r:id="rId9"/>
    <p:sldMasterId id="2147483757" r:id="rId10"/>
    <p:sldMasterId id="2147483769" r:id="rId11"/>
    <p:sldMasterId id="2147483781" r:id="rId12"/>
    <p:sldMasterId id="2147483793" r:id="rId13"/>
    <p:sldMasterId id="2147483805" r:id="rId14"/>
    <p:sldMasterId id="2147483817" r:id="rId15"/>
    <p:sldMasterId id="2147483829" r:id="rId16"/>
    <p:sldMasterId id="2147483842" r:id="rId17"/>
  </p:sldMasterIdLst>
  <p:notesMasterIdLst>
    <p:notesMasterId r:id="rId39"/>
  </p:notesMasterIdLst>
  <p:handoutMasterIdLst>
    <p:handoutMasterId r:id="rId40"/>
  </p:handoutMasterIdLst>
  <p:sldIdLst>
    <p:sldId id="317" r:id="rId18"/>
    <p:sldId id="318" r:id="rId19"/>
    <p:sldId id="319" r:id="rId20"/>
    <p:sldId id="332" r:id="rId21"/>
    <p:sldId id="322" r:id="rId22"/>
    <p:sldId id="355" r:id="rId23"/>
    <p:sldId id="356" r:id="rId24"/>
    <p:sldId id="357" r:id="rId25"/>
    <p:sldId id="323" r:id="rId26"/>
    <p:sldId id="324" r:id="rId27"/>
    <p:sldId id="352" r:id="rId28"/>
    <p:sldId id="334" r:id="rId29"/>
    <p:sldId id="328" r:id="rId30"/>
    <p:sldId id="358" r:id="rId31"/>
    <p:sldId id="351" r:id="rId32"/>
    <p:sldId id="353" r:id="rId33"/>
    <p:sldId id="374" r:id="rId34"/>
    <p:sldId id="375" r:id="rId35"/>
    <p:sldId id="329" r:id="rId36"/>
    <p:sldId id="330" r:id="rId37"/>
    <p:sldId id="331" r:id="rId38"/>
  </p:sldIdLst>
  <p:sldSz cx="6858000" cy="5143500"/>
  <p:notesSz cx="6858000" cy="9144000"/>
  <p:custDataLst>
    <p:tags r:id="rId4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49" autoAdjust="0"/>
    <p:restoredTop sz="93449" autoAdjust="0"/>
  </p:normalViewPr>
  <p:slideViewPr>
    <p:cSldViewPr showGuides="1">
      <p:cViewPr varScale="1">
        <p:scale>
          <a:sx n="121" d="100"/>
          <a:sy n="121" d="100"/>
        </p:scale>
        <p:origin x="1452" y="92"/>
      </p:cViewPr>
      <p:guideLst>
        <p:guide orient="horz" pos="16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221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4.xml"/><Relationship Id="rId34" Type="http://schemas.openxmlformats.org/officeDocument/2006/relationships/slide" Target="slides/slide17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slide" Target="slides/slide20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slide" Target="slides/slide19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31" Type="http://schemas.openxmlformats.org/officeDocument/2006/relationships/slide" Target="slides/slide14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slide" Target="slides/slide18.xml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slide" Target="slides/slide21.xml"/><Relationship Id="rId20" Type="http://schemas.openxmlformats.org/officeDocument/2006/relationships/slide" Target="slides/slide3.xml"/><Relationship Id="rId41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883B67AE-6777-4CCB-BA12-4C28CDEF475D}" type="datetimeFigureOut">
              <a:rPr lang="zh-CN" altLang="en-US"/>
              <a:t>2024/10/20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8663BE5-00F6-4A72-B6EA-99D00C3B382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4" name="Rectangle 63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>
                <a:latin typeface="Arial" panose="020B0604020202020204" pitchFamily="34" charset="0"/>
                <a:ea typeface="等线" panose="0201060003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49215" name="Rectangle 639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>
                <a:latin typeface="Arial" panose="020B0604020202020204" pitchFamily="34" charset="0"/>
                <a:ea typeface="等线" panose="0201060003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F5D486E3-5EEB-4B86-88D5-B0F709480D00}" type="datetime1">
              <a:rPr lang="zh-CN" altLang="en-US"/>
              <a:t>2024/10/20</a:t>
            </a:fld>
            <a:endParaRPr lang="zh-CN" altLang="en-US"/>
          </a:p>
        </p:txBody>
      </p:sp>
      <p:sp>
        <p:nvSpPr>
          <p:cNvPr id="16388" name="Rectangle 640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9217" name="Rectangle 64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编辑母版文本样式</a:t>
            </a:r>
            <a:endParaRPr lang="en-US" altLang="en-US" noProof="0"/>
          </a:p>
          <a:p>
            <a:pPr lvl="0"/>
            <a:r>
              <a:rPr lang="zh-CN" altLang="en-US" noProof="0"/>
              <a:t>第二级</a:t>
            </a:r>
            <a:endParaRPr lang="en-US" altLang="en-US" noProof="0"/>
          </a:p>
          <a:p>
            <a:pPr lvl="0"/>
            <a:r>
              <a:rPr lang="zh-CN" altLang="en-US" noProof="0"/>
              <a:t>第三级</a:t>
            </a:r>
            <a:endParaRPr lang="en-US" altLang="en-US" noProof="0"/>
          </a:p>
          <a:p>
            <a:pPr lvl="0"/>
            <a:r>
              <a:rPr lang="zh-CN" altLang="en-US" noProof="0"/>
              <a:t>第四级</a:t>
            </a:r>
            <a:endParaRPr lang="en-US" altLang="en-US" noProof="0"/>
          </a:p>
          <a:p>
            <a:pPr lvl="0"/>
            <a:r>
              <a:rPr lang="zh-CN" altLang="en-US" noProof="0"/>
              <a:t>第五级</a:t>
            </a:r>
            <a:endParaRPr lang="en-US" altLang="en-US" noProof="0"/>
          </a:p>
        </p:txBody>
      </p:sp>
      <p:sp>
        <p:nvSpPr>
          <p:cNvPr id="1049218" name="Rectangle 64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>
                <a:latin typeface="Arial" panose="020B0604020202020204" pitchFamily="34" charset="0"/>
                <a:ea typeface="等线" panose="0201060003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49219" name="Rectangle 64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7DAD99FC-F9BB-48EF-958C-EFB65D537FA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9460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5052B9B-673F-41D0-B270-FFA9DABBD6E5}" type="datetime1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</a:rPr>
              <a:t>2024/10/20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1946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6431C74-63DA-4DDB-98C4-B62FA215E13A}" type="slidenum">
              <a:rPr lang="zh-CN" altLang="en-US">
                <a:solidFill>
                  <a:srgbClr val="000000"/>
                </a:solidFill>
                <a:ea typeface="等线" panose="02010600030101010101" pitchFamily="2" charset="-122"/>
              </a:rPr>
              <a:t>1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3556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2D9E1CF-C7A2-4E56-82BF-1583B31791A0}" type="datetime1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</a:rPr>
              <a:t>2024/10/20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23557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48FBB9-FB51-402C-8453-7788D668231A}" type="slidenum">
              <a:rPr lang="zh-CN" altLang="en-US">
                <a:solidFill>
                  <a:srgbClr val="000000"/>
                </a:solidFill>
                <a:ea typeface="等线" panose="02010600030101010101" pitchFamily="2" charset="-122"/>
              </a:rPr>
              <a:t>4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83BB4AE-0679-48A1-AD8A-24FFC7C88EBB}" type="slidenum">
              <a:rPr lang="en-US" altLang="zh-CN"/>
              <a:t>5</a:t>
            </a:fld>
            <a:endParaRPr lang="en-US" altLang="zh-CN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140ABBE-616A-45A1-8382-5DE637FD00AB}" type="slidenum">
              <a:rPr lang="en-US" altLang="zh-CN"/>
              <a:t>9</a:t>
            </a:fld>
            <a:endParaRPr lang="en-US" altLang="zh-CN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25604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4A911C-2C4F-4443-98C8-96AA9416A81A}" type="datetime1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</a:rPr>
              <a:t>2024/10/20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25605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F7251F-CB0A-4516-A2CE-D18F8726D7D5}" type="slidenum">
              <a:rPr lang="zh-CN" altLang="en-US">
                <a:solidFill>
                  <a:srgbClr val="000000"/>
                </a:solidFill>
                <a:ea typeface="等线" panose="02010600030101010101" pitchFamily="2" charset="-122"/>
              </a:rPr>
              <a:t>11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27652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5A34EE7-0B5C-4E58-849F-E906BD2909CF}" type="datetime1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</a:rPr>
              <a:t>2024/10/20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2765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229A9C2-CD1E-4523-AB44-52D7C3EA06C3}" type="slidenum">
              <a:rPr lang="zh-CN" altLang="en-US">
                <a:solidFill>
                  <a:srgbClr val="000000"/>
                </a:solidFill>
                <a:ea typeface="等线" panose="02010600030101010101" pitchFamily="2" charset="-122"/>
              </a:rPr>
              <a:t>12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7652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5A34EE7-0B5C-4E58-849F-E906BD2909CF}" type="datetime1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</a:rPr>
              <a:t>2024/10/20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2765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229A9C2-CD1E-4523-AB44-52D7C3EA06C3}" type="slidenum">
              <a:rPr lang="zh-CN" altLang="en-US">
                <a:solidFill>
                  <a:srgbClr val="000000"/>
                </a:solidFill>
                <a:ea typeface="等线" panose="02010600030101010101" pitchFamily="2" charset="-122"/>
              </a:rPr>
              <a:t>14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1748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3075B95-A442-4107-A45C-2683971B8776}" type="datetime1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</a:rPr>
              <a:t>2024/10/20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3174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1DCA011-35B7-42B1-A4AA-116DE6D15370}" type="slidenum">
              <a:rPr lang="zh-CN" altLang="en-US">
                <a:solidFill>
                  <a:srgbClr val="000000"/>
                </a:solidFill>
                <a:ea typeface="等线" panose="02010600030101010101" pitchFamily="2" charset="-122"/>
              </a:rPr>
              <a:t>15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F5D486E3-5EEB-4B86-88D5-B0F709480D00}" type="datetime1">
              <a:rPr lang="zh-CN" altLang="en-US" smtClean="0"/>
              <a:t>2024/10/20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D99FC-F9BB-48EF-958C-EFB65D537FA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735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7.bin"/><Relationship Id="rId1" Type="http://schemas.openxmlformats.org/officeDocument/2006/relationships/slideMaster" Target="../slideMasters/slideMaster16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8.bin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8.png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9.bin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9.png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0.bin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9.png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1.bin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9.png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2.bin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9.png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3.bin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9.png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4.bin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9.png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5.bin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9.png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6.bin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9.png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7.bin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9.png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8.bin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9.png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6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38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8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79C1228-3572-42D8-8E0B-93EB19020185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1385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8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8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86C22F-E313-41BE-B138-A4331D4422D6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1385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41"/>
            <a:ext cx="58293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38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8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FF2689-A8C5-449E-AA09-5FB95020EDFC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1385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38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38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730729-4A4F-4738-B2C7-3CABC5BAE101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1385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150938"/>
            <a:ext cx="303014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1" y="1631953"/>
            <a:ext cx="303014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0938"/>
            <a:ext cx="303133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953"/>
            <a:ext cx="303133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38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138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0B7CF17-E40C-41D8-8F7D-D51F4A12F4E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1385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38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38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AB150F5-D94B-4046-8A0D-5575F2167975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1385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8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138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EE823D-1525-43AE-AA4E-F292E1D0A03E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1385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91"/>
            <a:ext cx="2256235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204791"/>
            <a:ext cx="3833813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5"/>
            <a:ext cx="2256235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8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38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A899652-0D15-450E-B778-001A7ADDFDED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1385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8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38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06334F2-6159-40D7-99AC-4810B6CFE1AA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1385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8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8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C1B252F-7659-453E-80D1-A02167683026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1385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8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8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AB0BAB7-337A-4160-A231-B567AA21420F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1385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6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9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4E12AD-E81E-44D8-AEE8-28E3DFC4E7BC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10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5985" y="1047750"/>
            <a:ext cx="6172200" cy="37147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89596F3-A820-4410-B558-ADD3F57E9F4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10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41"/>
            <a:ext cx="58293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3C4EF82-D4FF-4C4B-8AED-D5FA7B409D65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10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9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E175C73-0EC6-4EAB-B977-9BEB7D357D9D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10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150938"/>
            <a:ext cx="3030141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1" y="1631953"/>
            <a:ext cx="3030141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0938"/>
            <a:ext cx="3031331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953"/>
            <a:ext cx="3031331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9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44EF2E0-7011-4F7B-9D40-0094A9EB1402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10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9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63B4A7-47E4-4BA4-B173-3A2E59B9F829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10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9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0DA0C23-32E4-4D59-9C0D-11D24AF2F2B4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10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91"/>
            <a:ext cx="2256235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204791"/>
            <a:ext cx="3833813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5"/>
            <a:ext cx="2256235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9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4BB8107-1443-47AD-93F6-6470CE1E551D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10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9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81080F4-33FA-4994-8975-857767830563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10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5985" y="1047750"/>
            <a:ext cx="6172200" cy="37147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9851D4A-1CAC-44DC-98ED-58E4B3D11EC2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10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3590CA9-579A-4778-80D0-D89ED3EE4421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10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6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C21C74-3719-4DAB-898F-92B973D8DF07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3FDE73-7904-4334-80B0-B47B66F90066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41"/>
            <a:ext cx="58293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836869E-6C27-4806-8F0A-7F704CFFED0C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A9DB624-E835-4C82-9460-2976528445C9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150938"/>
            <a:ext cx="303014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1" y="1631953"/>
            <a:ext cx="303014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0938"/>
            <a:ext cx="303133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953"/>
            <a:ext cx="303133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0E7C9F8-71F9-4125-B0CD-96657D43230A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DC81D29-72E5-45C4-94CF-1084762D0557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5551768-29B1-4736-A2D2-FA35D8516E52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91"/>
            <a:ext cx="2256235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204791"/>
            <a:ext cx="3833813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5"/>
            <a:ext cx="2256235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C9FD8D-78C9-4ED5-B8F3-A9F8B3CB3609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BCF36BD-DD24-4C34-B134-CF3DD3E1A731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0D6853-7AC2-4D3B-8775-74F767F8CBEE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9A57298-3445-4944-8850-E7EA0AD0D051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6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7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7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D776455-4260-4307-B690-DB81C3F873EF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57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7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7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F52D064-94D3-4AD1-BD1F-D6E109D17B0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57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41"/>
            <a:ext cx="58293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7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7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65A0A34-23DC-40C1-B779-35D191D00015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57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7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7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B92279E-5F04-4716-8516-E4481066C8FF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57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150938"/>
            <a:ext cx="303014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1" y="1631953"/>
            <a:ext cx="303014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0938"/>
            <a:ext cx="303133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953"/>
            <a:ext cx="303133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7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7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8D859CF-1836-46A7-B9E8-B464B4D0EFAF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57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7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7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C4A15B3-14A4-4C6A-BDDA-7389707D666A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57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7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57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33619E5-5080-4836-A1D9-D6520E3F19A3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57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91"/>
            <a:ext cx="2256235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204791"/>
            <a:ext cx="3833813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5"/>
            <a:ext cx="2256235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7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7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536829C-F6B2-4155-AB83-92A511F6C6C7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57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7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7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4326F1D-99C0-4805-AA7E-9325942814B9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57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7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7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6ECB04-8CFF-4105-871C-9712EC6D239C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57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7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7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A52A0C3-BC3E-4B84-8F35-EA913A4B0141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57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6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0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1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E8B2AB6-72C3-4280-A1C4-AE038CC324EE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61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0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1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AF06FC-E7BC-4A65-A205-33869B54793F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61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41"/>
            <a:ext cx="58293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0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1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D22F9E-FD95-4D5A-8AF7-84A7C44E2DA0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61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0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1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CDEB58A-45D8-4BD0-861C-46E5E837517D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61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150938"/>
            <a:ext cx="303014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1" y="1631953"/>
            <a:ext cx="303014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0938"/>
            <a:ext cx="303133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953"/>
            <a:ext cx="303133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0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61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8AA8384-88F9-432E-AFDA-FFD4D308D5DA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61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0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61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7505AF3-C8A1-4FDF-A6B0-791A7ADDA267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61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0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61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39BA98-2D0E-434F-BB63-019DD436E391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61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91"/>
            <a:ext cx="2256235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204791"/>
            <a:ext cx="3833813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5"/>
            <a:ext cx="2256235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0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1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33A187C-83E3-4F9A-AC06-D4334681F44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61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0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1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D4F659A-D01A-4DD4-BC58-02A145C499DB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61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0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1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204CF2E-286E-46A1-BB17-86ADCEDBEAEE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61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0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1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057AE5B-59DD-4F3A-9ABB-1DF1D14AE9D9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61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6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39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9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9F9456B-48BE-4DDF-8161-A47EA34C35C3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39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9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9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5AC3A4F-8564-44CA-BC73-3D774F3CC74C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39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41"/>
            <a:ext cx="58293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39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9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66435E-C3AD-481C-AF05-4E1DDBB02CDA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39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9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9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DB527C-65A0-4B2A-8298-12900711534E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39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150938"/>
            <a:ext cx="303014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1" y="1631953"/>
            <a:ext cx="303014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0938"/>
            <a:ext cx="303133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953"/>
            <a:ext cx="303133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39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39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7FEF476-8730-4CCF-87A0-1762A8E021D0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39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39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39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3FB153-A64D-4961-AB3B-F45238DBD82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39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9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39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20C42D3-99AD-4022-9732-98E840F3B326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39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91"/>
            <a:ext cx="2256235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204791"/>
            <a:ext cx="3833813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5"/>
            <a:ext cx="2256235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9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9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D168CA-7BF3-44EF-A529-0B019BA5D797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39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9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9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70BEB7-4096-4DFC-A886-B03190D5869B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39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9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9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C9DC17-24B2-4095-8ED2-CE3F0E3A36E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39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9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9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0749C05-B3C4-4176-8FB6-B0DE973E45FC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39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6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4A2B8FB-EB94-405F-964A-E158C236BB4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43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C4FEF7-EFF5-4440-907E-13AABA43AB55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43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41"/>
            <a:ext cx="58293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80300D2-B339-4CC4-A784-EC761F95A152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43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411343B-949F-4E4F-A26E-64E013A0647C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43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150938"/>
            <a:ext cx="303014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1" y="1631953"/>
            <a:ext cx="303014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0938"/>
            <a:ext cx="303133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953"/>
            <a:ext cx="303133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4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D5DFCE1-BDDD-4E6E-B28D-492F0398ADC9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43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4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D39EE0A-5E48-411A-A036-46FD78A2E72C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43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4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7207376-C8C8-49D5-9BDB-722F0585985B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43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91"/>
            <a:ext cx="2256235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204791"/>
            <a:ext cx="3833813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5"/>
            <a:ext cx="2256235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BE5D9CD-28D8-4143-BBC1-26A41B3EDF07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43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FAA0120-1199-481C-A071-73B75F040FBA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43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724956-4165-4762-905F-5564D4ED6CAC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43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EE3F882-ACB1-476E-A609-AAF32986C11B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43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6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D5607EA-A56E-4F2A-ADE4-8B72EB07DE6E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7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E07698-862F-4ADB-AA2D-E197D53770A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7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41"/>
            <a:ext cx="58293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147703-E12F-480E-98ED-C343E250628B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7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71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1149D4A-188C-4E7D-AA90-505573EF749B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7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150938"/>
            <a:ext cx="303014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1" y="1631953"/>
            <a:ext cx="303014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0938"/>
            <a:ext cx="303133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953"/>
            <a:ext cx="303133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71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7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2C5175-31C7-4BEF-975C-E28296D503D5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7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71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7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A035AC0-8133-4B02-A839-4E250B808ECC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7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7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75CE558-381E-42EC-BD70-168E8C168463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7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91"/>
            <a:ext cx="2256235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204791"/>
            <a:ext cx="3833813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5"/>
            <a:ext cx="2256235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1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BC36447-6D67-4FE6-8A88-07F4762203DD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7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1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93C9A4-8ED3-4DE7-98E0-5F2141F02071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7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C88B98-C08A-4CB4-9127-E58704316D1D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7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550CFD4-06B6-41A1-8E58-ABCD971138CD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7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42900" y="205979"/>
            <a:ext cx="61722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42900" y="1200153"/>
            <a:ext cx="3028950" cy="163949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3486150" y="1200153"/>
            <a:ext cx="3028950" cy="163949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342900" y="2953945"/>
            <a:ext cx="3028950" cy="164068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3486150" y="2953945"/>
            <a:ext cx="3028950" cy="164068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42900" y="4683919"/>
            <a:ext cx="1600200" cy="357188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2343150" y="4683919"/>
            <a:ext cx="2171700" cy="357188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4914900" y="4683919"/>
            <a:ext cx="1600200" cy="357188"/>
          </a:xfrm>
        </p:spPr>
        <p:txBody>
          <a:bodyPr/>
          <a:lstStyle>
            <a:lvl1pPr>
              <a:defRPr/>
            </a:lvl1pPr>
          </a:lstStyle>
          <a:p>
            <a:fld id="{7CB115EB-0FAE-4F49-9AFF-8A31A90F608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6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9FCCC6-3BAC-4EE7-8379-1CD22D019013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4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0132AF9-75A9-4C81-B926-1F9E6DC6769F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4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41"/>
            <a:ext cx="58293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A69123D-EC8D-4BAD-912C-DC3D55CF7F26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4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22432DF-452B-461B-8A60-54C91166E249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4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150938"/>
            <a:ext cx="303014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1" y="1631953"/>
            <a:ext cx="303014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0938"/>
            <a:ext cx="303133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953"/>
            <a:ext cx="303133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4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E6B8C91-622B-4EAF-AF22-53270E906B47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4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4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E344F43-DE27-46B4-B2BB-63DBD8D6E79D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4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4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7D3043D-F832-4136-A425-BA0321B02D91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4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91"/>
            <a:ext cx="2256235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204791"/>
            <a:ext cx="3833813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5"/>
            <a:ext cx="2256235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01EAD3-E21F-4E9E-8979-DE319CBCC312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4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B34A177-9162-4C87-85E6-376F5433A123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4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465558B-8144-4231-A4EA-81E85819CD60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4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49B665F-9BC0-49B5-8D5C-3A14544E35E7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4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6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5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5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E0F872-E8E8-4E83-AB42-AE966C207E72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5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5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5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53D564-7C43-4C17-9C85-64B73319A460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5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41"/>
            <a:ext cx="58293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5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5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8CA8935-2524-4C62-80E1-0C220D236D0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5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5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5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EC9E29A-8A9B-405A-A00A-104C521B91C0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25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150938"/>
            <a:ext cx="303014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1" y="1631953"/>
            <a:ext cx="303014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0938"/>
            <a:ext cx="303133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953"/>
            <a:ext cx="303133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5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25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44682A8-2E40-4F2F-8235-D8FF22F3128A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25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5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25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CC8B384-E3D5-4A2F-B9A8-D0501365658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25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25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9C5BAC5-A785-4B4E-A8E0-4E4AA4545065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25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91"/>
            <a:ext cx="2256235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204791"/>
            <a:ext cx="3833813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5"/>
            <a:ext cx="2256235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5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5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EDD2DE8-16B9-4C3A-B34F-DE83291199DC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25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5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5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4B90E1-CC6B-4101-BE5C-824D30659615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25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5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5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E3FCE05-4518-4A63-AC71-51314346B15D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5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5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5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D8898E3-D7D1-45CD-92E0-E63B2A3087CC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5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6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656B57-DE57-4D18-86F7-185FE6A11B26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2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0C95712-6D4D-4725-A6BD-DD12AA04A04C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2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41"/>
            <a:ext cx="58293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76D1DB6-600F-4C87-8171-BA3FF34AD937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2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E8B096C-07FF-456C-816C-D8FA29038B0B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22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150938"/>
            <a:ext cx="303014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1" y="1631953"/>
            <a:ext cx="303014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0938"/>
            <a:ext cx="303133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953"/>
            <a:ext cx="303133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22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AE8751A-7B0B-462F-A2AC-171456E837D9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22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22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2607926-779E-4AB1-B049-08BCCC7A6EEF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22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22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D5555B3-87A2-4678-BA41-ACA81C2689D1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22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91"/>
            <a:ext cx="2256235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204791"/>
            <a:ext cx="3833813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5"/>
            <a:ext cx="2256235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6BFD72-A72D-4EDB-837B-66F24BA9287A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22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4B7568C-CFAC-425A-A2F9-DB0A32065A2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22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7EE2C5-3F82-4310-95D2-FB9A2CD444DA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2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8762FD1-5012-4A7E-B0AC-7D37810AC58A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2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6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32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2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379ACE8-FCB7-499C-9B82-DED34F6928E0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32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2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2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5113B1-FE1D-4162-A0AA-04590956BE1A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32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41"/>
            <a:ext cx="58293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32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2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1B31A47-208D-4E60-B865-ABFC74037CBF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32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2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2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B21CE2-4B38-43A4-B3E6-F07DBE2AE0A4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32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150938"/>
            <a:ext cx="303014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1" y="1631953"/>
            <a:ext cx="303014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0938"/>
            <a:ext cx="303133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953"/>
            <a:ext cx="303133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32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32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F5EB101-0744-4BD3-A2CC-13D92CA42E1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32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32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32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79F55F0-A42D-4A61-BBD5-2229E0908FE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32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32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6E0DB2-ED5A-44D0-9BC5-FC4898030645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32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91"/>
            <a:ext cx="2256235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204791"/>
            <a:ext cx="3833813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5"/>
            <a:ext cx="2256235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2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2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D6E695-D41C-4DDF-988F-FC2E2F6F482D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32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2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2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D061212-2C61-41C7-A3A2-9207D5DC3F7F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32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2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2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E22C724-7285-4763-97E1-CE5C5D9ECBBF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32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2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2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028BD79-5524-41B9-8076-3D67089C3479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32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6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4DB7986-1DCC-4096-A484-163DBB274D71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531983-E685-49FB-AB0D-4872769BDBA4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41"/>
            <a:ext cx="58293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4296BA8-0659-4174-B29E-6B3A4701D66B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273ACAE-F417-478B-BC00-7812A1936803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2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150938"/>
            <a:ext cx="303014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1" y="1631953"/>
            <a:ext cx="303014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0938"/>
            <a:ext cx="303133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953"/>
            <a:ext cx="303133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2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35C9F0B-626A-4821-8A21-875BA64770D3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2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2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C1C875A-62C2-475C-94A3-087AB5EF4232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2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2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7AC45C3-7CE2-4384-B1B4-2478581B8A63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2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91"/>
            <a:ext cx="2256235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204791"/>
            <a:ext cx="3833813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5"/>
            <a:ext cx="2256235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F4019CE-0325-4147-89EB-428A74729802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2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ADB8EAD-1C4C-4045-B98E-332ED18F6BBF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2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555C20E-168F-4C68-8D01-DAC14A300987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8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9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A8492C7-A3BC-43E6-BDAF-FF90EAD9FFC6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9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6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8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8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2ACD042-1376-4CD1-A009-E901D297D491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18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8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BDC078-860D-483F-A95A-9AF671949B02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18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41"/>
            <a:ext cx="58293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8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8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BEBA12B-B191-453A-ABD3-2A1C302325BA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18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8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8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1BF5018-4F1A-4D9F-B249-D77B56F7002F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18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150938"/>
            <a:ext cx="303014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1" y="1631953"/>
            <a:ext cx="303014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0938"/>
            <a:ext cx="303133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953"/>
            <a:ext cx="303133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8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18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B19FA91-6068-493D-AD54-7B9D0A338F42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18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8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8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E234C5-7F46-49AF-BFBA-8DFCFA3AE662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18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18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58D2E65-11CF-4F11-9828-02E82D17DF6E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18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91"/>
            <a:ext cx="2256235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204791"/>
            <a:ext cx="3833813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5"/>
            <a:ext cx="2256235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8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8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311E72-0979-4D94-9F96-FB88F04BE63C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18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8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8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C80147A-F1AE-4217-B478-12DC093A5842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18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8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1F6465-E6A4-4ADE-A8EB-5CC9BE1E1B05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18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8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DBD4A81-D80B-4771-B98F-59F97DB40BD3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18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6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18EE41E-FE8C-4399-B8AE-1DBD87DF6970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D46E836-9C56-4390-9237-47925ABC5C6E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41"/>
            <a:ext cx="58293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50086E7-5D20-4763-A7D6-83220FDC1EB5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038CD95-DB32-4518-B1EB-6AD4468EFABA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150938"/>
            <a:ext cx="303014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1" y="1631953"/>
            <a:ext cx="303014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0938"/>
            <a:ext cx="3031331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953"/>
            <a:ext cx="3031331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1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D0346C9-8B36-4E09-91D1-EB5F624EAB3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2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F19D50-C297-4617-8E68-B23EE49C2A10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2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6679AF3-6CA4-4B9A-B0B2-BB7CA66A4CA0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2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91"/>
            <a:ext cx="2256235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204791"/>
            <a:ext cx="3833813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5"/>
            <a:ext cx="2256235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28CE4C-48C1-45C6-9C36-AE9779ED113B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099E6F-5369-4713-8293-7246F0042EBC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F1DB6E-F071-4DC1-9084-47A2F6596105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A84A33-3BA0-4294-AF4F-F20E0CBBECBB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5"/>
          <p:cNvGraphicFramePr>
            <a:graphicFrameLocks noChangeAspect="1"/>
          </p:cNvGraphicFramePr>
          <p:nvPr userDrawn="1"/>
        </p:nvGraphicFramePr>
        <p:xfrm>
          <a:off x="2" y="0"/>
          <a:ext cx="3267075" cy="440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3416300" imgH="4546600" progId="Photoshop.Image.6">
                  <p:embed/>
                </p:oleObj>
              </mc:Choice>
              <mc:Fallback>
                <p:oleObj name="Image" r:id="rId2" imgW="3416300" imgH="4546600" progId="Photoshop.Image.6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2" y="0"/>
                        <a:ext cx="3267075" cy="440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68"/>
          <p:cNvSpPr/>
          <p:nvPr userDrawn="1"/>
        </p:nvSpPr>
        <p:spPr bwMode="ltGray">
          <a:xfrm>
            <a:off x="1679575" y="-11113"/>
            <a:ext cx="5187950" cy="5154613"/>
          </a:xfrm>
          <a:custGeom>
            <a:avLst/>
            <a:gdLst>
              <a:gd name="T0" fmla="*/ 2147483647 w 4357"/>
              <a:gd name="T1" fmla="*/ 0 h 4330"/>
              <a:gd name="T2" fmla="*/ 2147483647 w 4357"/>
              <a:gd name="T3" fmla="*/ 2147483647 h 4330"/>
              <a:gd name="T4" fmla="*/ 2147483647 w 4357"/>
              <a:gd name="T5" fmla="*/ 2147483647 h 4330"/>
              <a:gd name="T6" fmla="*/ 2147483647 w 4357"/>
              <a:gd name="T7" fmla="*/ 2147483647 h 4330"/>
              <a:gd name="T8" fmla="*/ 2147483647 w 4357"/>
              <a:gd name="T9" fmla="*/ 2147483647 h 4330"/>
              <a:gd name="T10" fmla="*/ 2147483647 w 4357"/>
              <a:gd name="T11" fmla="*/ 2147483647 h 4330"/>
              <a:gd name="T12" fmla="*/ 0 w 4357"/>
              <a:gd name="T13" fmla="*/ 2147483647 h 4330"/>
              <a:gd name="T14" fmla="*/ 2147483647 w 4357"/>
              <a:gd name="T15" fmla="*/ 2147483647 h 4330"/>
              <a:gd name="T16" fmla="*/ 2147483647 w 4357"/>
              <a:gd name="T17" fmla="*/ 2147483647 h 4330"/>
              <a:gd name="T18" fmla="*/ 2147483647 w 4357"/>
              <a:gd name="T19" fmla="*/ 0 h 433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357" h="4330">
                <a:moveTo>
                  <a:pt x="189" y="0"/>
                </a:moveTo>
                <a:lnTo>
                  <a:pt x="561" y="181"/>
                </a:lnTo>
                <a:lnTo>
                  <a:pt x="943" y="489"/>
                </a:lnTo>
                <a:lnTo>
                  <a:pt x="1221" y="955"/>
                </a:lnTo>
                <a:lnTo>
                  <a:pt x="1413" y="1618"/>
                </a:lnTo>
                <a:lnTo>
                  <a:pt x="1290" y="2648"/>
                </a:lnTo>
                <a:lnTo>
                  <a:pt x="0" y="4330"/>
                </a:lnTo>
                <a:lnTo>
                  <a:pt x="4349" y="4330"/>
                </a:lnTo>
                <a:lnTo>
                  <a:pt x="4357" y="3"/>
                </a:lnTo>
                <a:lnTo>
                  <a:pt x="189" y="0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66"/>
          <p:cNvSpPr/>
          <p:nvPr userDrawn="1"/>
        </p:nvSpPr>
        <p:spPr bwMode="ltGray">
          <a:xfrm>
            <a:off x="1" y="3362329"/>
            <a:ext cx="3092450" cy="1776413"/>
          </a:xfrm>
          <a:custGeom>
            <a:avLst/>
            <a:gdLst>
              <a:gd name="T0" fmla="*/ 0 w 2597"/>
              <a:gd name="T1" fmla="*/ 2147483647 h 1492"/>
              <a:gd name="T2" fmla="*/ 2147483647 w 2597"/>
              <a:gd name="T3" fmla="*/ 2147483647 h 1492"/>
              <a:gd name="T4" fmla="*/ 2147483647 w 2597"/>
              <a:gd name="T5" fmla="*/ 0 h 1492"/>
              <a:gd name="T6" fmla="*/ 2147483647 w 2597"/>
              <a:gd name="T7" fmla="*/ 2147483647 h 1492"/>
              <a:gd name="T8" fmla="*/ 2147483647 w 2597"/>
              <a:gd name="T9" fmla="*/ 2147483647 h 1492"/>
              <a:gd name="T10" fmla="*/ 2147483647 w 2597"/>
              <a:gd name="T11" fmla="*/ 2147483647 h 1492"/>
              <a:gd name="T12" fmla="*/ 0 w 2597"/>
              <a:gd name="T13" fmla="*/ 2147483647 h 14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97" h="1492">
                <a:moveTo>
                  <a:pt x="0" y="489"/>
                </a:moveTo>
                <a:cubicBezTo>
                  <a:pt x="247" y="671"/>
                  <a:pt x="632" y="920"/>
                  <a:pt x="1328" y="840"/>
                </a:cubicBezTo>
                <a:cubicBezTo>
                  <a:pt x="2024" y="760"/>
                  <a:pt x="2360" y="131"/>
                  <a:pt x="2488" y="0"/>
                </a:cubicBezTo>
                <a:cubicBezTo>
                  <a:pt x="2597" y="53"/>
                  <a:pt x="1792" y="1068"/>
                  <a:pt x="1712" y="1124"/>
                </a:cubicBezTo>
                <a:cubicBezTo>
                  <a:pt x="1632" y="1180"/>
                  <a:pt x="921" y="1431"/>
                  <a:pt x="636" y="1492"/>
                </a:cubicBezTo>
                <a:lnTo>
                  <a:pt x="1" y="1492"/>
                </a:lnTo>
                <a:lnTo>
                  <a:pt x="0" y="489"/>
                </a:lnTo>
                <a:close/>
              </a:path>
            </a:pathLst>
          </a:custGeom>
          <a:gradFill rotWithShape="1">
            <a:gsLst>
              <a:gs pos="0">
                <a:srgbClr val="363636"/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67"/>
          <p:cNvSpPr/>
          <p:nvPr userDrawn="1"/>
        </p:nvSpPr>
        <p:spPr bwMode="gray">
          <a:xfrm>
            <a:off x="-9524" y="3113088"/>
            <a:ext cx="3114675" cy="2030412"/>
          </a:xfrm>
          <a:custGeom>
            <a:avLst/>
            <a:gdLst>
              <a:gd name="T0" fmla="*/ 0 w 2576"/>
              <a:gd name="T1" fmla="*/ 2147483647 h 1688"/>
              <a:gd name="T2" fmla="*/ 0 w 2576"/>
              <a:gd name="T3" fmla="*/ 2147483647 h 1688"/>
              <a:gd name="T4" fmla="*/ 2147483647 w 2576"/>
              <a:gd name="T5" fmla="*/ 0 h 1688"/>
              <a:gd name="T6" fmla="*/ 2147483647 w 2576"/>
              <a:gd name="T7" fmla="*/ 2147483647 h 1688"/>
              <a:gd name="T8" fmla="*/ 2147483647 w 2576"/>
              <a:gd name="T9" fmla="*/ 2147483647 h 1688"/>
              <a:gd name="T10" fmla="*/ 0 w 2576"/>
              <a:gd name="T11" fmla="*/ 2147483647 h 16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76" h="1688">
                <a:moveTo>
                  <a:pt x="0" y="1688"/>
                </a:moveTo>
                <a:lnTo>
                  <a:pt x="0" y="1112"/>
                </a:lnTo>
                <a:cubicBezTo>
                  <a:pt x="1960" y="1464"/>
                  <a:pt x="2419" y="304"/>
                  <a:pt x="2576" y="0"/>
                </a:cubicBezTo>
                <a:lnTo>
                  <a:pt x="2135" y="826"/>
                </a:lnTo>
                <a:cubicBezTo>
                  <a:pt x="1618" y="1315"/>
                  <a:pt x="1286" y="1456"/>
                  <a:pt x="635" y="1688"/>
                </a:cubicBezTo>
                <a:lnTo>
                  <a:pt x="0" y="168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rgbClr val="15565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69"/>
          <p:cNvSpPr>
            <a:spLocks noChangeArrowheads="1"/>
          </p:cNvSpPr>
          <p:nvPr userDrawn="1"/>
        </p:nvSpPr>
        <p:spPr bwMode="gray">
          <a:xfrm>
            <a:off x="3213101" y="2951163"/>
            <a:ext cx="3656013" cy="3238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9" name="Line 75"/>
          <p:cNvSpPr>
            <a:spLocks noChangeShapeType="1"/>
          </p:cNvSpPr>
          <p:nvPr userDrawn="1"/>
        </p:nvSpPr>
        <p:spPr bwMode="white">
          <a:xfrm>
            <a:off x="3222625" y="2952750"/>
            <a:ext cx="36449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70"/>
          <p:cNvSpPr>
            <a:spLocks noChangeShapeType="1"/>
          </p:cNvSpPr>
          <p:nvPr userDrawn="1"/>
        </p:nvSpPr>
        <p:spPr bwMode="white">
          <a:xfrm>
            <a:off x="3213100" y="3275013"/>
            <a:ext cx="36449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4592640" y="4624392"/>
            <a:ext cx="452437" cy="4540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5103815" y="4678363"/>
            <a:ext cx="1614487" cy="3921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Freeform 71"/>
          <p:cNvSpPr/>
          <p:nvPr userDrawn="1"/>
        </p:nvSpPr>
        <p:spPr bwMode="gray">
          <a:xfrm>
            <a:off x="690563" y="-30163"/>
            <a:ext cx="2867025" cy="5160963"/>
          </a:xfrm>
          <a:custGeom>
            <a:avLst/>
            <a:gdLst>
              <a:gd name="T0" fmla="*/ 2147483647 w 2408"/>
              <a:gd name="T1" fmla="*/ 0 h 4334"/>
              <a:gd name="T2" fmla="*/ 2147483647 w 2408"/>
              <a:gd name="T3" fmla="*/ 2147483647 h 4334"/>
              <a:gd name="T4" fmla="*/ 0 w 2408"/>
              <a:gd name="T5" fmla="*/ 2147483647 h 4334"/>
              <a:gd name="T6" fmla="*/ 2147483647 w 2408"/>
              <a:gd name="T7" fmla="*/ 2147483647 h 4334"/>
              <a:gd name="T8" fmla="*/ 2147483647 w 2408"/>
              <a:gd name="T9" fmla="*/ 2147483647 h 4334"/>
              <a:gd name="T10" fmla="*/ 2147483647 w 2408"/>
              <a:gd name="T11" fmla="*/ 2147483647 h 4334"/>
              <a:gd name="T12" fmla="*/ 2147483647 w 2408"/>
              <a:gd name="T13" fmla="*/ 0 h 43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08" h="4334">
                <a:moveTo>
                  <a:pt x="858" y="0"/>
                </a:moveTo>
                <a:cubicBezTo>
                  <a:pt x="2020" y="270"/>
                  <a:pt x="2408" y="1630"/>
                  <a:pt x="1984" y="2582"/>
                </a:cubicBezTo>
                <a:cubicBezTo>
                  <a:pt x="1560" y="3534"/>
                  <a:pt x="880" y="3975"/>
                  <a:pt x="0" y="4326"/>
                </a:cubicBezTo>
                <a:lnTo>
                  <a:pt x="1208" y="4334"/>
                </a:lnTo>
                <a:cubicBezTo>
                  <a:pt x="1520" y="4078"/>
                  <a:pt x="2144" y="3342"/>
                  <a:pt x="2272" y="2566"/>
                </a:cubicBezTo>
                <a:cubicBezTo>
                  <a:pt x="2400" y="1790"/>
                  <a:pt x="2278" y="418"/>
                  <a:pt x="998" y="2"/>
                </a:cubicBezTo>
                <a:lnTo>
                  <a:pt x="858" y="0"/>
                </a:lnTo>
                <a:close/>
              </a:path>
            </a:pathLst>
          </a:custGeom>
          <a:gradFill rotWithShape="1">
            <a:gsLst>
              <a:gs pos="0">
                <a:srgbClr val="E9F3C8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43300" y="2286000"/>
            <a:ext cx="3086100" cy="571500"/>
          </a:xfrm>
        </p:spPr>
        <p:txBody>
          <a:bodyPr/>
          <a:lstStyle>
            <a:lvl1pPr algn="l">
              <a:defRPr sz="3300" b="0" i="1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3543300" y="2914650"/>
            <a:ext cx="3200400" cy="40005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14" name="Rectangle 72"/>
          <p:cNvSpPr>
            <a:spLocks noGrp="1" noChangeArrowheads="1"/>
          </p:cNvSpPr>
          <p:nvPr>
            <p:ph type="dt" sz="half" idx="10"/>
          </p:nvPr>
        </p:nvSpPr>
        <p:spPr>
          <a:xfrm>
            <a:off x="342900" y="4922838"/>
            <a:ext cx="1600200" cy="119062"/>
          </a:xfrm>
        </p:spPr>
        <p:txBody>
          <a:bodyPr/>
          <a:lstStyle>
            <a:lvl1pPr algn="l">
              <a:defRPr sz="105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73"/>
          <p:cNvSpPr>
            <a:spLocks noGrp="1" noChangeArrowheads="1"/>
          </p:cNvSpPr>
          <p:nvPr>
            <p:ph type="ftr" sz="quarter" idx="11"/>
          </p:nvPr>
        </p:nvSpPr>
        <p:spPr>
          <a:xfrm>
            <a:off x="2343150" y="4913317"/>
            <a:ext cx="2171700" cy="128587"/>
          </a:xfrm>
        </p:spPr>
        <p:txBody>
          <a:bodyPr/>
          <a:lstStyle>
            <a:lvl1pPr algn="ctr">
              <a:defRPr sz="105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7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914900" y="4902200"/>
            <a:ext cx="1600200" cy="139700"/>
          </a:xfrm>
        </p:spPr>
        <p:txBody>
          <a:bodyPr/>
          <a:lstStyle>
            <a:lvl1pPr algn="r">
              <a:defRPr sz="10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fld id="{8A346E64-8A1C-4737-879D-35599D1FCEE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/>
          <p:cNvSpPr/>
          <p:nvPr/>
        </p:nvSpPr>
        <p:spPr bwMode="ltGray">
          <a:xfrm>
            <a:off x="-1588" y="4810129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68"/>
          <p:cNvSpPr/>
          <p:nvPr/>
        </p:nvSpPr>
        <p:spPr bwMode="ltGray">
          <a:xfrm>
            <a:off x="3698877" y="4752979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Object 6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2100" imgH="406400" progId="Photoshop.Image.6">
                  <p:embed/>
                </p:oleObj>
              </mc:Choice>
              <mc:Fallback>
                <p:oleObj name="Image" r:id="rId2" imgW="4102100" imgH="406400" progId="Photoshop.Image.6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/>
          <p:cNvSpPr/>
          <p:nvPr/>
        </p:nvSpPr>
        <p:spPr bwMode="ltGray">
          <a:xfrm flipH="1">
            <a:off x="2" y="595317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1"/>
          <p:cNvSpPr/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9" name="Freeform 72"/>
          <p:cNvSpPr/>
          <p:nvPr/>
        </p:nvSpPr>
        <p:spPr bwMode="gray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038" y="4754563"/>
            <a:ext cx="11303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2F7B82-CA9E-45C5-A39C-B05F347CFD9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/>
          <p:cNvSpPr/>
          <p:nvPr/>
        </p:nvSpPr>
        <p:spPr bwMode="ltGray">
          <a:xfrm>
            <a:off x="-1588" y="4810129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68"/>
          <p:cNvSpPr/>
          <p:nvPr/>
        </p:nvSpPr>
        <p:spPr bwMode="ltGray">
          <a:xfrm>
            <a:off x="3698877" y="4752979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Object 6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2100" imgH="406400" progId="Photoshop.Image.6">
                  <p:embed/>
                </p:oleObj>
              </mc:Choice>
              <mc:Fallback>
                <p:oleObj name="Image" r:id="rId2" imgW="4102100" imgH="406400" progId="Photoshop.Image.6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/>
          <p:cNvSpPr/>
          <p:nvPr/>
        </p:nvSpPr>
        <p:spPr bwMode="ltGray">
          <a:xfrm flipH="1">
            <a:off x="2" y="595317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1"/>
          <p:cNvSpPr/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9" name="Freeform 72"/>
          <p:cNvSpPr/>
          <p:nvPr/>
        </p:nvSpPr>
        <p:spPr bwMode="gray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42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050AF94-4088-4F90-BF1B-B72183CF0D4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7"/>
          <p:cNvSpPr/>
          <p:nvPr/>
        </p:nvSpPr>
        <p:spPr bwMode="ltGray">
          <a:xfrm>
            <a:off x="-1588" y="4810129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68"/>
          <p:cNvSpPr/>
          <p:nvPr/>
        </p:nvSpPr>
        <p:spPr bwMode="ltGray">
          <a:xfrm>
            <a:off x="3698877" y="4752979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Object 6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2100" imgH="406400" progId="Photoshop.Image.6">
                  <p:embed/>
                </p:oleObj>
              </mc:Choice>
              <mc:Fallback>
                <p:oleObj name="Image" r:id="rId2" imgW="4102100" imgH="406400" progId="Photoshop.Image.6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70"/>
          <p:cNvSpPr/>
          <p:nvPr/>
        </p:nvSpPr>
        <p:spPr bwMode="ltGray">
          <a:xfrm flipH="1">
            <a:off x="2" y="595317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71"/>
          <p:cNvSpPr/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0" name="Freeform 72"/>
          <p:cNvSpPr/>
          <p:nvPr/>
        </p:nvSpPr>
        <p:spPr bwMode="gray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42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78037F-AD36-4F65-BE41-9C5B06E91DA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3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7"/>
          <p:cNvSpPr/>
          <p:nvPr/>
        </p:nvSpPr>
        <p:spPr bwMode="ltGray">
          <a:xfrm>
            <a:off x="-1588" y="4810129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68"/>
          <p:cNvSpPr/>
          <p:nvPr/>
        </p:nvSpPr>
        <p:spPr bwMode="ltGray">
          <a:xfrm>
            <a:off x="3698877" y="4752979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" name="Object 6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2100" imgH="406400" progId="Photoshop.Image.6">
                  <p:embed/>
                </p:oleObj>
              </mc:Choice>
              <mc:Fallback>
                <p:oleObj name="Image" r:id="rId2" imgW="4102100" imgH="406400" progId="Photoshop.Image.6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70"/>
          <p:cNvSpPr/>
          <p:nvPr/>
        </p:nvSpPr>
        <p:spPr bwMode="ltGray">
          <a:xfrm flipH="1">
            <a:off x="2" y="595317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71"/>
          <p:cNvSpPr/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2" name="Freeform 72"/>
          <p:cNvSpPr/>
          <p:nvPr/>
        </p:nvSpPr>
        <p:spPr bwMode="gray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42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5979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2" y="1151335"/>
            <a:ext cx="303014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2" y="1631156"/>
            <a:ext cx="303014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2" y="1151335"/>
            <a:ext cx="303133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2" y="1631156"/>
            <a:ext cx="303133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2D8FDF2-67AB-487A-A2DE-C0AF990A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5" name="日期占位符 8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7"/>
          <p:cNvSpPr/>
          <p:nvPr/>
        </p:nvSpPr>
        <p:spPr bwMode="ltGray">
          <a:xfrm>
            <a:off x="-1588" y="4810129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68"/>
          <p:cNvSpPr/>
          <p:nvPr/>
        </p:nvSpPr>
        <p:spPr bwMode="ltGray">
          <a:xfrm>
            <a:off x="3698877" y="4752979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Object 6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2100" imgH="406400" progId="Photoshop.Image.6">
                  <p:embed/>
                </p:oleObj>
              </mc:Choice>
              <mc:Fallback>
                <p:oleObj name="Image" r:id="rId2" imgW="4102100" imgH="406400" progId="Photoshop.Image.6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70"/>
          <p:cNvSpPr/>
          <p:nvPr/>
        </p:nvSpPr>
        <p:spPr bwMode="ltGray">
          <a:xfrm flipH="1">
            <a:off x="2" y="595317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71"/>
          <p:cNvSpPr/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" name="Freeform 72"/>
          <p:cNvSpPr/>
          <p:nvPr/>
        </p:nvSpPr>
        <p:spPr bwMode="gray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42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F9108-1CF7-49B5-9FA6-DA7D4820357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7"/>
          <p:cNvSpPr/>
          <p:nvPr/>
        </p:nvSpPr>
        <p:spPr bwMode="ltGray">
          <a:xfrm>
            <a:off x="-1588" y="4810129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68"/>
          <p:cNvSpPr/>
          <p:nvPr/>
        </p:nvSpPr>
        <p:spPr bwMode="ltGray">
          <a:xfrm>
            <a:off x="3698877" y="4752979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" name="Object 6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2100" imgH="406400" progId="Photoshop.Image.6">
                  <p:embed/>
                </p:oleObj>
              </mc:Choice>
              <mc:Fallback>
                <p:oleObj name="Image" r:id="rId2" imgW="4102100" imgH="406400" progId="Photoshop.Image.6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70"/>
          <p:cNvSpPr/>
          <p:nvPr/>
        </p:nvSpPr>
        <p:spPr bwMode="ltGray">
          <a:xfrm flipH="1">
            <a:off x="2" y="595317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71"/>
          <p:cNvSpPr/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" name="Freeform 72"/>
          <p:cNvSpPr/>
          <p:nvPr/>
        </p:nvSpPr>
        <p:spPr bwMode="gray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42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4C19E75-92F6-4AB1-9B9E-349D8FCA3A0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7"/>
          <p:cNvSpPr/>
          <p:nvPr/>
        </p:nvSpPr>
        <p:spPr bwMode="ltGray">
          <a:xfrm>
            <a:off x="-1588" y="4810129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68"/>
          <p:cNvSpPr/>
          <p:nvPr/>
        </p:nvSpPr>
        <p:spPr bwMode="ltGray">
          <a:xfrm>
            <a:off x="3698877" y="4752979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Object 6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2100" imgH="406400" progId="Photoshop.Image.6">
                  <p:embed/>
                </p:oleObj>
              </mc:Choice>
              <mc:Fallback>
                <p:oleObj name="Image" r:id="rId2" imgW="4102100" imgH="406400" progId="Photoshop.Image.6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70"/>
          <p:cNvSpPr/>
          <p:nvPr/>
        </p:nvSpPr>
        <p:spPr bwMode="ltGray">
          <a:xfrm flipH="1">
            <a:off x="2" y="595317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71"/>
          <p:cNvSpPr/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0" name="Freeform 72"/>
          <p:cNvSpPr/>
          <p:nvPr/>
        </p:nvSpPr>
        <p:spPr bwMode="gray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42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3" y="204787"/>
            <a:ext cx="22562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9" y="204793"/>
            <a:ext cx="383381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3" y="1076328"/>
            <a:ext cx="2256235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6E23AF1-E460-4168-85B4-2C1B42D6071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3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7"/>
          <p:cNvSpPr/>
          <p:nvPr/>
        </p:nvSpPr>
        <p:spPr bwMode="ltGray">
          <a:xfrm>
            <a:off x="-1588" y="4810129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68"/>
          <p:cNvSpPr/>
          <p:nvPr/>
        </p:nvSpPr>
        <p:spPr bwMode="ltGray">
          <a:xfrm>
            <a:off x="3698877" y="4752979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Object 6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2100" imgH="406400" progId="Photoshop.Image.6">
                  <p:embed/>
                </p:oleObj>
              </mc:Choice>
              <mc:Fallback>
                <p:oleObj name="Image" r:id="rId2" imgW="4102100" imgH="406400" progId="Photoshop.Image.6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70"/>
          <p:cNvSpPr/>
          <p:nvPr/>
        </p:nvSpPr>
        <p:spPr bwMode="ltGray">
          <a:xfrm flipH="1">
            <a:off x="2" y="595317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71"/>
          <p:cNvSpPr/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0" name="Freeform 72"/>
          <p:cNvSpPr/>
          <p:nvPr/>
        </p:nvSpPr>
        <p:spPr bwMode="gray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42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508"/>
            <a:ext cx="41148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62FAC2-2818-4888-8CB3-E64D41E94C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3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/>
          <p:cNvSpPr/>
          <p:nvPr/>
        </p:nvSpPr>
        <p:spPr bwMode="ltGray">
          <a:xfrm>
            <a:off x="-1588" y="4810129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68"/>
          <p:cNvSpPr/>
          <p:nvPr/>
        </p:nvSpPr>
        <p:spPr bwMode="ltGray">
          <a:xfrm>
            <a:off x="3698877" y="4752979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Object 6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2100" imgH="406400" progId="Photoshop.Image.6">
                  <p:embed/>
                </p:oleObj>
              </mc:Choice>
              <mc:Fallback>
                <p:oleObj name="Image" r:id="rId2" imgW="4102100" imgH="406400" progId="Photoshop.Image.6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/>
          <p:cNvSpPr/>
          <p:nvPr/>
        </p:nvSpPr>
        <p:spPr bwMode="ltGray">
          <a:xfrm flipH="1">
            <a:off x="2" y="595317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1"/>
          <p:cNvSpPr/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9" name="Freeform 72"/>
          <p:cNvSpPr/>
          <p:nvPr/>
        </p:nvSpPr>
        <p:spPr bwMode="gray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42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54344B-90CB-4BB4-96E8-0F8BA112BE3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/>
          <p:cNvSpPr/>
          <p:nvPr/>
        </p:nvSpPr>
        <p:spPr bwMode="ltGray">
          <a:xfrm>
            <a:off x="-1588" y="4810129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68"/>
          <p:cNvSpPr/>
          <p:nvPr/>
        </p:nvSpPr>
        <p:spPr bwMode="ltGray">
          <a:xfrm>
            <a:off x="3698877" y="4752979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Object 6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2100" imgH="406400" progId="Photoshop.Image.6">
                  <p:embed/>
                </p:oleObj>
              </mc:Choice>
              <mc:Fallback>
                <p:oleObj name="Image" r:id="rId2" imgW="4102100" imgH="406400" progId="Photoshop.Image.6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/>
          <p:cNvSpPr/>
          <p:nvPr/>
        </p:nvSpPr>
        <p:spPr bwMode="ltGray">
          <a:xfrm flipH="1">
            <a:off x="2" y="595317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1"/>
          <p:cNvSpPr/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9" name="Freeform 72"/>
          <p:cNvSpPr/>
          <p:nvPr/>
        </p:nvSpPr>
        <p:spPr bwMode="gray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42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DC09A1E-D73D-4C9B-924F-EA3DE143DE9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/>
          <p:cNvSpPr/>
          <p:nvPr/>
        </p:nvSpPr>
        <p:spPr bwMode="ltGray">
          <a:xfrm>
            <a:off x="-1588" y="4810129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68"/>
          <p:cNvSpPr/>
          <p:nvPr/>
        </p:nvSpPr>
        <p:spPr bwMode="ltGray">
          <a:xfrm>
            <a:off x="3698877" y="4752979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Object 6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2100" imgH="406400" progId="Photoshop.Image.6">
                  <p:embed/>
                </p:oleObj>
              </mc:Choice>
              <mc:Fallback>
                <p:oleObj name="Image" r:id="rId2" imgW="4102100" imgH="406400" progId="Photoshop.Image.6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/>
          <p:cNvSpPr/>
          <p:nvPr/>
        </p:nvSpPr>
        <p:spPr bwMode="ltGray">
          <a:xfrm flipH="1">
            <a:off x="2" y="595317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1"/>
          <p:cNvSpPr/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9" name="Freeform 72"/>
          <p:cNvSpPr/>
          <p:nvPr/>
        </p:nvSpPr>
        <p:spPr bwMode="gray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42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171451"/>
            <a:ext cx="5372100" cy="422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342900" y="914400"/>
            <a:ext cx="6172200" cy="371475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98D1B8E-04DA-4A70-8548-6B07B2735D2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1214FE9-C851-5C2B-0203-377476DC13A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6858000" cy="5143500"/>
            <a:chOff x="0" y="0"/>
            <a:chExt cx="5760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7AD83E24-6143-FFA1-D6A3-D31EEEF3129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F732D5E-61E2-F942-CE7C-DDB4859D9903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34C34D2C-BA18-7C2D-6CB1-7FA298ECC4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>
                <a:extLst>
                  <a:ext uri="{FF2B5EF4-FFF2-40B4-BE49-F238E27FC236}">
                    <a16:creationId xmlns:a16="http://schemas.microsoft.com/office/drawing/2014/main" id="{F885EDED-CE06-262B-E5A0-071ED43C62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" name="Rectangle 7">
                <a:extLst>
                  <a:ext uri="{FF2B5EF4-FFF2-40B4-BE49-F238E27FC236}">
                    <a16:creationId xmlns:a16="http://schemas.microsoft.com/office/drawing/2014/main" id="{C4AB9A04-4AB2-5074-5BC6-C1235E894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018E1B7E-BE89-CBB3-349F-516C755045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4D604E6A-EAE5-363A-FBA7-7A4658725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10">
                <a:extLst>
                  <a:ext uri="{FF2B5EF4-FFF2-40B4-BE49-F238E27FC236}">
                    <a16:creationId xmlns:a16="http://schemas.microsoft.com/office/drawing/2014/main" id="{376E7B7A-54D4-A779-BC21-CD43A3F56C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DBC96C81-8479-9E4A-D7BE-A01C65A2D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7205FB4A-F9FC-6FD0-A74B-70418E3B3A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0D47E10F-B82C-E223-2FB3-CC6D423E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A1353760-973F-15FD-2297-9EFFF84791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5">
                <a:extLst>
                  <a:ext uri="{FF2B5EF4-FFF2-40B4-BE49-F238E27FC236}">
                    <a16:creationId xmlns:a16="http://schemas.microsoft.com/office/drawing/2014/main" id="{40539425-4282-617A-6852-D3DB4DD12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4235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228850" y="1371600"/>
            <a:ext cx="4514850" cy="1657350"/>
          </a:xfrm>
        </p:spPr>
        <p:txBody>
          <a:bodyPr/>
          <a:lstStyle>
            <a:lvl1pPr>
              <a:defRPr sz="375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4235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228850" y="3200400"/>
            <a:ext cx="4514850" cy="131445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55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23AB50F7-B6A3-1742-94D1-BA107A09B3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42900" y="4686300"/>
            <a:ext cx="16002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FC59D166-FAF4-D8F0-6EB9-FF25AF003F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9791C020-931D-73FD-94E3-9E679E8246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0FF67D-C882-4FDD-BEB0-425E2DF660B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4791684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2A2B87-59E0-B2E7-504A-3E6CD1B23E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62019-CCC2-DE43-44CF-2A3868C1142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6212D-C70A-4F52-81FC-C56014BB1FE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4902C27-9FCA-9A57-731B-5F8E9DF14F9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9086172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2002910-B8E9-D2E4-A532-129C0DD180F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E7ECAB5-A930-4DE2-D925-B5E6D23CA41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AAB6A5-8A2C-4765-8101-7D032E23F64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DBAD3FAD-37C8-54C4-BA4F-50A2848002C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6224662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1485900"/>
            <a:ext cx="3028950" cy="29146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1485900"/>
            <a:ext cx="3028950" cy="29146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44BD95-6E33-F590-4760-F7F5C75C0A1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D02AB03-BCDC-063E-C768-8CF4540CA71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D1B5EC-08EC-4749-8CBD-436C6A013F2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13356351-EBFB-72C6-D648-71E8FAB3A60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159165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5979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D921BFC-09B7-01F2-DEEF-016B1E0C12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84B109E-FA6E-45E6-A2F2-AAA922BE909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9C7805-FF92-41BE-9352-826CBF0713E2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6C998619-C969-F336-C52F-6635B4A8413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74043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977DDB-1482-90AA-FBFB-E8EFBE7D95F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F60444-23FA-CBA0-1E91-4A8AC22DE57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655222-FAC6-413E-A231-7028868EC41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F99B624C-59A8-4DFE-5FC8-612C30B33E8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1495580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C4C61F2-EA80-A4D6-9F05-3E722C0400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AC20BD5-0D71-375E-38BA-1F57D9FFEA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D79E06-CDBE-4865-806E-CBEF3571C44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D97EB955-EFFB-6D3F-C18C-ADD7EF9C1A5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2438738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7"/>
            <a:ext cx="22562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EABA81-7DB3-C39B-9A29-97DDAFD32B2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4817616-58AA-0216-E687-BF509848312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2B9111-1725-4F17-8DD8-B350C08E224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9DDD1C57-810E-C410-5A17-32AC7423BD8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5895360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57DFFC9-33F4-287C-6F73-69886C9F01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266B60D-375B-F73F-0699-51FD4BAE89D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DF4227-03AD-4AF1-A04E-56CAB989F75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E425B21C-0D07-7B15-A37F-FE3AA5F6EF6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1533670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63AB324-53C2-6A32-3E60-97C65DCEF72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C82F8E1-4004-97EF-6CBB-40762DF410B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FFE452-2C12-4ADC-907B-195C18E25AB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9AD1F46-161E-0C49-ED70-F3C32A9E9028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178096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342900"/>
            <a:ext cx="1543050" cy="4057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342900"/>
            <a:ext cx="4514850" cy="4057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4F79D73-0515-0FFB-9E2F-00827D02AEC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49EDD01-6291-8E5B-32A0-AA024E95087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2DE1DF-C4AF-4D71-B682-24B5FC22125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D04F2354-273E-45D3-4FD5-5AD3A93C62B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5349938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6172200" cy="10287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42900" y="1485900"/>
            <a:ext cx="6172200" cy="29146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F279268-1A64-81EC-5A54-157E6F3E9F5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39FA94B-7B6D-545A-E079-46BDFDA47AE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1D8A77-20B1-4D06-8A45-A46AFAB2573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EC2A2C3B-A0FE-70BC-2711-634235EBE68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7393013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6172200" cy="10287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42900" y="1485900"/>
            <a:ext cx="3028950" cy="29146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3486150" y="1485900"/>
            <a:ext cx="3028950" cy="1400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486150" y="3000375"/>
            <a:ext cx="3028950" cy="1400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7D5812-60BF-1C98-619C-88FA177130F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9669AEF-8BAC-F2F7-8A88-BE5963BBB90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C9548C-361C-4BC0-AF0B-EF6FC43B424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949AD358-D288-AA62-62B2-C7F41509C7A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08590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6172200" cy="10287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1485900"/>
            <a:ext cx="3028950" cy="29146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3486150" y="1485900"/>
            <a:ext cx="3028950" cy="1400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486150" y="3000375"/>
            <a:ext cx="3028950" cy="1400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2042C2B-6BA9-CF69-BA03-581D6AD75E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9BBD093-F599-7BDF-2018-8F7794E69CC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7FA788-9F69-4378-AFA1-398F55B85B5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394FAA7D-B84A-BEF3-66D7-21F1E9165B4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967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oleObject" Target="../embeddings/oleObject2.bin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oleObject" Target="../embeddings/oleObject3.bin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oleObject" Target="../embeddings/oleObject4.bin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oleObject" Target="../embeddings/oleObject5.bin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oleObject" Target="../embeddings/oleObject6.bin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oleObject" Target="../embeddings/oleObject7.bin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oleObject" Target="../embeddings/oleObject8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oleObject" Target="../embeddings/oleObject9.bin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13" Type="http://schemas.openxmlformats.org/officeDocument/2006/relationships/oleObject" Target="../embeddings/oleObject10.bin"/><Relationship Id="rId3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7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14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oleObject" Target="../embeddings/oleObject11.bin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image" Target="../media/image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13" Type="http://schemas.openxmlformats.org/officeDocument/2006/relationships/oleObject" Target="../embeddings/oleObject12.bin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31.xml"/><Relationship Id="rId14" Type="http://schemas.openxmlformats.org/officeDocument/2006/relationships/image" Target="../media/image1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1.xml"/><Relationship Id="rId13" Type="http://schemas.openxmlformats.org/officeDocument/2006/relationships/oleObject" Target="../embeddings/oleObject13.bin"/><Relationship Id="rId3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40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5.xml"/><Relationship Id="rId1" Type="http://schemas.openxmlformats.org/officeDocument/2006/relationships/slideLayout" Target="../slideLayouts/slideLayout134.xml"/><Relationship Id="rId6" Type="http://schemas.openxmlformats.org/officeDocument/2006/relationships/slideLayout" Target="../slideLayouts/slideLayout139.xml"/><Relationship Id="rId11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37.xml"/><Relationship Id="rId9" Type="http://schemas.openxmlformats.org/officeDocument/2006/relationships/slideLayout" Target="../slideLayouts/slideLayout142.xml"/><Relationship Id="rId14" Type="http://schemas.openxmlformats.org/officeDocument/2006/relationships/image" Target="../media/image1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oleObject" Target="../embeddings/oleObject14.bin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image" Target="../media/image1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3.xml"/><Relationship Id="rId13" Type="http://schemas.openxmlformats.org/officeDocument/2006/relationships/oleObject" Target="../embeddings/oleObject15.bin"/><Relationship Id="rId3" Type="http://schemas.openxmlformats.org/officeDocument/2006/relationships/slideLayout" Target="../slideLayouts/slideLayout158.xml"/><Relationship Id="rId7" Type="http://schemas.openxmlformats.org/officeDocument/2006/relationships/slideLayout" Target="../slideLayouts/slideLayout162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7.xml"/><Relationship Id="rId1" Type="http://schemas.openxmlformats.org/officeDocument/2006/relationships/slideLayout" Target="../slideLayouts/slideLayout156.xml"/><Relationship Id="rId6" Type="http://schemas.openxmlformats.org/officeDocument/2006/relationships/slideLayout" Target="../slideLayouts/slideLayout161.xml"/><Relationship Id="rId11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59.xml"/><Relationship Id="rId9" Type="http://schemas.openxmlformats.org/officeDocument/2006/relationships/slideLayout" Target="../slideLayouts/slideLayout164.xml"/><Relationship Id="rId14" Type="http://schemas.openxmlformats.org/officeDocument/2006/relationships/image" Target="../media/image1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4.xml"/><Relationship Id="rId13" Type="http://schemas.openxmlformats.org/officeDocument/2006/relationships/theme" Target="../theme/theme16.xml"/><Relationship Id="rId3" Type="http://schemas.openxmlformats.org/officeDocument/2006/relationships/slideLayout" Target="../slideLayouts/slideLayout169.xml"/><Relationship Id="rId7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8.xml"/><Relationship Id="rId2" Type="http://schemas.openxmlformats.org/officeDocument/2006/relationships/slideLayout" Target="../slideLayouts/slideLayout168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7.xml"/><Relationship Id="rId5" Type="http://schemas.openxmlformats.org/officeDocument/2006/relationships/slideLayout" Target="../slideLayouts/slideLayout17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76.xml"/><Relationship Id="rId4" Type="http://schemas.openxmlformats.org/officeDocument/2006/relationships/slideLayout" Target="../slideLayouts/slideLayout170.xml"/><Relationship Id="rId9" Type="http://schemas.openxmlformats.org/officeDocument/2006/relationships/slideLayout" Target="../slideLayouts/slideLayout175.xml"/><Relationship Id="rId14" Type="http://schemas.openxmlformats.org/officeDocument/2006/relationships/oleObject" Target="../embeddings/oleObject16.bin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6.xml"/><Relationship Id="rId13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81.xml"/><Relationship Id="rId7" Type="http://schemas.openxmlformats.org/officeDocument/2006/relationships/slideLayout" Target="../slideLayouts/slideLayout185.xml"/><Relationship Id="rId12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0.xml"/><Relationship Id="rId1" Type="http://schemas.openxmlformats.org/officeDocument/2006/relationships/slideLayout" Target="../slideLayouts/slideLayout179.xml"/><Relationship Id="rId6" Type="http://schemas.openxmlformats.org/officeDocument/2006/relationships/slideLayout" Target="../slideLayouts/slideLayout184.xml"/><Relationship Id="rId11" Type="http://schemas.openxmlformats.org/officeDocument/2006/relationships/slideLayout" Target="../slideLayouts/slideLayout189.xml"/><Relationship Id="rId5" Type="http://schemas.openxmlformats.org/officeDocument/2006/relationships/slideLayout" Target="../slideLayouts/slideLayout183.xml"/><Relationship Id="rId15" Type="http://schemas.openxmlformats.org/officeDocument/2006/relationships/theme" Target="../theme/theme17.xml"/><Relationship Id="rId10" Type="http://schemas.openxmlformats.org/officeDocument/2006/relationships/slideLayout" Target="../slideLayouts/slideLayout188.xml"/><Relationship Id="rId4" Type="http://schemas.openxmlformats.org/officeDocument/2006/relationships/slideLayout" Target="../slideLayouts/slideLayout182.xml"/><Relationship Id="rId9" Type="http://schemas.openxmlformats.org/officeDocument/2006/relationships/slideLayout" Target="../slideLayouts/slideLayout187.xml"/><Relationship Id="rId14" Type="http://schemas.openxmlformats.org/officeDocument/2006/relationships/slideLayout" Target="../slideLayouts/slideLayout1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377"/>
          <p:cNvSpPr>
            <a:spLocks noChangeArrowheads="1"/>
          </p:cNvSpPr>
          <p:nvPr/>
        </p:nvSpPr>
        <p:spPr bwMode="auto">
          <a:xfrm>
            <a:off x="-1191" y="4810128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Freeform 1378"/>
          <p:cNvSpPr>
            <a:spLocks noChangeArrowheads="1"/>
          </p:cNvSpPr>
          <p:nvPr/>
        </p:nvSpPr>
        <p:spPr bwMode="auto">
          <a:xfrm>
            <a:off x="3699273" y="4752978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8" name="Object 2073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2100" imgH="406400" progId="Photoshop.Image.6">
                  <p:embed/>
                </p:oleObj>
              </mc:Choice>
              <mc:Fallback>
                <p:oleObj name="Image" r:id="rId13" imgW="4102100" imgH="406400" progId="Photoshop.Image.6">
                  <p:embed/>
                  <p:pic>
                    <p:nvPicPr>
                      <p:cNvPr id="0" name="Object 20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Freeform 1379"/>
          <p:cNvSpPr>
            <a:spLocks noChangeArrowheads="1"/>
          </p:cNvSpPr>
          <p:nvPr/>
        </p:nvSpPr>
        <p:spPr bwMode="auto">
          <a:xfrm flipH="1">
            <a:off x="2" y="595316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Freeform 1380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" name="Rectangle 138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934" name="Rectangle 138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935" name="Rectangle 138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b="1" i="1">
                <a:solidFill>
                  <a:srgbClr val="692AA2"/>
                </a:solidFill>
              </a:defRPr>
            </a:lvl1pPr>
          </a:lstStyle>
          <a:p>
            <a:fld id="{DFCBAAF0-6049-4D9B-A44A-00362024AA47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1034" name="Rectangle 1384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937" name="Rectangle 138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3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Verdana" panose="020B060403050404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6" name="Freeform 1386"/>
          <p:cNvSpPr>
            <a:spLocks noChangeArrowheads="1"/>
          </p:cNvSpPr>
          <p:nvPr/>
        </p:nvSpPr>
        <p:spPr bwMode="auto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37" name="Picture 2074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874" y="4948238"/>
            <a:ext cx="944165" cy="165100"/>
          </a:xfrm>
          <a:prstGeom prst="rect">
            <a:avLst/>
          </a:prstGeom>
          <a:noFill/>
          <a:ln>
            <a:noFill/>
          </a:ln>
          <a:effectLst>
            <a:outerShdw dist="38099" dir="2700128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800" b="1">
          <a:solidFill>
            <a:srgbClr val="143DA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2400">
          <a:solidFill>
            <a:srgbClr val="000000"/>
          </a:solidFill>
          <a:latin typeface="Arial" panose="020B060402020202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2200">
          <a:solidFill>
            <a:srgbClr val="000000"/>
          </a:solidFill>
          <a:latin typeface="Arial" panose="020B060402020202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9"/>
          <p:cNvGraphicFramePr>
            <a:graphicFrameLocks noChangeAspect="1"/>
          </p:cNvGraphicFramePr>
          <p:nvPr/>
        </p:nvGraphicFramePr>
        <p:xfrm>
          <a:off x="-2380" y="-9525"/>
          <a:ext cx="3312319" cy="440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3416300" imgH="4546600" progId="Photoshop.Image.6">
                  <p:embed/>
                </p:oleObj>
              </mc:Choice>
              <mc:Fallback>
                <p:oleObj name="Image" r:id="rId13" imgW="3416300" imgH="4546600" progId="Photoshop.Image.6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380" y="-9525"/>
                        <a:ext cx="3312319" cy="440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Freeform 90"/>
          <p:cNvSpPr>
            <a:spLocks noChangeArrowheads="1"/>
          </p:cNvSpPr>
          <p:nvPr/>
        </p:nvSpPr>
        <p:spPr bwMode="auto">
          <a:xfrm>
            <a:off x="1679974" y="-11113"/>
            <a:ext cx="5187553" cy="5154613"/>
          </a:xfrm>
          <a:custGeom>
            <a:avLst/>
            <a:gdLst>
              <a:gd name="T0" fmla="*/ 2147483646 w 4357"/>
              <a:gd name="T1" fmla="*/ 0 h 4330"/>
              <a:gd name="T2" fmla="*/ 2147483646 w 4357"/>
              <a:gd name="T3" fmla="*/ 2147483646 h 4330"/>
              <a:gd name="T4" fmla="*/ 2147483646 w 4357"/>
              <a:gd name="T5" fmla="*/ 2147483646 h 4330"/>
              <a:gd name="T6" fmla="*/ 2147483646 w 4357"/>
              <a:gd name="T7" fmla="*/ 2147483646 h 4330"/>
              <a:gd name="T8" fmla="*/ 2147483646 w 4357"/>
              <a:gd name="T9" fmla="*/ 2147483646 h 4330"/>
              <a:gd name="T10" fmla="*/ 2147483646 w 4357"/>
              <a:gd name="T11" fmla="*/ 2147483646 h 4330"/>
              <a:gd name="T12" fmla="*/ 0 w 4357"/>
              <a:gd name="T13" fmla="*/ 2147483646 h 4330"/>
              <a:gd name="T14" fmla="*/ 2147483646 w 4357"/>
              <a:gd name="T15" fmla="*/ 2147483646 h 4330"/>
              <a:gd name="T16" fmla="*/ 2147483646 w 4357"/>
              <a:gd name="T17" fmla="*/ 2147483646 h 4330"/>
              <a:gd name="T18" fmla="*/ 2147483646 w 4357"/>
              <a:gd name="T19" fmla="*/ 0 h 433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357" h="4330">
                <a:moveTo>
                  <a:pt x="189" y="0"/>
                </a:moveTo>
                <a:lnTo>
                  <a:pt x="561" y="181"/>
                </a:lnTo>
                <a:lnTo>
                  <a:pt x="943" y="489"/>
                </a:lnTo>
                <a:lnTo>
                  <a:pt x="1221" y="955"/>
                </a:lnTo>
                <a:lnTo>
                  <a:pt x="1413" y="1618"/>
                </a:lnTo>
                <a:lnTo>
                  <a:pt x="1290" y="2648"/>
                </a:lnTo>
                <a:lnTo>
                  <a:pt x="0" y="4330"/>
                </a:lnTo>
                <a:lnTo>
                  <a:pt x="4349" y="4330"/>
                </a:lnTo>
                <a:lnTo>
                  <a:pt x="4357" y="3"/>
                </a:lnTo>
                <a:lnTo>
                  <a:pt x="189" y="0"/>
                </a:lnTo>
              </a:path>
            </a:pathLst>
          </a:custGeom>
          <a:gradFill rotWithShape="1">
            <a:gsLst>
              <a:gs pos="0">
                <a:srgbClr val="5AB7EA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" name="Freeform 92"/>
          <p:cNvSpPr>
            <a:spLocks noChangeArrowheads="1"/>
          </p:cNvSpPr>
          <p:nvPr/>
        </p:nvSpPr>
        <p:spPr bwMode="auto">
          <a:xfrm>
            <a:off x="-5954" y="3346453"/>
            <a:ext cx="3092054" cy="1776413"/>
          </a:xfrm>
          <a:custGeom>
            <a:avLst/>
            <a:gdLst>
              <a:gd name="T0" fmla="*/ 0 w 2597"/>
              <a:gd name="T1" fmla="*/ 2147483646 h 1492"/>
              <a:gd name="T2" fmla="*/ 2147483646 w 2597"/>
              <a:gd name="T3" fmla="*/ 2147483646 h 1492"/>
              <a:gd name="T4" fmla="*/ 2147483646 w 2597"/>
              <a:gd name="T5" fmla="*/ 0 h 1492"/>
              <a:gd name="T6" fmla="*/ 2147483646 w 2597"/>
              <a:gd name="T7" fmla="*/ 2147483646 h 1492"/>
              <a:gd name="T8" fmla="*/ 2147483646 w 2597"/>
              <a:gd name="T9" fmla="*/ 2147483646 h 1492"/>
              <a:gd name="T10" fmla="*/ 2147483646 w 2597"/>
              <a:gd name="T11" fmla="*/ 2147483646 h 1492"/>
              <a:gd name="T12" fmla="*/ 0 w 2597"/>
              <a:gd name="T13" fmla="*/ 2147483646 h 14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97" h="1492">
                <a:moveTo>
                  <a:pt x="0" y="489"/>
                </a:moveTo>
                <a:cubicBezTo>
                  <a:pt x="247" y="671"/>
                  <a:pt x="632" y="920"/>
                  <a:pt x="1328" y="840"/>
                </a:cubicBezTo>
                <a:cubicBezTo>
                  <a:pt x="2024" y="760"/>
                  <a:pt x="2360" y="131"/>
                  <a:pt x="2488" y="0"/>
                </a:cubicBezTo>
                <a:cubicBezTo>
                  <a:pt x="2597" y="53"/>
                  <a:pt x="1792" y="1068"/>
                  <a:pt x="1712" y="1124"/>
                </a:cubicBezTo>
                <a:cubicBezTo>
                  <a:pt x="1632" y="1180"/>
                  <a:pt x="921" y="1431"/>
                  <a:pt x="636" y="1492"/>
                </a:cubicBezTo>
                <a:lnTo>
                  <a:pt x="1" y="1492"/>
                </a:lnTo>
                <a:lnTo>
                  <a:pt x="0" y="489"/>
                </a:lnTo>
              </a:path>
            </a:pathLst>
          </a:custGeom>
          <a:gradFill rotWithShape="1">
            <a:gsLst>
              <a:gs pos="0">
                <a:srgbClr val="363636"/>
              </a:gs>
              <a:gs pos="100000">
                <a:srgbClr val="DDDDDD"/>
              </a:gs>
              <a:gs pos="100000">
                <a:srgbClr val="DDDDDD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3" name="Freeform 93"/>
          <p:cNvSpPr>
            <a:spLocks noChangeArrowheads="1"/>
          </p:cNvSpPr>
          <p:nvPr/>
        </p:nvSpPr>
        <p:spPr bwMode="auto">
          <a:xfrm>
            <a:off x="-9524" y="3113088"/>
            <a:ext cx="3114675" cy="2030412"/>
          </a:xfrm>
          <a:custGeom>
            <a:avLst/>
            <a:gdLst>
              <a:gd name="T0" fmla="*/ 0 w 2576"/>
              <a:gd name="T1" fmla="*/ 2147483646 h 1688"/>
              <a:gd name="T2" fmla="*/ 0 w 2576"/>
              <a:gd name="T3" fmla="*/ 2147483646 h 1688"/>
              <a:gd name="T4" fmla="*/ 2147483646 w 2576"/>
              <a:gd name="T5" fmla="*/ 0 h 1688"/>
              <a:gd name="T6" fmla="*/ 2147483646 w 2576"/>
              <a:gd name="T7" fmla="*/ 2147483646 h 1688"/>
              <a:gd name="T8" fmla="*/ 2147483646 w 2576"/>
              <a:gd name="T9" fmla="*/ 2147483646 h 1688"/>
              <a:gd name="T10" fmla="*/ 0 w 2576"/>
              <a:gd name="T11" fmla="*/ 2147483646 h 16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76" h="1688">
                <a:moveTo>
                  <a:pt x="0" y="1688"/>
                </a:moveTo>
                <a:lnTo>
                  <a:pt x="0" y="1112"/>
                </a:lnTo>
                <a:cubicBezTo>
                  <a:pt x="1960" y="1464"/>
                  <a:pt x="2419" y="304"/>
                  <a:pt x="2576" y="0"/>
                </a:cubicBezTo>
                <a:lnTo>
                  <a:pt x="2135" y="826"/>
                </a:lnTo>
                <a:cubicBezTo>
                  <a:pt x="1618" y="1315"/>
                  <a:pt x="1286" y="1456"/>
                  <a:pt x="635" y="1688"/>
                </a:cubicBezTo>
                <a:lnTo>
                  <a:pt x="0" y="168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155650"/>
              </a:gs>
              <a:gs pos="100000">
                <a:srgbClr val="15565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5" name="Rectangle 94"/>
          <p:cNvSpPr>
            <a:spLocks noChangeArrowheads="1"/>
          </p:cNvSpPr>
          <p:nvPr/>
        </p:nvSpPr>
        <p:spPr bwMode="auto">
          <a:xfrm>
            <a:off x="3213499" y="2951163"/>
            <a:ext cx="3644503" cy="323850"/>
          </a:xfrm>
          <a:prstGeom prst="rect">
            <a:avLst/>
          </a:prstGeom>
          <a:solidFill>
            <a:srgbClr val="5AB7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3" name="Line 95"/>
          <p:cNvSpPr>
            <a:spLocks noChangeShapeType="1"/>
          </p:cNvSpPr>
          <p:nvPr/>
        </p:nvSpPr>
        <p:spPr bwMode="auto">
          <a:xfrm>
            <a:off x="3223024" y="2952750"/>
            <a:ext cx="364450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6" name="Line 96"/>
          <p:cNvSpPr>
            <a:spLocks noChangeShapeType="1"/>
          </p:cNvSpPr>
          <p:nvPr/>
        </p:nvSpPr>
        <p:spPr bwMode="auto">
          <a:xfrm>
            <a:off x="3213499" y="3275013"/>
            <a:ext cx="364450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57" name="Picture 10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2242" y="4624391"/>
            <a:ext cx="452438" cy="454025"/>
          </a:xfrm>
          <a:prstGeom prst="rect">
            <a:avLst/>
          </a:prstGeom>
          <a:noFill/>
          <a:ln>
            <a:noFill/>
          </a:ln>
          <a:effectLst>
            <a:outerShdw dist="38099" dir="2700128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1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019" y="4678363"/>
            <a:ext cx="1614488" cy="392112"/>
          </a:xfrm>
          <a:prstGeom prst="rect">
            <a:avLst/>
          </a:prstGeom>
          <a:noFill/>
          <a:ln>
            <a:noFill/>
          </a:ln>
          <a:effectLst>
            <a:outerShdw dist="38099" dir="2700128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8674" name="Rectangle 9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675" name="Rectangle 9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b="1" i="1">
                <a:solidFill>
                  <a:srgbClr val="692AA2"/>
                </a:solidFill>
              </a:defRPr>
            </a:lvl1pPr>
          </a:lstStyle>
          <a:p>
            <a:fld id="{663A8654-48D4-4BE5-A85D-584648D2BBB0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2061" name="Rectangle 100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677" name="Rectangle 10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3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Verdana" panose="020B060403050404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63" name="Freeform 91"/>
          <p:cNvSpPr>
            <a:spLocks noChangeArrowheads="1"/>
          </p:cNvSpPr>
          <p:nvPr/>
        </p:nvSpPr>
        <p:spPr bwMode="auto">
          <a:xfrm>
            <a:off x="689372" y="3"/>
            <a:ext cx="2847975" cy="5153025"/>
          </a:xfrm>
          <a:custGeom>
            <a:avLst/>
            <a:gdLst>
              <a:gd name="T0" fmla="*/ 2147483646 w 2408"/>
              <a:gd name="T1" fmla="*/ 0 h 4334"/>
              <a:gd name="T2" fmla="*/ 2147483646 w 2408"/>
              <a:gd name="T3" fmla="*/ 2147483646 h 4334"/>
              <a:gd name="T4" fmla="*/ 0 w 2408"/>
              <a:gd name="T5" fmla="*/ 2147483646 h 4334"/>
              <a:gd name="T6" fmla="*/ 2147483646 w 2408"/>
              <a:gd name="T7" fmla="*/ 2147483646 h 4334"/>
              <a:gd name="T8" fmla="*/ 2147483646 w 2408"/>
              <a:gd name="T9" fmla="*/ 2147483646 h 4334"/>
              <a:gd name="T10" fmla="*/ 2147483646 w 2408"/>
              <a:gd name="T11" fmla="*/ 2147483646 h 4334"/>
              <a:gd name="T12" fmla="*/ 2147483646 w 2408"/>
              <a:gd name="T13" fmla="*/ 0 h 43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08" h="4334">
                <a:moveTo>
                  <a:pt x="858" y="0"/>
                </a:moveTo>
                <a:cubicBezTo>
                  <a:pt x="2020" y="270"/>
                  <a:pt x="2408" y="1630"/>
                  <a:pt x="1984" y="2582"/>
                </a:cubicBezTo>
                <a:cubicBezTo>
                  <a:pt x="1560" y="3534"/>
                  <a:pt x="880" y="3975"/>
                  <a:pt x="0" y="4326"/>
                </a:cubicBezTo>
                <a:lnTo>
                  <a:pt x="1208" y="4334"/>
                </a:lnTo>
                <a:cubicBezTo>
                  <a:pt x="1520" y="4078"/>
                  <a:pt x="2144" y="3342"/>
                  <a:pt x="2272" y="2566"/>
                </a:cubicBezTo>
                <a:cubicBezTo>
                  <a:pt x="2400" y="1790"/>
                  <a:pt x="2278" y="418"/>
                  <a:pt x="998" y="2"/>
                </a:cubicBezTo>
                <a:lnTo>
                  <a:pt x="858" y="0"/>
                </a:lnTo>
              </a:path>
            </a:pathLst>
          </a:custGeom>
          <a:gradFill rotWithShape="1">
            <a:gsLst>
              <a:gs pos="0">
                <a:srgbClr val="E9F3C8"/>
              </a:gs>
              <a:gs pos="100000">
                <a:srgbClr val="AED337"/>
              </a:gs>
              <a:gs pos="100000">
                <a:srgbClr val="AED33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800" b="1">
          <a:solidFill>
            <a:srgbClr val="143DA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2400">
          <a:solidFill>
            <a:srgbClr val="000000"/>
          </a:solidFill>
          <a:latin typeface="Arial" panose="020B060402020202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2200">
          <a:solidFill>
            <a:srgbClr val="000000"/>
          </a:solidFill>
          <a:latin typeface="Arial" panose="020B060402020202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0"/>
          <p:cNvSpPr>
            <a:spLocks noChangeArrowheads="1"/>
          </p:cNvSpPr>
          <p:nvPr/>
        </p:nvSpPr>
        <p:spPr bwMode="auto">
          <a:xfrm>
            <a:off x="-1191" y="4810128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5" name="Freeform 1"/>
          <p:cNvSpPr>
            <a:spLocks noChangeArrowheads="1"/>
          </p:cNvSpPr>
          <p:nvPr/>
        </p:nvSpPr>
        <p:spPr bwMode="auto">
          <a:xfrm>
            <a:off x="3699273" y="4752978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76" name="Object 0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2100" imgH="406400" progId="Photoshop.Image.6">
                  <p:embed/>
                </p:oleObj>
              </mc:Choice>
              <mc:Fallback>
                <p:oleObj name="Image" r:id="rId13" imgW="4102100" imgH="406400" progId="Photoshop.Image.6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Freeform 2"/>
          <p:cNvSpPr>
            <a:spLocks noChangeArrowheads="1"/>
          </p:cNvSpPr>
          <p:nvPr/>
        </p:nvSpPr>
        <p:spPr bwMode="auto">
          <a:xfrm flipH="1">
            <a:off x="2" y="595316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8" name="Freeform 3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9" name="Freeform 4"/>
          <p:cNvSpPr>
            <a:spLocks noChangeArrowheads="1"/>
          </p:cNvSpPr>
          <p:nvPr/>
        </p:nvSpPr>
        <p:spPr bwMode="auto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80" name="Picture 1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642" y="4754563"/>
            <a:ext cx="112990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58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58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b="1" i="1">
                <a:solidFill>
                  <a:srgbClr val="692AA2"/>
                </a:solidFill>
              </a:defRPr>
            </a:lvl1pPr>
          </a:lstStyle>
          <a:p>
            <a:fld id="{78F059AD-E771-4075-A798-5515EFD23E9B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3084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58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3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Verdana" panose="020B060403050404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800" b="1">
          <a:solidFill>
            <a:srgbClr val="143DA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2400">
          <a:solidFill>
            <a:srgbClr val="000000"/>
          </a:solidFill>
          <a:latin typeface="Arial" panose="020B060402020202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2200">
          <a:solidFill>
            <a:srgbClr val="000000"/>
          </a:solidFill>
          <a:latin typeface="Arial" panose="020B060402020202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568"/>
          <p:cNvSpPr>
            <a:spLocks noChangeArrowheads="1"/>
          </p:cNvSpPr>
          <p:nvPr/>
        </p:nvSpPr>
        <p:spPr bwMode="auto">
          <a:xfrm>
            <a:off x="-1191" y="4810128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" name="Freeform 569"/>
          <p:cNvSpPr>
            <a:spLocks noChangeArrowheads="1"/>
          </p:cNvSpPr>
          <p:nvPr/>
        </p:nvSpPr>
        <p:spPr bwMode="auto">
          <a:xfrm>
            <a:off x="3699273" y="4752978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100" name="Object 33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2100" imgH="406400" progId="Photoshop.Image.6">
                  <p:embed/>
                </p:oleObj>
              </mc:Choice>
              <mc:Fallback>
                <p:oleObj name="Image" r:id="rId13" imgW="4102100" imgH="406400" progId="Photoshop.Image.6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Freeform 570"/>
          <p:cNvSpPr>
            <a:spLocks noChangeArrowheads="1"/>
          </p:cNvSpPr>
          <p:nvPr/>
        </p:nvSpPr>
        <p:spPr bwMode="auto">
          <a:xfrm flipH="1">
            <a:off x="2" y="595316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2" name="Freeform 571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3" name="Freeform 572"/>
          <p:cNvSpPr>
            <a:spLocks noChangeArrowheads="1"/>
          </p:cNvSpPr>
          <p:nvPr/>
        </p:nvSpPr>
        <p:spPr bwMode="auto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4" name="Rectangle 57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9150" name="Rectangle 57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9151" name="Rectangle 57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b="1" i="1">
                <a:solidFill>
                  <a:srgbClr val="692AA2"/>
                </a:solidFill>
              </a:defRPr>
            </a:lvl1pPr>
          </a:lstStyle>
          <a:p>
            <a:fld id="{5A10B37C-486D-4165-873F-55B6FE2C72AD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107" name="Rectangle 576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9153" name="Rectangle 57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3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Verdana" panose="020B060403050404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pic>
        <p:nvPicPr>
          <p:cNvPr id="4109" name="Picture 1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26" y="4784725"/>
            <a:ext cx="1129904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800" b="1">
          <a:solidFill>
            <a:srgbClr val="143DA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2400">
          <a:solidFill>
            <a:srgbClr val="000000"/>
          </a:solidFill>
          <a:latin typeface="Arial" panose="020B060402020202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2200">
          <a:solidFill>
            <a:srgbClr val="000000"/>
          </a:solidFill>
          <a:latin typeface="Arial" panose="020B060402020202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reeform 603"/>
          <p:cNvSpPr>
            <a:spLocks noChangeArrowheads="1"/>
          </p:cNvSpPr>
          <p:nvPr/>
        </p:nvSpPr>
        <p:spPr bwMode="auto">
          <a:xfrm>
            <a:off x="-1191" y="4810128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3" name="Freeform 604"/>
          <p:cNvSpPr>
            <a:spLocks noChangeArrowheads="1"/>
          </p:cNvSpPr>
          <p:nvPr/>
        </p:nvSpPr>
        <p:spPr bwMode="auto">
          <a:xfrm>
            <a:off x="3699273" y="4752978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24" name="Object 35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2100" imgH="406400" progId="Photoshop.Image.6">
                  <p:embed/>
                </p:oleObj>
              </mc:Choice>
              <mc:Fallback>
                <p:oleObj name="Image" r:id="rId13" imgW="4102100" imgH="406400" progId="Photoshop.Image.6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Freeform 605"/>
          <p:cNvSpPr>
            <a:spLocks noChangeArrowheads="1"/>
          </p:cNvSpPr>
          <p:nvPr/>
        </p:nvSpPr>
        <p:spPr bwMode="auto">
          <a:xfrm flipH="1">
            <a:off x="2" y="595316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Freeform 606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7" name="Freeform 607"/>
          <p:cNvSpPr>
            <a:spLocks noChangeArrowheads="1"/>
          </p:cNvSpPr>
          <p:nvPr/>
        </p:nvSpPr>
        <p:spPr bwMode="auto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8" name="Rectangle 60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9185" name="Rectangle 60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9186" name="Rectangle 6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b="1" i="1">
                <a:solidFill>
                  <a:srgbClr val="692AA2"/>
                </a:solidFill>
              </a:defRPr>
            </a:lvl1pPr>
          </a:lstStyle>
          <a:p>
            <a:fld id="{EE6233D2-9756-4943-A142-2166D7C4057F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131" name="Rectangle 61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9188" name="Rectangle 6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3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Verdana" panose="020B060403050404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pic>
        <p:nvPicPr>
          <p:cNvPr id="5133" name="Picture 1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26" y="4770438"/>
            <a:ext cx="1129904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800" b="1">
          <a:solidFill>
            <a:srgbClr val="143DA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2400">
          <a:solidFill>
            <a:srgbClr val="000000"/>
          </a:solidFill>
          <a:latin typeface="Arial" panose="020B060402020202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2200">
          <a:solidFill>
            <a:srgbClr val="000000"/>
          </a:solidFill>
          <a:latin typeface="Arial" panose="020B060402020202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reeform 388"/>
          <p:cNvSpPr>
            <a:spLocks noChangeArrowheads="1"/>
          </p:cNvSpPr>
          <p:nvPr/>
        </p:nvSpPr>
        <p:spPr bwMode="auto">
          <a:xfrm>
            <a:off x="-1191" y="4810128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" name="Freeform 389"/>
          <p:cNvSpPr>
            <a:spLocks noChangeArrowheads="1"/>
          </p:cNvSpPr>
          <p:nvPr/>
        </p:nvSpPr>
        <p:spPr bwMode="auto">
          <a:xfrm>
            <a:off x="3699273" y="4752978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148" name="Object 27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2100" imgH="406400" progId="Photoshop.Image.6">
                  <p:embed/>
                </p:oleObj>
              </mc:Choice>
              <mc:Fallback>
                <p:oleObj name="Image" r:id="rId13" imgW="4102100" imgH="406400" progId="Photoshop.Image.6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Freeform 390"/>
          <p:cNvSpPr>
            <a:spLocks noChangeArrowheads="1"/>
          </p:cNvSpPr>
          <p:nvPr/>
        </p:nvSpPr>
        <p:spPr bwMode="auto">
          <a:xfrm flipH="1">
            <a:off x="2" y="595316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0" name="Freeform 391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" name="Freeform 392"/>
          <p:cNvSpPr>
            <a:spLocks noChangeArrowheads="1"/>
          </p:cNvSpPr>
          <p:nvPr/>
        </p:nvSpPr>
        <p:spPr bwMode="auto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2" name="Rectangle 39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970" name="Rectangle 39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971" name="Rectangle 39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b="1" i="1">
                <a:solidFill>
                  <a:srgbClr val="692AA2"/>
                </a:solidFill>
              </a:defRPr>
            </a:lvl1pPr>
          </a:lstStyle>
          <a:p>
            <a:fld id="{1F55C8BC-3EAA-424E-ACBF-A987FCF561C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155" name="Rectangle 396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973" name="Rectangle 39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3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Verdana" panose="020B060403050404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800" b="1">
          <a:solidFill>
            <a:srgbClr val="143DA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2400">
          <a:solidFill>
            <a:srgbClr val="000000"/>
          </a:solidFill>
          <a:latin typeface="Arial" panose="020B060402020202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2200">
          <a:solidFill>
            <a:srgbClr val="000000"/>
          </a:solidFill>
          <a:latin typeface="Arial" panose="020B060402020202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reeform 423"/>
          <p:cNvSpPr>
            <a:spLocks noChangeArrowheads="1"/>
          </p:cNvSpPr>
          <p:nvPr/>
        </p:nvSpPr>
        <p:spPr bwMode="auto">
          <a:xfrm>
            <a:off x="-1191" y="4810128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1" name="Freeform 424"/>
          <p:cNvSpPr>
            <a:spLocks noChangeArrowheads="1"/>
          </p:cNvSpPr>
          <p:nvPr/>
        </p:nvSpPr>
        <p:spPr bwMode="auto">
          <a:xfrm>
            <a:off x="3699273" y="4752978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172" name="Object 2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2100" imgH="406400" progId="Photoshop.Image.6">
                  <p:embed/>
                </p:oleObj>
              </mc:Choice>
              <mc:Fallback>
                <p:oleObj name="Image" r:id="rId13" imgW="4102100" imgH="406400" progId="Photoshop.Image.6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Freeform 425"/>
          <p:cNvSpPr>
            <a:spLocks noChangeArrowheads="1"/>
          </p:cNvSpPr>
          <p:nvPr/>
        </p:nvSpPr>
        <p:spPr bwMode="auto">
          <a:xfrm flipH="1">
            <a:off x="2" y="595316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4" name="Freeform 426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5" name="Freeform 427"/>
          <p:cNvSpPr>
            <a:spLocks noChangeArrowheads="1"/>
          </p:cNvSpPr>
          <p:nvPr/>
        </p:nvSpPr>
        <p:spPr bwMode="auto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6" name="Rectangle 42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9005" name="Rectangle 4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9006" name="Rectangle 4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b="1" i="1">
                <a:solidFill>
                  <a:srgbClr val="692AA2"/>
                </a:solidFill>
              </a:defRPr>
            </a:lvl1pPr>
          </a:lstStyle>
          <a:p>
            <a:fld id="{7255F323-26ED-44D6-BB82-D4ED172689C4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179" name="Rectangle 43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9008" name="Rectangle 43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3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Verdana" panose="020B060403050404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800" b="1">
          <a:solidFill>
            <a:srgbClr val="143DA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2400">
          <a:solidFill>
            <a:srgbClr val="000000"/>
          </a:solidFill>
          <a:latin typeface="Arial" panose="020B060402020202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2200">
          <a:solidFill>
            <a:srgbClr val="000000"/>
          </a:solidFill>
          <a:latin typeface="Arial" panose="020B060402020202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reeform 65"/>
          <p:cNvSpPr>
            <a:spLocks noChangeArrowheads="1"/>
          </p:cNvSpPr>
          <p:nvPr/>
        </p:nvSpPr>
        <p:spPr bwMode="auto">
          <a:xfrm>
            <a:off x="-1191" y="4810128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" name="Freeform 66"/>
          <p:cNvSpPr>
            <a:spLocks noChangeArrowheads="1"/>
          </p:cNvSpPr>
          <p:nvPr/>
        </p:nvSpPr>
        <p:spPr bwMode="auto">
          <a:xfrm>
            <a:off x="3699273" y="4752978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4" imgW="4102100" imgH="406400" progId="Photoshop.Image.6">
                  <p:embed/>
                </p:oleObj>
              </mc:Choice>
              <mc:Fallback>
                <p:oleObj name="Image" r:id="rId14" imgW="4102100" imgH="406400" progId="Photoshop.Image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Freeform 67"/>
          <p:cNvSpPr>
            <a:spLocks noChangeArrowheads="1"/>
          </p:cNvSpPr>
          <p:nvPr/>
        </p:nvSpPr>
        <p:spPr bwMode="auto">
          <a:xfrm flipH="1">
            <a:off x="2" y="595316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" name="Freeform 68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" name="Freeform 69"/>
          <p:cNvSpPr>
            <a:spLocks noChangeArrowheads="1"/>
          </p:cNvSpPr>
          <p:nvPr/>
        </p:nvSpPr>
        <p:spPr bwMode="auto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" name="Rectangle 7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647" name="Rectangle 7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648" name="Rectangle 7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b="1" i="1">
                <a:solidFill>
                  <a:srgbClr val="692AA2"/>
                </a:solidFill>
              </a:defRPr>
            </a:lvl1pPr>
          </a:lstStyle>
          <a:p>
            <a:fld id="{E39481C9-A1E5-4F59-A17A-032145B7287D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8203" name="Rectangle 73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650" name="Rectangle 7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3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Verdana" panose="020B060403050404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800" b="1">
          <a:solidFill>
            <a:srgbClr val="143DA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2400">
          <a:solidFill>
            <a:srgbClr val="000000"/>
          </a:solidFill>
          <a:latin typeface="Arial" panose="020B060402020202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2200">
          <a:solidFill>
            <a:srgbClr val="000000"/>
          </a:solidFill>
          <a:latin typeface="Arial" panose="020B060402020202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reeform 483"/>
          <p:cNvSpPr>
            <a:spLocks noChangeArrowheads="1"/>
          </p:cNvSpPr>
          <p:nvPr/>
        </p:nvSpPr>
        <p:spPr bwMode="auto">
          <a:xfrm>
            <a:off x="-1191" y="4810128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" name="Freeform 484"/>
          <p:cNvSpPr>
            <a:spLocks noChangeArrowheads="1"/>
          </p:cNvSpPr>
          <p:nvPr/>
        </p:nvSpPr>
        <p:spPr bwMode="auto">
          <a:xfrm>
            <a:off x="3699273" y="4752978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20" name="Object 31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2100" imgH="406400" progId="Photoshop.Image.6">
                  <p:embed/>
                </p:oleObj>
              </mc:Choice>
              <mc:Fallback>
                <p:oleObj name="Image" r:id="rId13" imgW="4102100" imgH="406400" progId="Photoshop.Image.6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Freeform 485"/>
          <p:cNvSpPr>
            <a:spLocks noChangeArrowheads="1"/>
          </p:cNvSpPr>
          <p:nvPr/>
        </p:nvSpPr>
        <p:spPr bwMode="auto">
          <a:xfrm flipH="1">
            <a:off x="2" y="595316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2" name="Freeform 486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3" name="Freeform 487"/>
          <p:cNvSpPr>
            <a:spLocks noChangeArrowheads="1"/>
          </p:cNvSpPr>
          <p:nvPr/>
        </p:nvSpPr>
        <p:spPr bwMode="auto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4" name="Rectangle 48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9065" name="Rectangle 48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9066" name="Rectangle 49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b="1" i="1">
                <a:solidFill>
                  <a:srgbClr val="692AA2"/>
                </a:solidFill>
              </a:defRPr>
            </a:lvl1pPr>
          </a:lstStyle>
          <a:p>
            <a:fld id="{EFFBF83C-A453-4675-B4C8-F24A583266B7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227" name="Rectangle 49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9068" name="Rectangle 49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3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Verdana" panose="020B060403050404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800" b="1">
          <a:solidFill>
            <a:srgbClr val="143DA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2400">
          <a:solidFill>
            <a:srgbClr val="000000"/>
          </a:solidFill>
          <a:latin typeface="Arial" panose="020B060402020202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2200">
          <a:solidFill>
            <a:srgbClr val="000000"/>
          </a:solidFill>
          <a:latin typeface="Arial" panose="020B060402020202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reeform 248"/>
          <p:cNvSpPr>
            <a:spLocks noChangeArrowheads="1"/>
          </p:cNvSpPr>
          <p:nvPr/>
        </p:nvSpPr>
        <p:spPr bwMode="auto">
          <a:xfrm>
            <a:off x="-1191" y="4810128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3" name="Freeform 249"/>
          <p:cNvSpPr>
            <a:spLocks noChangeArrowheads="1"/>
          </p:cNvSpPr>
          <p:nvPr/>
        </p:nvSpPr>
        <p:spPr bwMode="auto">
          <a:xfrm>
            <a:off x="3699273" y="4752978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44" name="Object 1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2100" imgH="406400" progId="Photoshop.Image.6">
                  <p:embed/>
                </p:oleObj>
              </mc:Choice>
              <mc:Fallback>
                <p:oleObj name="Image" r:id="rId13" imgW="4102100" imgH="406400" progId="Photoshop.Image.6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Freeform 250"/>
          <p:cNvSpPr>
            <a:spLocks noChangeArrowheads="1"/>
          </p:cNvSpPr>
          <p:nvPr/>
        </p:nvSpPr>
        <p:spPr bwMode="auto">
          <a:xfrm flipH="1">
            <a:off x="2" y="595316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6" name="Freeform 251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7" name="Freeform 252"/>
          <p:cNvSpPr>
            <a:spLocks noChangeArrowheads="1"/>
          </p:cNvSpPr>
          <p:nvPr/>
        </p:nvSpPr>
        <p:spPr bwMode="auto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8" name="Rectangle 25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830" name="Rectangle 25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831" name="Rectangle 25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b="1" i="1">
                <a:solidFill>
                  <a:srgbClr val="692AA2"/>
                </a:solidFill>
              </a:defRPr>
            </a:lvl1pPr>
          </a:lstStyle>
          <a:p>
            <a:fld id="{3202CD7C-1CC4-49FF-A423-EB7BD5D34396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10251" name="Rectangle 256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833" name="Rectangle 25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3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Verdana" panose="020B060403050404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800" b="1">
          <a:solidFill>
            <a:srgbClr val="143DA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2400">
          <a:solidFill>
            <a:srgbClr val="000000"/>
          </a:solidFill>
          <a:latin typeface="Arial" panose="020B060402020202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2200">
          <a:solidFill>
            <a:srgbClr val="000000"/>
          </a:solidFill>
          <a:latin typeface="Arial" panose="020B060402020202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reeform 213"/>
          <p:cNvSpPr>
            <a:spLocks noChangeArrowheads="1"/>
          </p:cNvSpPr>
          <p:nvPr/>
        </p:nvSpPr>
        <p:spPr bwMode="auto">
          <a:xfrm>
            <a:off x="-1191" y="4810128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7" name="Freeform 214"/>
          <p:cNvSpPr>
            <a:spLocks noChangeArrowheads="1"/>
          </p:cNvSpPr>
          <p:nvPr/>
        </p:nvSpPr>
        <p:spPr bwMode="auto">
          <a:xfrm>
            <a:off x="3699273" y="4752978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268" name="Object 17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2100" imgH="406400" progId="Photoshop.Image.6">
                  <p:embed/>
                </p:oleObj>
              </mc:Choice>
              <mc:Fallback>
                <p:oleObj name="Image" r:id="rId13" imgW="4102100" imgH="406400" progId="Photoshop.Image.6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Freeform 215"/>
          <p:cNvSpPr>
            <a:spLocks noChangeArrowheads="1"/>
          </p:cNvSpPr>
          <p:nvPr/>
        </p:nvSpPr>
        <p:spPr bwMode="auto">
          <a:xfrm flipH="1">
            <a:off x="2" y="595316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0" name="Freeform 216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1" name="Freeform 217"/>
          <p:cNvSpPr>
            <a:spLocks noChangeArrowheads="1"/>
          </p:cNvSpPr>
          <p:nvPr/>
        </p:nvSpPr>
        <p:spPr bwMode="auto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2" name="Rectangle 2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795" name="Rectangle 2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796" name="Rectangle 2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b="1" i="1">
                <a:solidFill>
                  <a:srgbClr val="692AA2"/>
                </a:solidFill>
              </a:defRPr>
            </a:lvl1pPr>
          </a:lstStyle>
          <a:p>
            <a:fld id="{3AFA4B7D-58E2-4CE2-98A9-A6B4AF1063C6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11275" name="Rectangle 22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798" name="Rectangle 22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3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Verdana" panose="020B060403050404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800" b="1">
          <a:solidFill>
            <a:srgbClr val="143DA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2400">
          <a:solidFill>
            <a:srgbClr val="000000"/>
          </a:solidFill>
          <a:latin typeface="Arial" panose="020B060402020202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2200">
          <a:solidFill>
            <a:srgbClr val="000000"/>
          </a:solidFill>
          <a:latin typeface="Arial" panose="020B060402020202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reeform 318"/>
          <p:cNvSpPr>
            <a:spLocks noChangeArrowheads="1"/>
          </p:cNvSpPr>
          <p:nvPr/>
        </p:nvSpPr>
        <p:spPr bwMode="auto">
          <a:xfrm>
            <a:off x="-1191" y="4810128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1" name="Freeform 319"/>
          <p:cNvSpPr>
            <a:spLocks noChangeArrowheads="1"/>
          </p:cNvSpPr>
          <p:nvPr/>
        </p:nvSpPr>
        <p:spPr bwMode="auto">
          <a:xfrm>
            <a:off x="3699273" y="4752978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292" name="Object 23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2100" imgH="406400" progId="Photoshop.Image.6">
                  <p:embed/>
                </p:oleObj>
              </mc:Choice>
              <mc:Fallback>
                <p:oleObj name="Image" r:id="rId13" imgW="4102100" imgH="406400" progId="Photoshop.Image.6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Freeform 320"/>
          <p:cNvSpPr>
            <a:spLocks noChangeArrowheads="1"/>
          </p:cNvSpPr>
          <p:nvPr/>
        </p:nvSpPr>
        <p:spPr bwMode="auto">
          <a:xfrm flipH="1">
            <a:off x="2" y="595316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4" name="Freeform 321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5" name="Freeform 322"/>
          <p:cNvSpPr>
            <a:spLocks noChangeArrowheads="1"/>
          </p:cNvSpPr>
          <p:nvPr/>
        </p:nvSpPr>
        <p:spPr bwMode="auto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6" name="Rectangle 3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900" name="Rectangle 32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901" name="Rectangle 3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b="1" i="1">
                <a:solidFill>
                  <a:srgbClr val="692AA2"/>
                </a:solidFill>
              </a:defRPr>
            </a:lvl1pPr>
          </a:lstStyle>
          <a:p>
            <a:fld id="{967C9A78-6898-40A6-8690-4D6DE809DE7B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12299" name="Rectangle 326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903" name="Rectangle 3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3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Verdana" panose="020B060403050404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800" b="1">
          <a:solidFill>
            <a:srgbClr val="143DA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2400">
          <a:solidFill>
            <a:srgbClr val="000000"/>
          </a:solidFill>
          <a:latin typeface="Arial" panose="020B060402020202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2200">
          <a:solidFill>
            <a:srgbClr val="000000"/>
          </a:solidFill>
          <a:latin typeface="Arial" panose="020B060402020202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reeform 283"/>
          <p:cNvSpPr>
            <a:spLocks noChangeArrowheads="1"/>
          </p:cNvSpPr>
          <p:nvPr/>
        </p:nvSpPr>
        <p:spPr bwMode="auto">
          <a:xfrm>
            <a:off x="-1191" y="4810128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5" name="Freeform 284"/>
          <p:cNvSpPr>
            <a:spLocks noChangeArrowheads="1"/>
          </p:cNvSpPr>
          <p:nvPr/>
        </p:nvSpPr>
        <p:spPr bwMode="auto">
          <a:xfrm>
            <a:off x="3699273" y="4752978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316" name="Object 21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2100" imgH="406400" progId="Photoshop.Image.6">
                  <p:embed/>
                </p:oleObj>
              </mc:Choice>
              <mc:Fallback>
                <p:oleObj name="Image" r:id="rId13" imgW="4102100" imgH="406400" progId="Photoshop.Image.6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Freeform 285"/>
          <p:cNvSpPr>
            <a:spLocks noChangeArrowheads="1"/>
          </p:cNvSpPr>
          <p:nvPr/>
        </p:nvSpPr>
        <p:spPr bwMode="auto">
          <a:xfrm flipH="1">
            <a:off x="2" y="595316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8" name="Freeform 286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9" name="Freeform 287"/>
          <p:cNvSpPr>
            <a:spLocks noChangeArrowheads="1"/>
          </p:cNvSpPr>
          <p:nvPr/>
        </p:nvSpPr>
        <p:spPr bwMode="auto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0" name="Rectangle 28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865" name="Rectangle 28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866" name="Rectangle 29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b="1" i="1">
                <a:solidFill>
                  <a:srgbClr val="692AA2"/>
                </a:solidFill>
              </a:defRPr>
            </a:lvl1pPr>
          </a:lstStyle>
          <a:p>
            <a:fld id="{9D688D13-B08B-47DF-BDDB-3E28192BF781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13323" name="Rectangle 29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868" name="Rectangle 29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3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Verdana" panose="020B060403050404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800" b="1">
          <a:solidFill>
            <a:srgbClr val="143DA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2400">
          <a:solidFill>
            <a:srgbClr val="000000"/>
          </a:solidFill>
          <a:latin typeface="Arial" panose="020B060402020202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2200">
          <a:solidFill>
            <a:srgbClr val="000000"/>
          </a:solidFill>
          <a:latin typeface="Arial" panose="020B060402020202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reeform 178"/>
          <p:cNvSpPr>
            <a:spLocks noChangeArrowheads="1"/>
          </p:cNvSpPr>
          <p:nvPr/>
        </p:nvSpPr>
        <p:spPr bwMode="auto">
          <a:xfrm>
            <a:off x="-1191" y="4810128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9" name="Freeform 179"/>
          <p:cNvSpPr>
            <a:spLocks noChangeArrowheads="1"/>
          </p:cNvSpPr>
          <p:nvPr/>
        </p:nvSpPr>
        <p:spPr bwMode="auto">
          <a:xfrm>
            <a:off x="3699273" y="4752978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340" name="Object 15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2100" imgH="406400" progId="Photoshop.Image.6">
                  <p:embed/>
                </p:oleObj>
              </mc:Choice>
              <mc:Fallback>
                <p:oleObj name="Image" r:id="rId13" imgW="4102100" imgH="406400" progId="Photoshop.Image.6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Freeform 180"/>
          <p:cNvSpPr>
            <a:spLocks noChangeArrowheads="1"/>
          </p:cNvSpPr>
          <p:nvPr/>
        </p:nvSpPr>
        <p:spPr bwMode="auto">
          <a:xfrm flipH="1">
            <a:off x="2" y="595316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2" name="Freeform 181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3" name="Freeform 182"/>
          <p:cNvSpPr>
            <a:spLocks noChangeArrowheads="1"/>
          </p:cNvSpPr>
          <p:nvPr/>
        </p:nvSpPr>
        <p:spPr bwMode="auto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344" name="Picture 16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874" y="4948238"/>
            <a:ext cx="944165" cy="165100"/>
          </a:xfrm>
          <a:prstGeom prst="rect">
            <a:avLst/>
          </a:prstGeom>
          <a:noFill/>
          <a:ln>
            <a:noFill/>
          </a:ln>
          <a:effectLst>
            <a:outerShdw dist="38099" dir="2700128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5" name="Rectangle 1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760" name="Rectangle 18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761" name="Rectangle 18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b="1" i="1">
                <a:solidFill>
                  <a:srgbClr val="692AA2"/>
                </a:solidFill>
              </a:defRPr>
            </a:lvl1pPr>
          </a:lstStyle>
          <a:p>
            <a:fld id="{4FC363B8-9230-4463-8AC1-A25AA4965F83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14348" name="Rectangle 186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763" name="Rectangle 18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3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Verdana" panose="020B060403050404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800" b="1">
          <a:solidFill>
            <a:srgbClr val="143DA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2400">
          <a:solidFill>
            <a:srgbClr val="000000"/>
          </a:solidFill>
          <a:latin typeface="Arial" panose="020B060402020202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2200">
          <a:solidFill>
            <a:srgbClr val="000000"/>
          </a:solidFill>
          <a:latin typeface="Arial" panose="020B060402020202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reeform 12"/>
          <p:cNvSpPr>
            <a:spLocks noChangeArrowheads="1"/>
          </p:cNvSpPr>
          <p:nvPr/>
        </p:nvSpPr>
        <p:spPr bwMode="auto">
          <a:xfrm>
            <a:off x="-1191" y="4810128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3" name="Freeform 13"/>
          <p:cNvSpPr>
            <a:spLocks noChangeArrowheads="1"/>
          </p:cNvSpPr>
          <p:nvPr/>
        </p:nvSpPr>
        <p:spPr bwMode="auto">
          <a:xfrm>
            <a:off x="3699273" y="4752978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364" name="Object 2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2100" imgH="406400" progId="Photoshop.Image.6">
                  <p:embed/>
                </p:oleObj>
              </mc:Choice>
              <mc:Fallback>
                <p:oleObj name="Image" r:id="rId13" imgW="4102100" imgH="406400" progId="Photoshop.Image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Freeform 14"/>
          <p:cNvSpPr>
            <a:spLocks noChangeArrowheads="1"/>
          </p:cNvSpPr>
          <p:nvPr/>
        </p:nvSpPr>
        <p:spPr bwMode="auto">
          <a:xfrm flipH="1">
            <a:off x="2" y="595316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6" name="Freeform 15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7" name="Freeform 16"/>
          <p:cNvSpPr>
            <a:spLocks noChangeArrowheads="1"/>
          </p:cNvSpPr>
          <p:nvPr/>
        </p:nvSpPr>
        <p:spPr bwMode="auto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368" name="Picture 3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874" y="4948238"/>
            <a:ext cx="944165" cy="165100"/>
          </a:xfrm>
          <a:prstGeom prst="rect">
            <a:avLst/>
          </a:prstGeom>
          <a:noFill/>
          <a:ln>
            <a:noFill/>
          </a:ln>
          <a:effectLst>
            <a:outerShdw dist="38099" dir="2700128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9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594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595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b="1" i="1">
                <a:solidFill>
                  <a:srgbClr val="692AA2"/>
                </a:solidFill>
              </a:defRPr>
            </a:lvl1pPr>
          </a:lstStyle>
          <a:p>
            <a:fld id="{93DED45D-C0D2-4E10-9E94-D78926DA5C4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15372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597" name="Rectangle 2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3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b="1" i="1">
                <a:solidFill>
                  <a:srgbClr val="FFFFFF"/>
                </a:solidFill>
                <a:latin typeface="Verdana" panose="020B0604030504040204" pitchFamily="34" charset="0"/>
                <a:ea typeface="+mn-ea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800" b="1">
          <a:solidFill>
            <a:srgbClr val="143DA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2400">
          <a:solidFill>
            <a:srgbClr val="000000"/>
          </a:solidFill>
          <a:latin typeface="Arial" panose="020B060402020202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2200">
          <a:solidFill>
            <a:srgbClr val="000000"/>
          </a:solidFill>
          <a:latin typeface="Arial" panose="020B060402020202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2000">
          <a:solidFill>
            <a:srgbClr val="000000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67"/>
          <p:cNvSpPr/>
          <p:nvPr/>
        </p:nvSpPr>
        <p:spPr bwMode="ltGray">
          <a:xfrm>
            <a:off x="-1588" y="4810129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Freeform 68"/>
          <p:cNvSpPr/>
          <p:nvPr/>
        </p:nvSpPr>
        <p:spPr bwMode="ltGray">
          <a:xfrm>
            <a:off x="3698877" y="4752979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8" name="Object 6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4" imgW="4102100" imgH="406400" progId="Photoshop.Image.6">
                  <p:embed/>
                </p:oleObj>
              </mc:Choice>
              <mc:Fallback>
                <p:oleObj name="Image" r:id="rId14" imgW="4102100" imgH="406400" progId="Photoshop.Image.6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Freeform 70"/>
          <p:cNvSpPr/>
          <p:nvPr/>
        </p:nvSpPr>
        <p:spPr bwMode="ltGray">
          <a:xfrm flipH="1">
            <a:off x="2" y="595317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Freeform 71"/>
          <p:cNvSpPr/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75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700">
                <a:solidFill>
                  <a:srgbClr val="692AA2"/>
                </a:solidFill>
                <a:ea typeface="宋体" panose="02010600030101010101" pitchFamily="2" charset="-122"/>
              </a:defRPr>
            </a:lvl1pPr>
          </a:lstStyle>
          <a:p>
            <a:fld id="{33731FD5-0350-40DD-B003-D46816BF588D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34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5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4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75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6" name="Freeform 72"/>
          <p:cNvSpPr/>
          <p:nvPr/>
        </p:nvSpPr>
        <p:spPr bwMode="gray">
          <a:xfrm>
            <a:off x="3733800" y="600077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37" name="图片 3"/>
          <p:cNvPicPr>
            <a:picLocks noChangeAspect="1"/>
          </p:cNvPicPr>
          <p:nvPr userDrawn="1"/>
        </p:nvPicPr>
        <p:blipFill>
          <a:blip r:embed="rId16"/>
          <a:srcRect/>
          <a:stretch>
            <a:fillRect/>
          </a:stretch>
        </p:blipFill>
        <p:spPr bwMode="auto">
          <a:xfrm>
            <a:off x="5832477" y="4948238"/>
            <a:ext cx="944563" cy="1651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anose="020B0604030504040204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anose="020B0604030504040204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anose="020B0604030504040204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100" b="1">
          <a:solidFill>
            <a:schemeClr val="tx2"/>
          </a:solidFill>
          <a:latin typeface="+mn-lt"/>
          <a:ea typeface="+mn-ea"/>
          <a:cs typeface="+mn-cs"/>
        </a:defRPr>
      </a:lvl1pPr>
      <a:lvl2pPr marL="556895" indent="-21399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Arial" panose="020B0604020202020204" pitchFamily="34" charset="0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Arial" panose="020B0604020202020204" pitchFamily="34" charset="0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Arial" panose="020B0604020202020204" pitchFamily="34" charset="0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Arial" panose="020B0604020202020204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Arial" panose="020B0604020202020204" pitchFamily="34" charset="0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Arial" panose="020B0604020202020204" pitchFamily="34" charset="0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Arial" panose="020B0604020202020204" pitchFamily="34" charset="0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AF6372DE-E8C4-4C38-BF17-4617EE00132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4686300"/>
            <a:ext cx="21717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buFontTx/>
              <a:buNone/>
              <a:defRPr sz="9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1A3433ED-E84B-4F03-84B4-81F8B847A6E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4686300"/>
            <a:ext cx="1600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Black" panose="020B0A04020102020204" pitchFamily="34" charset="0"/>
              </a:defRPr>
            </a:lvl1pPr>
          </a:lstStyle>
          <a:p>
            <a:fld id="{0C409FFE-18DC-43E1-8954-D08490E1FEEE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2052" name="Group 4">
            <a:extLst>
              <a:ext uri="{FF2B5EF4-FFF2-40B4-BE49-F238E27FC236}">
                <a16:creationId xmlns:a16="http://schemas.microsoft.com/office/drawing/2014/main" id="{271047B6-D936-9894-597B-65EE97E9ABC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6858000" cy="409575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8F8ABCCD-BB2F-4C78-8078-E69888C87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C0E5FF1C-B259-4830-83A4-0D79ACEC3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2D9BF9EF-ADA5-4023-8BB3-9DC550862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7511A89C-B192-4A1F-BFA3-5799890E7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FA56B751-0D24-492E-B47A-08FAB9274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9986C911-23D2-4501-9E95-A6147852A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" name="Rectangle 11">
              <a:extLst>
                <a:ext uri="{FF2B5EF4-FFF2-40B4-BE49-F238E27FC236}">
                  <a16:creationId xmlns:a16="http://schemas.microsoft.com/office/drawing/2014/main" id="{6DD2B13D-C6BC-470F-9FAB-56BA12507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3" name="Rectangle 12">
              <a:extLst>
                <a:ext uri="{FF2B5EF4-FFF2-40B4-BE49-F238E27FC236}">
                  <a16:creationId xmlns:a16="http://schemas.microsoft.com/office/drawing/2014/main" id="{5A65ACAC-F75F-4F85-A65A-39DE0FD9E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2E2C15FC-9F88-4335-87DB-16DB73A09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2053" name="Rectangle 14">
            <a:extLst>
              <a:ext uri="{FF2B5EF4-FFF2-40B4-BE49-F238E27FC236}">
                <a16:creationId xmlns:a16="http://schemas.microsoft.com/office/drawing/2014/main" id="{8DC5256D-68B1-09C0-6E54-A09BD85FC90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42900" y="342900"/>
            <a:ext cx="61722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4" name="Rectangle 15">
            <a:extLst>
              <a:ext uri="{FF2B5EF4-FFF2-40B4-BE49-F238E27FC236}">
                <a16:creationId xmlns:a16="http://schemas.microsoft.com/office/drawing/2014/main" id="{6B0FEA72-2DDA-9AF6-08FF-EF64C410201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42900" y="1485900"/>
            <a:ext cx="617220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1328" name="Rectangle 16">
            <a:extLst>
              <a:ext uri="{FF2B5EF4-FFF2-40B4-BE49-F238E27FC236}">
                <a16:creationId xmlns:a16="http://schemas.microsoft.com/office/drawing/2014/main" id="{BCDB8905-F246-41A4-AB89-74DF9A61326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4683919"/>
            <a:ext cx="16002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9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7793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429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858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4.xml"/><Relationship Id="rId6" Type="http://schemas.openxmlformats.org/officeDocument/2006/relationships/image" Target="../media/image13.png"/><Relationship Id="rId11" Type="http://schemas.openxmlformats.org/officeDocument/2006/relationships/image" Target="../media/image12.wmf"/><Relationship Id="rId5" Type="http://schemas.openxmlformats.org/officeDocument/2006/relationships/image" Target="../media/image12.png"/><Relationship Id="rId10" Type="http://schemas.openxmlformats.org/officeDocument/2006/relationships/oleObject" Target="../embeddings/oleObject29.bin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35.bin"/><Relationship Id="rId18" Type="http://schemas.openxmlformats.org/officeDocument/2006/relationships/oleObject" Target="../embeddings/oleObject38.bin"/><Relationship Id="rId3" Type="http://schemas.openxmlformats.org/officeDocument/2006/relationships/oleObject" Target="../embeddings/oleObject30.bin"/><Relationship Id="rId21" Type="http://schemas.openxmlformats.org/officeDocument/2006/relationships/oleObject" Target="../embeddings/oleObject41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25.wmf"/><Relationship Id="rId17" Type="http://schemas.openxmlformats.org/officeDocument/2006/relationships/image" Target="../media/image27.wmf"/><Relationship Id="rId2" Type="http://schemas.openxmlformats.org/officeDocument/2006/relationships/notesSlide" Target="../notesSlides/notesSlide4.xml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40.bin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image" Target="../media/image26.wmf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39.bin"/><Relationship Id="rId4" Type="http://schemas.openxmlformats.org/officeDocument/2006/relationships/image" Target="../media/image21.png"/><Relationship Id="rId9" Type="http://schemas.openxmlformats.org/officeDocument/2006/relationships/oleObject" Target="../embeddings/oleObject33.bin"/><Relationship Id="rId14" Type="http://schemas.openxmlformats.org/officeDocument/2006/relationships/oleObject" Target="../embeddings/oleObject3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7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4.xml"/><Relationship Id="rId5" Type="http://schemas.openxmlformats.org/officeDocument/2006/relationships/image" Target="../media/image31.png"/><Relationship Id="rId4" Type="http://schemas.openxmlformats.org/officeDocument/2006/relationships/image" Target="../media/image30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oleObject" Target="../embeddings/oleObject43.bin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34.wmf"/><Relationship Id="rId11" Type="http://schemas.openxmlformats.org/officeDocument/2006/relationships/image" Target="../media/image39.wmf"/><Relationship Id="rId5" Type="http://schemas.openxmlformats.org/officeDocument/2006/relationships/oleObject" Target="../embeddings/oleObject44.bin"/><Relationship Id="rId10" Type="http://schemas.openxmlformats.org/officeDocument/2006/relationships/oleObject" Target="../embeddings/oleObject46.bin"/><Relationship Id="rId4" Type="http://schemas.openxmlformats.org/officeDocument/2006/relationships/image" Target="../media/image33.wmf"/><Relationship Id="rId9" Type="http://schemas.openxmlformats.org/officeDocument/2006/relationships/image" Target="../media/image3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0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4.xml"/><Relationship Id="rId6" Type="http://schemas.openxmlformats.org/officeDocument/2006/relationships/image" Target="../media/image45.png"/><Relationship Id="rId11" Type="http://schemas.openxmlformats.org/officeDocument/2006/relationships/image" Target="../media/image38.wmf"/><Relationship Id="rId5" Type="http://schemas.openxmlformats.org/officeDocument/2006/relationships/image" Target="../media/image44.png"/><Relationship Id="rId10" Type="http://schemas.openxmlformats.org/officeDocument/2006/relationships/oleObject" Target="../embeddings/oleObject47.bin"/><Relationship Id="rId4" Type="http://schemas.openxmlformats.org/officeDocument/2006/relationships/image" Target="../media/image29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4.xml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6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7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5.xml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4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284984" y="2931790"/>
            <a:ext cx="3573016" cy="40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ctr" eaLnBrk="1" latinLnBrk="0" hangingPunct="1">
              <a:buNone/>
            </a:pPr>
            <a:r>
              <a:rPr lang="en-US" altLang="zh-CN" sz="1600" b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</a:t>
            </a:r>
            <a:r>
              <a:rPr lang="zh-CN" altLang="en-US" sz="1600" b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文氏桥</a:t>
            </a:r>
            <a:r>
              <a:rPr lang="en-US" altLang="zh-CN" sz="1600" b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RC</a:t>
            </a:r>
            <a:r>
              <a:rPr lang="zh-CN" altLang="en-US" sz="1600" b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正弦波产生电路设计</a:t>
            </a:r>
            <a:endParaRPr lang="zh-CN" altLang="zh-CN" sz="16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4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latinLnBrk="0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内    容</a:t>
            </a:r>
            <a:endParaRPr lang="zh-CN" altLang="zh-CN"/>
          </a:p>
        </p:txBody>
      </p:sp>
      <p:grpSp>
        <p:nvGrpSpPr>
          <p:cNvPr id="20483" name="Group -480"/>
          <p:cNvGrpSpPr/>
          <p:nvPr/>
        </p:nvGrpSpPr>
        <p:grpSpPr bwMode="auto">
          <a:xfrm>
            <a:off x="838201" y="1003306"/>
            <a:ext cx="5410200" cy="536973"/>
            <a:chOff x="1248" y="1199"/>
            <a:chExt cx="3408" cy="451"/>
          </a:xfrm>
        </p:grpSpPr>
        <p:grpSp>
          <p:nvGrpSpPr>
            <p:cNvPr id="20516" name="Group -478"/>
            <p:cNvGrpSpPr/>
            <p:nvPr/>
          </p:nvGrpSpPr>
          <p:grpSpPr bwMode="auto">
            <a:xfrm>
              <a:off x="1248" y="1200"/>
              <a:ext cx="480" cy="419"/>
              <a:chOff x="1110" y="2656"/>
              <a:chExt cx="1549" cy="1351"/>
            </a:xfrm>
          </p:grpSpPr>
          <p:sp>
            <p:nvSpPr>
              <p:cNvPr id="20520" name="AutoShape 146"/>
              <p:cNvSpPr>
                <a:spLocks noChangeArrowheads="1"/>
              </p:cNvSpPr>
              <p:nvPr/>
            </p:nvSpPr>
            <p:spPr bwMode="auto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521" name="AutoShape 148"/>
              <p:cNvSpPr/>
              <p:nvPr/>
            </p:nvSpPr>
            <p:spPr bwMode="auto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  <a:gs pos="100000">
                    <a:srgbClr val="E6E6E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522" name="AutoShape 150"/>
              <p:cNvSpPr/>
              <p:nvPr/>
            </p:nvSpPr>
            <p:spPr bwMode="auto">
              <a:xfrm>
                <a:off x="1200" y="2737"/>
                <a:ext cx="1349" cy="1167"/>
              </a:xfrm>
              <a:prstGeom prst="hexagon">
                <a:avLst>
                  <a:gd name="adj" fmla="val 28883"/>
                  <a:gd name="vf" fmla="val 115470"/>
                </a:avLst>
              </a:prstGeom>
              <a:gradFill rotWithShape="1">
                <a:gsLst>
                  <a:gs pos="0">
                    <a:srgbClr val="091C4B"/>
                  </a:gs>
                  <a:gs pos="100000">
                    <a:srgbClr val="143DA2"/>
                  </a:gs>
                  <a:gs pos="100000">
                    <a:srgbClr val="143DA2"/>
                  </a:gs>
                </a:gsLst>
                <a:lin ang="2700000" scaled="1"/>
              </a:gradFill>
              <a:ln w="9525">
                <a:solidFill>
                  <a:srgbClr val="FFFFFF"/>
                </a:solidFill>
                <a:miter lim="800000"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517" name="Line 152"/>
            <p:cNvSpPr>
              <a:spLocks noChangeShapeType="1"/>
            </p:cNvSpPr>
            <p:nvPr/>
          </p:nvSpPr>
          <p:spPr bwMode="auto">
            <a:xfrm>
              <a:off x="1632" y="1584"/>
              <a:ext cx="3024" cy="0"/>
            </a:xfrm>
            <a:prstGeom prst="line">
              <a:avLst/>
            </a:prstGeom>
            <a:noFill/>
            <a:ln w="25400">
              <a:solidFill>
                <a:srgbClr val="5AB7EA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8" name="Rectangle 154"/>
            <p:cNvSpPr>
              <a:spLocks noChangeArrowheads="1"/>
            </p:cNvSpPr>
            <p:nvPr/>
          </p:nvSpPr>
          <p:spPr bwMode="auto">
            <a:xfrm>
              <a:off x="2269" y="1199"/>
              <a:ext cx="2231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实验目的</a:t>
              </a:r>
              <a:r>
                <a:rPr lang="en-US" altLang="en-US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             </a:t>
              </a:r>
              <a:endParaRPr lang="en-US" altLang="en-US" sz="18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19" name="Rectangle 156"/>
            <p:cNvSpPr>
              <a:spLocks noChangeArrowheads="1"/>
            </p:cNvSpPr>
            <p:nvPr/>
          </p:nvSpPr>
          <p:spPr bwMode="auto">
            <a:xfrm>
              <a:off x="1370" y="1262"/>
              <a:ext cx="224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zh-CN" sz="2400">
                  <a:solidFill>
                    <a:srgbClr val="FFFFFF"/>
                  </a:solidFill>
                  <a:latin typeface="Arial" panose="020B0604020202020204" pitchFamily="34" charset="0"/>
                </a:rPr>
                <a:t>1</a:t>
              </a:r>
              <a:endParaRPr lang="en-US" altLang="en-US" sz="18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0484" name="Group -476"/>
          <p:cNvGrpSpPr/>
          <p:nvPr/>
        </p:nvGrpSpPr>
        <p:grpSpPr bwMode="auto">
          <a:xfrm>
            <a:off x="838200" y="1681167"/>
            <a:ext cx="5564188" cy="571501"/>
            <a:chOff x="1248" y="1769"/>
            <a:chExt cx="3505" cy="480"/>
          </a:xfrm>
        </p:grpSpPr>
        <p:grpSp>
          <p:nvGrpSpPr>
            <p:cNvPr id="20509" name="Group -474"/>
            <p:cNvGrpSpPr/>
            <p:nvPr/>
          </p:nvGrpSpPr>
          <p:grpSpPr bwMode="auto">
            <a:xfrm>
              <a:off x="1248" y="1834"/>
              <a:ext cx="480" cy="415"/>
              <a:chOff x="3174" y="2845"/>
              <a:chExt cx="1549" cy="1338"/>
            </a:xfrm>
          </p:grpSpPr>
          <p:sp>
            <p:nvSpPr>
              <p:cNvPr id="20513" name="AutoShape 158"/>
              <p:cNvSpPr>
                <a:spLocks noChangeArrowheads="1"/>
              </p:cNvSpPr>
              <p:nvPr/>
            </p:nvSpPr>
            <p:spPr bwMode="auto">
              <a:xfrm>
                <a:off x="3187" y="2845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514" name="AutoShape 160"/>
              <p:cNvSpPr/>
              <p:nvPr/>
            </p:nvSpPr>
            <p:spPr bwMode="auto">
              <a:xfrm>
                <a:off x="3174" y="2855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  <a:gs pos="100000">
                    <a:srgbClr val="E6E6E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515" name="AutoShape 162"/>
              <p:cNvSpPr/>
              <p:nvPr/>
            </p:nvSpPr>
            <p:spPr bwMode="auto">
              <a:xfrm>
                <a:off x="3264" y="2906"/>
                <a:ext cx="1349" cy="1167"/>
              </a:xfrm>
              <a:prstGeom prst="hexagon">
                <a:avLst>
                  <a:gd name="adj" fmla="val 28883"/>
                  <a:gd name="vf" fmla="val 115470"/>
                </a:avLst>
              </a:prstGeom>
              <a:gradFill rotWithShape="1">
                <a:gsLst>
                  <a:gs pos="0">
                    <a:srgbClr val="155650"/>
                  </a:gs>
                  <a:gs pos="100000">
                    <a:srgbClr val="2EBAAD"/>
                  </a:gs>
                  <a:gs pos="100000">
                    <a:srgbClr val="2EBAAD"/>
                  </a:gs>
                </a:gsLst>
                <a:lin ang="2700000" scaled="1"/>
              </a:gradFill>
              <a:ln w="9525">
                <a:solidFill>
                  <a:srgbClr val="FFFFFF"/>
                </a:solidFill>
                <a:miter lim="800000"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510" name="Line 164"/>
            <p:cNvSpPr>
              <a:spLocks noChangeShapeType="1"/>
            </p:cNvSpPr>
            <p:nvPr/>
          </p:nvSpPr>
          <p:spPr bwMode="auto">
            <a:xfrm>
              <a:off x="1632" y="2160"/>
              <a:ext cx="3024" cy="0"/>
            </a:xfrm>
            <a:prstGeom prst="line">
              <a:avLst/>
            </a:prstGeom>
            <a:noFill/>
            <a:ln w="25400">
              <a:solidFill>
                <a:srgbClr val="5AB7EA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1" name="Rectangle 166"/>
            <p:cNvSpPr>
              <a:spLocks noChangeArrowheads="1"/>
            </p:cNvSpPr>
            <p:nvPr/>
          </p:nvSpPr>
          <p:spPr bwMode="auto">
            <a:xfrm>
              <a:off x="2256" y="1769"/>
              <a:ext cx="2497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实验原理</a:t>
              </a:r>
              <a:r>
                <a:rPr lang="en-US" altLang="en-US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             </a:t>
              </a:r>
              <a:endParaRPr lang="en-US" altLang="en-US" sz="18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12" name="Rectangle 168"/>
            <p:cNvSpPr>
              <a:spLocks noChangeArrowheads="1"/>
            </p:cNvSpPr>
            <p:nvPr/>
          </p:nvSpPr>
          <p:spPr bwMode="auto">
            <a:xfrm>
              <a:off x="1370" y="1830"/>
              <a:ext cx="224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zh-CN" sz="2400">
                  <a:solidFill>
                    <a:srgbClr val="FFFFFF"/>
                  </a:solidFill>
                  <a:latin typeface="Arial" panose="020B0604020202020204" pitchFamily="34" charset="0"/>
                </a:rPr>
                <a:t>2</a:t>
              </a:r>
              <a:endParaRPr lang="en-US" altLang="en-US" sz="18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0485" name="Group -472"/>
          <p:cNvGrpSpPr/>
          <p:nvPr/>
        </p:nvGrpSpPr>
        <p:grpSpPr bwMode="auto">
          <a:xfrm>
            <a:off x="838202" y="2436813"/>
            <a:ext cx="5467351" cy="561976"/>
            <a:chOff x="1248" y="2892"/>
            <a:chExt cx="3444" cy="472"/>
          </a:xfrm>
        </p:grpSpPr>
        <p:grpSp>
          <p:nvGrpSpPr>
            <p:cNvPr id="20502" name="Group -470"/>
            <p:cNvGrpSpPr/>
            <p:nvPr/>
          </p:nvGrpSpPr>
          <p:grpSpPr bwMode="auto">
            <a:xfrm>
              <a:off x="1248" y="2914"/>
              <a:ext cx="480" cy="419"/>
              <a:chOff x="3174" y="2656"/>
              <a:chExt cx="1549" cy="1351"/>
            </a:xfrm>
          </p:grpSpPr>
          <p:sp>
            <p:nvSpPr>
              <p:cNvPr id="20506" name="AutoShape 170"/>
              <p:cNvSpPr>
                <a:spLocks noChangeArrowheads="1"/>
              </p:cNvSpPr>
              <p:nvPr/>
            </p:nvSpPr>
            <p:spPr bwMode="auto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507" name="AutoShape 172"/>
              <p:cNvSpPr/>
              <p:nvPr/>
            </p:nvSpPr>
            <p:spPr bwMode="auto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  <a:gs pos="100000">
                    <a:srgbClr val="E6E6E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508" name="AutoShape 174"/>
              <p:cNvSpPr/>
              <p:nvPr/>
            </p:nvSpPr>
            <p:spPr bwMode="auto">
              <a:xfrm>
                <a:off x="3264" y="2737"/>
                <a:ext cx="1349" cy="1167"/>
              </a:xfrm>
              <a:prstGeom prst="hexagon">
                <a:avLst>
                  <a:gd name="adj" fmla="val 28883"/>
                  <a:gd name="vf" fmla="val 115470"/>
                </a:avLst>
              </a:prstGeom>
              <a:gradFill rotWithShape="1">
                <a:gsLst>
                  <a:gs pos="0">
                    <a:srgbClr val="155650"/>
                  </a:gs>
                  <a:gs pos="100000">
                    <a:srgbClr val="2EBAAD"/>
                  </a:gs>
                  <a:gs pos="100000">
                    <a:srgbClr val="2EBAAD"/>
                  </a:gs>
                </a:gsLst>
                <a:lin ang="2700000" scaled="1"/>
              </a:gradFill>
              <a:ln w="9525">
                <a:solidFill>
                  <a:srgbClr val="FFFFFF"/>
                </a:solidFill>
                <a:miter lim="800000"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503" name="Line 176"/>
            <p:cNvSpPr>
              <a:spLocks noChangeShapeType="1"/>
            </p:cNvSpPr>
            <p:nvPr/>
          </p:nvSpPr>
          <p:spPr bwMode="auto">
            <a:xfrm>
              <a:off x="1632" y="3298"/>
              <a:ext cx="3024" cy="0"/>
            </a:xfrm>
            <a:prstGeom prst="line">
              <a:avLst/>
            </a:prstGeom>
            <a:noFill/>
            <a:ln w="25400">
              <a:solidFill>
                <a:srgbClr val="5AB7EA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Rectangle 178"/>
            <p:cNvSpPr>
              <a:spLocks noChangeArrowheads="1"/>
            </p:cNvSpPr>
            <p:nvPr/>
          </p:nvSpPr>
          <p:spPr bwMode="auto">
            <a:xfrm>
              <a:off x="2256" y="2892"/>
              <a:ext cx="2436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设计任务</a:t>
              </a:r>
              <a:r>
                <a:rPr lang="en-US" altLang="en-US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           </a:t>
              </a:r>
              <a:endParaRPr lang="en-US" altLang="en-US" sz="18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05" name="Rectangle 180"/>
            <p:cNvSpPr>
              <a:spLocks noChangeArrowheads="1"/>
            </p:cNvSpPr>
            <p:nvPr/>
          </p:nvSpPr>
          <p:spPr bwMode="auto">
            <a:xfrm>
              <a:off x="1370" y="2976"/>
              <a:ext cx="224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zh-CN" sz="2400">
                  <a:solidFill>
                    <a:srgbClr val="FFFFFF"/>
                  </a:solidFill>
                  <a:latin typeface="Arial" panose="020B0604020202020204" pitchFamily="34" charset="0"/>
                </a:rPr>
                <a:t>3</a:t>
              </a:r>
              <a:endParaRPr lang="en-US" altLang="en-US" sz="18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0486" name="Group -468"/>
          <p:cNvGrpSpPr/>
          <p:nvPr/>
        </p:nvGrpSpPr>
        <p:grpSpPr bwMode="auto">
          <a:xfrm>
            <a:off x="857251" y="3810012"/>
            <a:ext cx="5410200" cy="538165"/>
            <a:chOff x="1248" y="2336"/>
            <a:chExt cx="3408" cy="452"/>
          </a:xfrm>
        </p:grpSpPr>
        <p:grpSp>
          <p:nvGrpSpPr>
            <p:cNvPr id="20495" name="Group -466"/>
            <p:cNvGrpSpPr/>
            <p:nvPr/>
          </p:nvGrpSpPr>
          <p:grpSpPr bwMode="auto">
            <a:xfrm>
              <a:off x="1248" y="2338"/>
              <a:ext cx="480" cy="419"/>
              <a:chOff x="1110" y="2656"/>
              <a:chExt cx="1549" cy="1351"/>
            </a:xfrm>
          </p:grpSpPr>
          <p:sp>
            <p:nvSpPr>
              <p:cNvPr id="20499" name="AutoShape 182"/>
              <p:cNvSpPr>
                <a:spLocks noChangeArrowheads="1"/>
              </p:cNvSpPr>
              <p:nvPr/>
            </p:nvSpPr>
            <p:spPr bwMode="auto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500" name="AutoShape 184"/>
              <p:cNvSpPr/>
              <p:nvPr/>
            </p:nvSpPr>
            <p:spPr bwMode="auto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  <a:gs pos="100000">
                    <a:srgbClr val="E6E6E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501" name="AutoShape 186"/>
              <p:cNvSpPr/>
              <p:nvPr/>
            </p:nvSpPr>
            <p:spPr bwMode="auto">
              <a:xfrm>
                <a:off x="1200" y="2737"/>
                <a:ext cx="1349" cy="1167"/>
              </a:xfrm>
              <a:prstGeom prst="hexagon">
                <a:avLst>
                  <a:gd name="adj" fmla="val 28883"/>
                  <a:gd name="vf" fmla="val 115470"/>
                </a:avLst>
              </a:prstGeom>
              <a:gradFill rotWithShape="1">
                <a:gsLst>
                  <a:gs pos="0">
                    <a:srgbClr val="091C4B"/>
                  </a:gs>
                  <a:gs pos="100000">
                    <a:srgbClr val="143DA2"/>
                  </a:gs>
                  <a:gs pos="100000">
                    <a:srgbClr val="143DA2"/>
                  </a:gs>
                </a:gsLst>
                <a:lin ang="2700000" scaled="1"/>
              </a:gradFill>
              <a:ln w="9525">
                <a:solidFill>
                  <a:srgbClr val="FFFFFF"/>
                </a:solidFill>
                <a:miter lim="800000"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496" name="Line 188"/>
            <p:cNvSpPr>
              <a:spLocks noChangeShapeType="1"/>
            </p:cNvSpPr>
            <p:nvPr/>
          </p:nvSpPr>
          <p:spPr bwMode="auto">
            <a:xfrm>
              <a:off x="1632" y="2722"/>
              <a:ext cx="3024" cy="0"/>
            </a:xfrm>
            <a:prstGeom prst="line">
              <a:avLst/>
            </a:prstGeom>
            <a:noFill/>
            <a:ln w="25400">
              <a:solidFill>
                <a:srgbClr val="5AB7EA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7" name="Rectangle 190"/>
            <p:cNvSpPr>
              <a:spLocks noChangeArrowheads="1"/>
            </p:cNvSpPr>
            <p:nvPr/>
          </p:nvSpPr>
          <p:spPr bwMode="auto">
            <a:xfrm>
              <a:off x="2242" y="2336"/>
              <a:ext cx="1025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注意事项</a:t>
              </a:r>
              <a:endParaRPr lang="en-US" altLang="en-US" sz="18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498" name="Rectangle 192"/>
            <p:cNvSpPr>
              <a:spLocks noChangeArrowheads="1"/>
            </p:cNvSpPr>
            <p:nvPr/>
          </p:nvSpPr>
          <p:spPr bwMode="auto">
            <a:xfrm>
              <a:off x="1370" y="2400"/>
              <a:ext cx="224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Arial" panose="020B0604020202020204" pitchFamily="34" charset="0"/>
                </a:rPr>
                <a:t>5</a:t>
              </a:r>
              <a:endParaRPr lang="en-US" altLang="en-US" sz="18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0487" name="Group -472"/>
          <p:cNvGrpSpPr/>
          <p:nvPr/>
        </p:nvGrpSpPr>
        <p:grpSpPr bwMode="auto">
          <a:xfrm>
            <a:off x="836613" y="3089275"/>
            <a:ext cx="5410200" cy="561976"/>
            <a:chOff x="1248" y="2892"/>
            <a:chExt cx="3408" cy="472"/>
          </a:xfrm>
        </p:grpSpPr>
        <p:grpSp>
          <p:nvGrpSpPr>
            <p:cNvPr id="20488" name="Group -470"/>
            <p:cNvGrpSpPr/>
            <p:nvPr/>
          </p:nvGrpSpPr>
          <p:grpSpPr bwMode="auto">
            <a:xfrm>
              <a:off x="1248" y="2914"/>
              <a:ext cx="480" cy="419"/>
              <a:chOff x="3174" y="2656"/>
              <a:chExt cx="1549" cy="1351"/>
            </a:xfrm>
          </p:grpSpPr>
          <p:sp>
            <p:nvSpPr>
              <p:cNvPr id="20492" name="AutoShape 170"/>
              <p:cNvSpPr>
                <a:spLocks noChangeArrowheads="1"/>
              </p:cNvSpPr>
              <p:nvPr/>
            </p:nvSpPr>
            <p:spPr bwMode="auto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493" name="AutoShape 172"/>
              <p:cNvSpPr/>
              <p:nvPr/>
            </p:nvSpPr>
            <p:spPr bwMode="auto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  <a:gs pos="100000">
                    <a:srgbClr val="E6E6E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494" name="AutoShape 174"/>
              <p:cNvSpPr/>
              <p:nvPr/>
            </p:nvSpPr>
            <p:spPr bwMode="auto">
              <a:xfrm>
                <a:off x="3264" y="2737"/>
                <a:ext cx="1349" cy="1167"/>
              </a:xfrm>
              <a:prstGeom prst="hexagon">
                <a:avLst>
                  <a:gd name="adj" fmla="val 28883"/>
                  <a:gd name="vf" fmla="val 115470"/>
                </a:avLst>
              </a:prstGeom>
              <a:gradFill rotWithShape="1">
                <a:gsLst>
                  <a:gs pos="0">
                    <a:srgbClr val="155650"/>
                  </a:gs>
                  <a:gs pos="100000">
                    <a:srgbClr val="2EBAAD"/>
                  </a:gs>
                  <a:gs pos="100000">
                    <a:srgbClr val="2EBAAD"/>
                  </a:gs>
                </a:gsLst>
                <a:lin ang="2700000" scaled="1"/>
              </a:gradFill>
              <a:ln w="9525">
                <a:solidFill>
                  <a:srgbClr val="FFFFFF"/>
                </a:solidFill>
                <a:miter lim="800000"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489" name="Line 176"/>
            <p:cNvSpPr>
              <a:spLocks noChangeShapeType="1"/>
            </p:cNvSpPr>
            <p:nvPr/>
          </p:nvSpPr>
          <p:spPr bwMode="auto">
            <a:xfrm>
              <a:off x="1632" y="3298"/>
              <a:ext cx="3024" cy="0"/>
            </a:xfrm>
            <a:prstGeom prst="line">
              <a:avLst/>
            </a:prstGeom>
            <a:noFill/>
            <a:ln w="25400">
              <a:solidFill>
                <a:srgbClr val="5AB7EA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0" name="Rectangle 178"/>
            <p:cNvSpPr>
              <a:spLocks noChangeArrowheads="1"/>
            </p:cNvSpPr>
            <p:nvPr/>
          </p:nvSpPr>
          <p:spPr bwMode="auto">
            <a:xfrm>
              <a:off x="2256" y="2892"/>
              <a:ext cx="1025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实验内容</a:t>
              </a:r>
              <a:endParaRPr lang="en-US" altLang="en-US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491" name="Rectangle 180"/>
            <p:cNvSpPr>
              <a:spLocks noChangeArrowheads="1"/>
            </p:cNvSpPr>
            <p:nvPr/>
          </p:nvSpPr>
          <p:spPr bwMode="auto">
            <a:xfrm>
              <a:off x="1370" y="2976"/>
              <a:ext cx="224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Arial" panose="020B0604020202020204" pitchFamily="34" charset="0"/>
                </a:rPr>
                <a:t>4</a:t>
              </a:r>
              <a:endParaRPr lang="en-US" altLang="en-US" sz="18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9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latinLnBrk="0" hangingPunct="1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实验目的</a:t>
            </a:r>
            <a:endParaRPr lang="zh-CN" altLang="zh-CN"/>
          </a:p>
        </p:txBody>
      </p:sp>
      <p:sp>
        <p:nvSpPr>
          <p:cNvPr id="21507" name="Rectangle 196"/>
          <p:cNvSpPr>
            <a:spLocks noGrp="1" noChangeArrowheads="1"/>
          </p:cNvSpPr>
          <p:nvPr>
            <p:ph idx="4294967295"/>
          </p:nvPr>
        </p:nvSpPr>
        <p:spPr>
          <a:xfrm>
            <a:off x="260648" y="771526"/>
            <a:ext cx="6336704" cy="3714751"/>
          </a:xfrm>
        </p:spPr>
        <p:txBody>
          <a:bodyPr/>
          <a:lstStyle/>
          <a:p>
            <a:pPr eaLnBrk="1" latinLnBrk="0" hangingPunct="1">
              <a:lnSpc>
                <a:spcPct val="130000"/>
              </a:lnSpc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1.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 了解集成运算放大器的非线性应用；</a:t>
            </a:r>
            <a:endParaRPr lang="zh-CN" altLang="zh-CN" sz="2400" dirty="0"/>
          </a:p>
          <a:p>
            <a:pPr eaLnBrk="1" latinLnBrk="0" hangingPunct="1">
              <a:lnSpc>
                <a:spcPct val="130000"/>
              </a:lnSpc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2. 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理解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RC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桥式振荡器的工作原理；</a:t>
            </a:r>
            <a:endParaRPr lang="zh-CN" altLang="zh-CN" sz="2400" dirty="0"/>
          </a:p>
          <a:p>
            <a:pPr eaLnBrk="1" latinLnBrk="0" hangingPunct="1">
              <a:lnSpc>
                <a:spcPct val="130000"/>
              </a:lnSpc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3. 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掌握文氏桥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RC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正弦波产生器的设计与测试方法；</a:t>
            </a:r>
            <a:endParaRPr lang="zh-CN" altLang="zh-CN" sz="2400" dirty="0"/>
          </a:p>
          <a:p>
            <a:pPr eaLnBrk="1" hangingPunct="1">
              <a:lnSpc>
                <a:spcPct val="130000"/>
              </a:lnSpc>
            </a:pP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00"/>
          <p:cNvSpPr>
            <a:spLocks noChangeArrowheads="1"/>
          </p:cNvSpPr>
          <p:nvPr/>
        </p:nvSpPr>
        <p:spPr bwMode="auto">
          <a:xfrm>
            <a:off x="-304800" y="50802"/>
            <a:ext cx="7162800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实验原理</a:t>
            </a:r>
            <a:endParaRPr lang="en-US" altLang="en-US" sz="1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2531" name="图片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6" y="627064"/>
            <a:ext cx="280828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 Box 2"/>
          <p:cNvSpPr txBox="1">
            <a:spLocks noChangeArrowheads="1"/>
          </p:cNvSpPr>
          <p:nvPr/>
        </p:nvSpPr>
        <p:spPr bwMode="auto">
          <a:xfrm>
            <a:off x="93064" y="3111807"/>
            <a:ext cx="289952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放大电路自激振荡的平衡条件是：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93439" y="950913"/>
            <a:ext cx="215900" cy="1152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701" y="575297"/>
            <a:ext cx="451791" cy="377989"/>
          </a:xfrm>
          <a:prstGeom prst="rect">
            <a:avLst/>
          </a:prstGeom>
          <a:blipFill rotWithShape="1">
            <a:blip r:embed="rId4"/>
            <a:stretch>
              <a:fillRect b="-322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 </a:t>
            </a:r>
          </a:p>
        </p:txBody>
      </p:sp>
      <p:cxnSp>
        <p:nvCxnSpPr>
          <p:cNvPr id="33" name="直接连接符 21519"/>
          <p:cNvCxnSpPr/>
          <p:nvPr/>
        </p:nvCxnSpPr>
        <p:spPr bwMode="auto">
          <a:xfrm flipH="1">
            <a:off x="2992983" y="798580"/>
            <a:ext cx="6351" cy="3995739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53307" y="2389764"/>
                <a:ext cx="2304926" cy="3798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mtClean="0">
                          <a:latin typeface="Cambria Math" panose="02040503050406030204" pitchFamily="18" charset="0"/>
                        </a:rPr>
                        <m:t>放大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电路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：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07" y="2389764"/>
                <a:ext cx="2304926" cy="379848"/>
              </a:xfrm>
              <a:prstGeom prst="rect">
                <a:avLst/>
              </a:prstGeom>
              <a:blipFill rotWithShape="1">
                <a:blip r:embed="rId5"/>
                <a:stretch>
                  <a:fillRect l="-11" t="-68" r="5" b="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345768" y="2749806"/>
                <a:ext cx="2311723" cy="3779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反馈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网络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：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68" y="2749806"/>
                <a:ext cx="2311723" cy="377989"/>
              </a:xfrm>
              <a:prstGeom prst="rect">
                <a:avLst/>
              </a:prstGeom>
              <a:blipFill rotWithShape="1">
                <a:blip r:embed="rId6"/>
                <a:stretch>
                  <a:fillRect l="-14" t="-68" r="1" b="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53307" y="3744070"/>
                <a:ext cx="2004651" cy="3798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07" y="3744070"/>
                <a:ext cx="2004651" cy="379848"/>
              </a:xfrm>
              <a:prstGeom prst="rect">
                <a:avLst/>
              </a:prstGeom>
              <a:blipFill rotWithShape="1">
                <a:blip r:embed="rId7"/>
                <a:stretch>
                  <a:fillRect l="-12" t="-29" r="10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721233" y="699545"/>
                <a:ext cx="2376228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mtClean="0">
                          <a:latin typeface="Cambria Math" panose="02040503050406030204" pitchFamily="18" charset="0"/>
                        </a:rPr>
                        <m:t>起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振条件为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233" y="699545"/>
                <a:ext cx="2376228" cy="404983"/>
              </a:xfrm>
              <a:prstGeom prst="rect">
                <a:avLst/>
              </a:prstGeom>
              <a:blipFill rotWithShape="1">
                <a:blip r:embed="rId8"/>
                <a:stretch>
                  <a:fillRect l="-6" t="-101" r="8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3105374" y="1113502"/>
            <a:ext cx="365597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dirty="0">
                <a:latin typeface="Times New Roman" panose="02020603050405020304" pitchFamily="18" charset="0"/>
              </a:rPr>
              <a:t>   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要产生正弦波振荡，必须有满足相位条件的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f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，且在合闸通电时对于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f</a:t>
            </a:r>
            <a:r>
              <a:rPr kumimoji="1" lang="en-US" altLang="zh-CN" b="1" dirty="0">
                <a:latin typeface="Times New Roman" panose="02020603050405020304" pitchFamily="18" charset="0"/>
              </a:rPr>
              <a:t>=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f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kumimoji="1" lang="zh-CN" altLang="en-US" b="1" dirty="0">
                <a:latin typeface="Times New Roman" panose="02020603050405020304" pitchFamily="18" charset="0"/>
              </a:rPr>
              <a:t>信号有从小到大直至稳幅的过程，即满足起振条件。</a:t>
            </a: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3155315" y="2420620"/>
            <a:ext cx="364934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在电扰动下，对于某一特定频率</a:t>
            </a:r>
            <a:r>
              <a:rPr kumimoji="1"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的信号形成正反馈：</a:t>
            </a:r>
            <a:endParaRPr kumimoji="1" lang="zh-CN" altLang="en-US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5"/>
              <p:cNvSpPr txBox="1"/>
              <p:nvPr/>
            </p:nvSpPr>
            <p:spPr bwMode="auto">
              <a:xfrm>
                <a:off x="3633661" y="3317546"/>
                <a:ext cx="2463800" cy="450851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↑→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↑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↑↑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3661" y="3317546"/>
                <a:ext cx="2463800" cy="450851"/>
              </a:xfrm>
              <a:prstGeom prst="rect">
                <a:avLst/>
              </a:prstGeom>
              <a:blipFill rotWithShape="1">
                <a:blip r:embed="rId9"/>
                <a:stretch>
                  <a:fillRect l="-8" t="-68" r="8" b="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2999333" y="3819693"/>
            <a:ext cx="376201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由于半导体器件的非线性特性及供电电源的限制，最终达到动态平衡，稳定在一定的幅值。</a:t>
            </a:r>
            <a:r>
              <a:rPr kumimoji="1"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7" name="Object 3"/>
          <p:cNvGraphicFramePr>
            <a:graphicFrameLocks noChangeAspect="1"/>
          </p:cNvGraphicFramePr>
          <p:nvPr/>
        </p:nvGraphicFramePr>
        <p:xfrm>
          <a:off x="338138" y="4156075"/>
          <a:ext cx="2498725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00200" imgH="533400" progId="Equation.3">
                  <p:embed/>
                </p:oleObj>
              </mc:Choice>
              <mc:Fallback>
                <p:oleObj name="Equation" r:id="rId10" imgW="1600200" imgH="533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8" y="4156075"/>
                        <a:ext cx="2498725" cy="830263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5" grpId="0" bldLvl="0" animBg="1"/>
      <p:bldP spid="2" grpId="0"/>
      <p:bldP spid="8" grpId="0"/>
      <p:bldP spid="19" grpId="0" build="p" autoUpdateAnimBg="0"/>
      <p:bldP spid="20" grpId="0" build="p" autoUpdateAnimBg="0"/>
      <p:bldP spid="22" grpId="0" animBg="1"/>
      <p:bldP spid="2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04814" y="681041"/>
            <a:ext cx="6156723" cy="47863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/>
          <a:lstStyle/>
          <a:p>
            <a:pPr algn="l"/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</a:rPr>
              <a:t>仅有一种频率且幅值由小逐渐增大直至稳幅。</a:t>
            </a:r>
            <a:endParaRPr lang="zh-CN" altLang="en-US" sz="2100" dirty="0">
              <a:solidFill>
                <a:schemeClr val="tx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82947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05" t="24730" r="41411" b="27597"/>
          <a:stretch>
            <a:fillRect/>
          </a:stretch>
        </p:blipFill>
        <p:spPr>
          <a:xfrm>
            <a:off x="1107283" y="1329931"/>
            <a:ext cx="4752975" cy="3564731"/>
          </a:xfrm>
          <a:noFill/>
        </p:spPr>
      </p:pic>
      <p:sp>
        <p:nvSpPr>
          <p:cNvPr id="82954" name="AutoShape 10"/>
          <p:cNvSpPr/>
          <p:nvPr/>
        </p:nvSpPr>
        <p:spPr bwMode="auto">
          <a:xfrm>
            <a:off x="1593057" y="1783559"/>
            <a:ext cx="1238251" cy="355997"/>
          </a:xfrm>
          <a:prstGeom prst="borderCallout1">
            <a:avLst>
              <a:gd name="adj1" fmla="val 24079"/>
              <a:gd name="adj2" fmla="val 104616"/>
              <a:gd name="adj3" fmla="val 145486"/>
              <a:gd name="adj4" fmla="val 143944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1500" b="1"/>
              <a:t>很多种频率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6" t="24771" r="41411" b="27928"/>
          <a:stretch>
            <a:fillRect/>
          </a:stretch>
        </p:blipFill>
        <p:spPr>
          <a:xfrm>
            <a:off x="1107283" y="1113235"/>
            <a:ext cx="4525567" cy="3394472"/>
          </a:xfrm>
          <a:noFill/>
        </p:spPr>
      </p:pic>
      <p:sp>
        <p:nvSpPr>
          <p:cNvPr id="119815" name="AutoShape 7"/>
          <p:cNvSpPr/>
          <p:nvPr/>
        </p:nvSpPr>
        <p:spPr bwMode="auto">
          <a:xfrm>
            <a:off x="1593057" y="1491854"/>
            <a:ext cx="1184672" cy="517923"/>
          </a:xfrm>
          <a:prstGeom prst="borderCallout1">
            <a:avLst>
              <a:gd name="adj1" fmla="val 16551"/>
              <a:gd name="adj2" fmla="val 104824"/>
              <a:gd name="adj3" fmla="val 107815"/>
              <a:gd name="adj4" fmla="val 153870"/>
            </a:avLst>
          </a:prstGeom>
          <a:solidFill>
            <a:srgbClr val="66FFFF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1500" b="1"/>
              <a:t>频率逐渐变为单一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1" t="24820" r="41411" b="27567"/>
          <a:stretch>
            <a:fillRect/>
          </a:stretch>
        </p:blipFill>
        <p:spPr>
          <a:xfrm>
            <a:off x="1160861" y="1006078"/>
            <a:ext cx="4525565" cy="3394472"/>
          </a:xfrm>
          <a:noFill/>
        </p:spPr>
      </p:pic>
      <p:sp>
        <p:nvSpPr>
          <p:cNvPr id="120840" name="AutoShape 8"/>
          <p:cNvSpPr/>
          <p:nvPr/>
        </p:nvSpPr>
        <p:spPr bwMode="auto">
          <a:xfrm>
            <a:off x="1538288" y="1406130"/>
            <a:ext cx="1454944" cy="355997"/>
          </a:xfrm>
          <a:prstGeom prst="borderCallout1">
            <a:avLst>
              <a:gd name="adj1" fmla="val 24079"/>
              <a:gd name="adj2" fmla="val 103926"/>
              <a:gd name="adj3" fmla="val 130102"/>
              <a:gd name="adj4" fmla="val 126269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1500" b="1"/>
              <a:t>振幅越来越大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6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55" t="34172" r="24051" b="17522"/>
          <a:stretch>
            <a:fillRect/>
          </a:stretch>
        </p:blipFill>
        <p:spPr>
          <a:xfrm>
            <a:off x="1160861" y="1006078"/>
            <a:ext cx="4525565" cy="3394472"/>
          </a:xfrm>
          <a:noFill/>
        </p:spPr>
      </p:pic>
      <p:sp>
        <p:nvSpPr>
          <p:cNvPr id="121863" name="AutoShape 7"/>
          <p:cNvSpPr/>
          <p:nvPr/>
        </p:nvSpPr>
        <p:spPr bwMode="auto">
          <a:xfrm>
            <a:off x="4674395" y="573883"/>
            <a:ext cx="1562919" cy="341684"/>
          </a:xfrm>
          <a:prstGeom prst="borderCallout1">
            <a:avLst>
              <a:gd name="adj1" fmla="val 27069"/>
              <a:gd name="adj2" fmla="val -5310"/>
              <a:gd name="adj3" fmla="val 221431"/>
              <a:gd name="adj4" fmla="val -60509"/>
            </a:avLst>
          </a:prstGeom>
          <a:solidFill>
            <a:srgbClr val="66FFFF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 dirty="0"/>
              <a:t>趋于稳幅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994" name="Object 2"/>
          <p:cNvGraphicFramePr>
            <a:graphicFrameLocks noChangeAspect="1"/>
          </p:cNvGraphicFramePr>
          <p:nvPr/>
        </p:nvGraphicFramePr>
        <p:xfrm>
          <a:off x="3482579" y="897733"/>
          <a:ext cx="1943100" cy="1337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8201025" imgH="5648325" progId="MSPhotoEd.3">
                  <p:embed/>
                </p:oleObj>
              </mc:Choice>
              <mc:Fallback>
                <p:oleObj name="Photo Editor 照片" r:id="rId3" imgW="8201025" imgH="5648325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579" y="897733"/>
                        <a:ext cx="1943100" cy="13370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5" name="Rectangle 3"/>
          <p:cNvSpPr>
            <a:spLocks noGrp="1" noChangeArrowheads="1"/>
          </p:cNvSpPr>
          <p:nvPr>
            <p:ph type="title"/>
          </p:nvPr>
        </p:nvSpPr>
        <p:spPr>
          <a:xfrm>
            <a:off x="296470" y="627461"/>
            <a:ext cx="2563415" cy="5143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/>
          <a:lstStyle/>
          <a:p>
            <a:pPr algn="l"/>
            <a:r>
              <a:rPr lang="en-US" altLang="zh-CN" sz="2100">
                <a:latin typeface="华文行楷" panose="02010800040101010101" pitchFamily="2" charset="-122"/>
                <a:ea typeface="华文行楷" panose="02010800040101010101" pitchFamily="2" charset="-122"/>
              </a:rPr>
              <a:t>2. </a:t>
            </a:r>
            <a:r>
              <a:rPr lang="zh-CN" altLang="en-US" sz="2100">
                <a:latin typeface="华文行楷" panose="02010800040101010101" pitchFamily="2" charset="-122"/>
                <a:ea typeface="华文行楷" panose="02010800040101010101" pitchFamily="2" charset="-122"/>
              </a:rPr>
              <a:t>起振与稳幅</a:t>
            </a:r>
          </a:p>
        </p:txBody>
      </p:sp>
      <p:graphicFrame>
        <p:nvGraphicFramePr>
          <p:cNvPr id="84996" name="Object 4"/>
          <p:cNvGraphicFramePr>
            <a:graphicFrameLocks noChangeAspect="1"/>
          </p:cNvGraphicFramePr>
          <p:nvPr/>
        </p:nvGraphicFramePr>
        <p:xfrm>
          <a:off x="5211368" y="1438277"/>
          <a:ext cx="703659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508000" imgH="279400" progId="Equation.3">
                  <p:embed/>
                </p:oleObj>
              </mc:Choice>
              <mc:Fallback>
                <p:oleObj name="公式" r:id="rId5" imgW="508000" imgH="279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1368" y="1438277"/>
                        <a:ext cx="703659" cy="33337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500374" y="989578"/>
            <a:ext cx="3257551" cy="372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电路如何从起振到稳幅？</a:t>
            </a:r>
            <a:endParaRPr kumimoji="1"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4998" name="Group 6"/>
          <p:cNvGrpSpPr/>
          <p:nvPr/>
        </p:nvGrpSpPr>
        <p:grpSpPr bwMode="auto">
          <a:xfrm>
            <a:off x="1418906" y="4203855"/>
            <a:ext cx="3429000" cy="290513"/>
            <a:chOff x="1392" y="3408"/>
            <a:chExt cx="2880" cy="244"/>
          </a:xfrm>
        </p:grpSpPr>
        <p:sp>
          <p:nvSpPr>
            <p:cNvPr id="84999" name="Line 7"/>
            <p:cNvSpPr>
              <a:spLocks noChangeShapeType="1"/>
            </p:cNvSpPr>
            <p:nvPr/>
          </p:nvSpPr>
          <p:spPr bwMode="auto">
            <a:xfrm>
              <a:off x="1392" y="3600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5000" name="Object 8"/>
            <p:cNvGraphicFramePr>
              <a:graphicFrameLocks noChangeAspect="1"/>
            </p:cNvGraphicFramePr>
            <p:nvPr/>
          </p:nvGraphicFramePr>
          <p:xfrm>
            <a:off x="3696" y="3408"/>
            <a:ext cx="576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08000" imgH="215900" progId="Equation.3">
                    <p:embed/>
                  </p:oleObj>
                </mc:Choice>
                <mc:Fallback>
                  <p:oleObj name="Equation" r:id="rId7" imgW="508000" imgH="2159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408"/>
                          <a:ext cx="576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5001" name="Line 9"/>
          <p:cNvSpPr>
            <a:spLocks noChangeShapeType="1"/>
          </p:cNvSpPr>
          <p:nvPr/>
        </p:nvSpPr>
        <p:spPr bwMode="auto">
          <a:xfrm flipV="1">
            <a:off x="1418906" y="2603652"/>
            <a:ext cx="21717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2" name="Freeform 10"/>
          <p:cNvSpPr/>
          <p:nvPr/>
        </p:nvSpPr>
        <p:spPr bwMode="auto">
          <a:xfrm>
            <a:off x="1418906" y="2717952"/>
            <a:ext cx="2343151" cy="1714500"/>
          </a:xfrm>
          <a:custGeom>
            <a:avLst/>
            <a:gdLst>
              <a:gd name="T0" fmla="*/ 0 w 1968"/>
              <a:gd name="T1" fmla="*/ 1440 h 1440"/>
              <a:gd name="T2" fmla="*/ 816 w 1968"/>
              <a:gd name="T3" fmla="*/ 288 h 1440"/>
              <a:gd name="T4" fmla="*/ 1968 w 1968"/>
              <a:gd name="T5" fmla="*/ 0 h 1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68" h="1440">
                <a:moveTo>
                  <a:pt x="0" y="1440"/>
                </a:moveTo>
                <a:cubicBezTo>
                  <a:pt x="244" y="984"/>
                  <a:pt x="488" y="528"/>
                  <a:pt x="816" y="288"/>
                </a:cubicBezTo>
                <a:cubicBezTo>
                  <a:pt x="1144" y="48"/>
                  <a:pt x="1776" y="48"/>
                  <a:pt x="1968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3" name="Line 11"/>
          <p:cNvSpPr>
            <a:spLocks noChangeShapeType="1"/>
          </p:cNvSpPr>
          <p:nvPr/>
        </p:nvSpPr>
        <p:spPr bwMode="auto">
          <a:xfrm>
            <a:off x="1418905" y="4089552"/>
            <a:ext cx="400051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4" name="Line 12"/>
          <p:cNvSpPr>
            <a:spLocks noChangeShapeType="1"/>
          </p:cNvSpPr>
          <p:nvPr/>
        </p:nvSpPr>
        <p:spPr bwMode="auto">
          <a:xfrm>
            <a:off x="1818955" y="4089552"/>
            <a:ext cx="0" cy="3429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5" name="Line 13"/>
          <p:cNvSpPr>
            <a:spLocks noChangeShapeType="1"/>
          </p:cNvSpPr>
          <p:nvPr/>
        </p:nvSpPr>
        <p:spPr bwMode="auto">
          <a:xfrm flipV="1">
            <a:off x="1818955" y="3746652"/>
            <a:ext cx="0" cy="6858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6" name="Line 14"/>
          <p:cNvSpPr>
            <a:spLocks noChangeShapeType="1"/>
          </p:cNvSpPr>
          <p:nvPr/>
        </p:nvSpPr>
        <p:spPr bwMode="auto">
          <a:xfrm flipH="1">
            <a:off x="1418905" y="3746652"/>
            <a:ext cx="400051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7" name="Line 15"/>
          <p:cNvSpPr>
            <a:spLocks noChangeShapeType="1"/>
          </p:cNvSpPr>
          <p:nvPr/>
        </p:nvSpPr>
        <p:spPr bwMode="auto">
          <a:xfrm>
            <a:off x="1418906" y="3746652"/>
            <a:ext cx="8001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8" name="Line 16"/>
          <p:cNvSpPr>
            <a:spLocks noChangeShapeType="1"/>
          </p:cNvSpPr>
          <p:nvPr/>
        </p:nvSpPr>
        <p:spPr bwMode="auto">
          <a:xfrm>
            <a:off x="2221386" y="3746652"/>
            <a:ext cx="0" cy="6858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9" name="Line 17"/>
          <p:cNvSpPr>
            <a:spLocks noChangeShapeType="1"/>
          </p:cNvSpPr>
          <p:nvPr/>
        </p:nvSpPr>
        <p:spPr bwMode="auto">
          <a:xfrm flipV="1">
            <a:off x="2219006" y="3232304"/>
            <a:ext cx="0" cy="51435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10" name="Line 18"/>
          <p:cNvSpPr>
            <a:spLocks noChangeShapeType="1"/>
          </p:cNvSpPr>
          <p:nvPr/>
        </p:nvSpPr>
        <p:spPr bwMode="auto">
          <a:xfrm>
            <a:off x="2219005" y="3232302"/>
            <a:ext cx="62865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11" name="Line 19"/>
          <p:cNvSpPr>
            <a:spLocks noChangeShapeType="1"/>
          </p:cNvSpPr>
          <p:nvPr/>
        </p:nvSpPr>
        <p:spPr bwMode="auto">
          <a:xfrm flipV="1">
            <a:off x="2847655" y="2862020"/>
            <a:ext cx="0" cy="37028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12" name="Line 20"/>
          <p:cNvSpPr>
            <a:spLocks noChangeShapeType="1"/>
          </p:cNvSpPr>
          <p:nvPr/>
        </p:nvSpPr>
        <p:spPr bwMode="auto">
          <a:xfrm>
            <a:off x="2847655" y="2870352"/>
            <a:ext cx="457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13" name="Line 21"/>
          <p:cNvSpPr>
            <a:spLocks noChangeShapeType="1"/>
          </p:cNvSpPr>
          <p:nvPr/>
        </p:nvSpPr>
        <p:spPr bwMode="auto">
          <a:xfrm flipV="1">
            <a:off x="3277471" y="2775104"/>
            <a:ext cx="0" cy="1000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5014" name="Group 22"/>
          <p:cNvGrpSpPr/>
          <p:nvPr/>
        </p:nvGrpSpPr>
        <p:grpSpPr bwMode="auto">
          <a:xfrm>
            <a:off x="1076006" y="2260753"/>
            <a:ext cx="342900" cy="2228851"/>
            <a:chOff x="1104" y="1776"/>
            <a:chExt cx="288" cy="1872"/>
          </a:xfrm>
        </p:grpSpPr>
        <p:sp>
          <p:nvSpPr>
            <p:cNvPr id="85015" name="Line 23"/>
            <p:cNvSpPr>
              <a:spLocks noChangeShapeType="1"/>
            </p:cNvSpPr>
            <p:nvPr/>
          </p:nvSpPr>
          <p:spPr bwMode="auto">
            <a:xfrm flipV="1">
              <a:off x="1392" y="1920"/>
              <a:ext cx="0" cy="16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5016" name="Object 24"/>
            <p:cNvGraphicFramePr>
              <a:graphicFrameLocks noChangeAspect="1"/>
            </p:cNvGraphicFramePr>
            <p:nvPr/>
          </p:nvGraphicFramePr>
          <p:xfrm>
            <a:off x="1104" y="1776"/>
            <a:ext cx="22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15900" imgH="228600" progId="Equation.3">
                    <p:embed/>
                  </p:oleObj>
                </mc:Choice>
                <mc:Fallback>
                  <p:oleObj name="公式" r:id="rId9" imgW="215900" imgH="2286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776"/>
                          <a:ext cx="225" cy="24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17" name="Object 25"/>
            <p:cNvGraphicFramePr>
              <a:graphicFrameLocks noChangeAspect="1"/>
            </p:cNvGraphicFramePr>
            <p:nvPr/>
          </p:nvGraphicFramePr>
          <p:xfrm>
            <a:off x="1152" y="3456"/>
            <a:ext cx="17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27000" imgH="139700" progId="Equation.3">
                    <p:embed/>
                  </p:oleObj>
                </mc:Choice>
                <mc:Fallback>
                  <p:oleObj name="公式" r:id="rId11" imgW="127000" imgH="1397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3456"/>
                          <a:ext cx="172" cy="19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5018" name="Group 26"/>
          <p:cNvGrpSpPr/>
          <p:nvPr/>
        </p:nvGrpSpPr>
        <p:grpSpPr bwMode="auto">
          <a:xfrm>
            <a:off x="1406999" y="2447681"/>
            <a:ext cx="2022872" cy="338139"/>
            <a:chOff x="1382" y="1933"/>
            <a:chExt cx="1699" cy="284"/>
          </a:xfrm>
        </p:grpSpPr>
        <p:sp>
          <p:nvSpPr>
            <p:cNvPr id="85019" name="Oval 27"/>
            <p:cNvSpPr>
              <a:spLocks noChangeArrowheads="1"/>
            </p:cNvSpPr>
            <p:nvPr/>
          </p:nvSpPr>
          <p:spPr bwMode="auto">
            <a:xfrm flipV="1">
              <a:off x="3024" y="2160"/>
              <a:ext cx="57" cy="5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0" name="Line 28"/>
            <p:cNvSpPr>
              <a:spLocks noChangeShapeType="1"/>
            </p:cNvSpPr>
            <p:nvPr/>
          </p:nvSpPr>
          <p:spPr bwMode="auto">
            <a:xfrm flipH="1">
              <a:off x="1382" y="2197"/>
              <a:ext cx="168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5021" name="Object 29"/>
            <p:cNvGraphicFramePr>
              <a:graphicFrameLocks noChangeAspect="1"/>
            </p:cNvGraphicFramePr>
            <p:nvPr/>
          </p:nvGraphicFramePr>
          <p:xfrm>
            <a:off x="1429" y="1933"/>
            <a:ext cx="22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15900" imgH="228600" progId="Equation.3">
                    <p:embed/>
                  </p:oleObj>
                </mc:Choice>
                <mc:Fallback>
                  <p:oleObj name="公式" r:id="rId13" imgW="215900" imgH="2286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1933"/>
                          <a:ext cx="225" cy="240"/>
                        </a:xfrm>
                        <a:prstGeom prst="rect">
                          <a:avLst/>
                        </a:prstGeom>
                        <a:solidFill>
                          <a:srgbClr val="66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5022" name="Object 30"/>
          <p:cNvGraphicFramePr>
            <a:graphicFrameLocks noChangeAspect="1"/>
          </p:cNvGraphicFramePr>
          <p:nvPr/>
        </p:nvGraphicFramePr>
        <p:xfrm>
          <a:off x="3419157" y="2375054"/>
          <a:ext cx="233363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5100" imgH="165100" progId="Equation.3">
                  <p:embed/>
                </p:oleObj>
              </mc:Choice>
              <mc:Fallback>
                <p:oleObj name="公式" r:id="rId14" imgW="165100" imgH="1651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157" y="2375054"/>
                        <a:ext cx="233363" cy="233363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23" name="Object 31"/>
          <p:cNvGraphicFramePr>
            <a:graphicFrameLocks noChangeAspect="1"/>
          </p:cNvGraphicFramePr>
          <p:nvPr/>
        </p:nvGraphicFramePr>
        <p:xfrm>
          <a:off x="3762055" y="2489354"/>
          <a:ext cx="215504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52400" imgH="165100" progId="Equation.3">
                  <p:embed/>
                </p:oleObj>
              </mc:Choice>
              <mc:Fallback>
                <p:oleObj name="公式" r:id="rId16" imgW="152400" imgH="1651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055" y="2489354"/>
                        <a:ext cx="215504" cy="233363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5024" name="Group 32"/>
          <p:cNvGrpSpPr/>
          <p:nvPr/>
        </p:nvGrpSpPr>
        <p:grpSpPr bwMode="auto">
          <a:xfrm>
            <a:off x="5271929" y="3603779"/>
            <a:ext cx="1158479" cy="885825"/>
            <a:chOff x="4224" y="2520"/>
            <a:chExt cx="973" cy="744"/>
          </a:xfrm>
        </p:grpSpPr>
        <p:sp>
          <p:nvSpPr>
            <p:cNvPr id="85025" name="Line 33"/>
            <p:cNvSpPr>
              <a:spLocks noChangeShapeType="1"/>
            </p:cNvSpPr>
            <p:nvPr/>
          </p:nvSpPr>
          <p:spPr bwMode="auto">
            <a:xfrm flipV="1">
              <a:off x="4224" y="254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6" name="Line 34"/>
            <p:cNvSpPr>
              <a:spLocks noChangeShapeType="1"/>
            </p:cNvSpPr>
            <p:nvPr/>
          </p:nvSpPr>
          <p:spPr bwMode="auto">
            <a:xfrm>
              <a:off x="4224" y="326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7" name="Line 35"/>
            <p:cNvSpPr>
              <a:spLocks noChangeShapeType="1"/>
            </p:cNvSpPr>
            <p:nvPr/>
          </p:nvSpPr>
          <p:spPr bwMode="auto">
            <a:xfrm flipV="1">
              <a:off x="4224" y="2544"/>
              <a:ext cx="816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8" name="Freeform 36"/>
            <p:cNvSpPr/>
            <p:nvPr/>
          </p:nvSpPr>
          <p:spPr bwMode="auto">
            <a:xfrm>
              <a:off x="4224" y="2544"/>
              <a:ext cx="720" cy="720"/>
            </a:xfrm>
            <a:custGeom>
              <a:avLst/>
              <a:gdLst>
                <a:gd name="T0" fmla="*/ 0 w 720"/>
                <a:gd name="T1" fmla="*/ 720 h 720"/>
                <a:gd name="T2" fmla="*/ 480 w 720"/>
                <a:gd name="T3" fmla="*/ 480 h 720"/>
                <a:gd name="T4" fmla="*/ 720 w 720"/>
                <a:gd name="T5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0" h="720">
                  <a:moveTo>
                    <a:pt x="0" y="720"/>
                  </a:moveTo>
                  <a:cubicBezTo>
                    <a:pt x="180" y="660"/>
                    <a:pt x="360" y="600"/>
                    <a:pt x="480" y="480"/>
                  </a:cubicBezTo>
                  <a:cubicBezTo>
                    <a:pt x="600" y="360"/>
                    <a:pt x="680" y="80"/>
                    <a:pt x="720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5029" name="Object 37"/>
            <p:cNvGraphicFramePr>
              <a:graphicFrameLocks noChangeAspect="1"/>
            </p:cNvGraphicFramePr>
            <p:nvPr/>
          </p:nvGraphicFramePr>
          <p:xfrm>
            <a:off x="5016" y="2520"/>
            <a:ext cx="181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52400" imgH="165100" progId="Equation.3">
                    <p:embed/>
                  </p:oleObj>
                </mc:Choice>
                <mc:Fallback>
                  <p:oleObj name="公式" r:id="rId18" imgW="152400" imgH="16510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6" y="2520"/>
                          <a:ext cx="181" cy="196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30" name="Object 38"/>
            <p:cNvGraphicFramePr>
              <a:graphicFrameLocks noChangeAspect="1"/>
            </p:cNvGraphicFramePr>
            <p:nvPr/>
          </p:nvGraphicFramePr>
          <p:xfrm>
            <a:off x="4800" y="2928"/>
            <a:ext cx="196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165100" imgH="165100" progId="Equation.3">
                    <p:embed/>
                  </p:oleObj>
                </mc:Choice>
                <mc:Fallback>
                  <p:oleObj name="公式" r:id="rId19" imgW="165100" imgH="16510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2928"/>
                          <a:ext cx="196" cy="196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5031" name="Group 39"/>
          <p:cNvGrpSpPr/>
          <p:nvPr/>
        </p:nvGrpSpPr>
        <p:grpSpPr bwMode="auto">
          <a:xfrm>
            <a:off x="5214777" y="2432202"/>
            <a:ext cx="1143000" cy="971551"/>
            <a:chOff x="4176" y="1536"/>
            <a:chExt cx="960" cy="816"/>
          </a:xfrm>
        </p:grpSpPr>
        <p:sp>
          <p:nvSpPr>
            <p:cNvPr id="85032" name="Line 40"/>
            <p:cNvSpPr>
              <a:spLocks noChangeShapeType="1"/>
            </p:cNvSpPr>
            <p:nvPr/>
          </p:nvSpPr>
          <p:spPr bwMode="auto">
            <a:xfrm flipV="1">
              <a:off x="4176" y="153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3" name="Line 41"/>
            <p:cNvSpPr>
              <a:spLocks noChangeShapeType="1"/>
            </p:cNvSpPr>
            <p:nvPr/>
          </p:nvSpPr>
          <p:spPr bwMode="auto">
            <a:xfrm>
              <a:off x="4176" y="23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4" name="Line 42"/>
            <p:cNvSpPr>
              <a:spLocks noChangeShapeType="1"/>
            </p:cNvSpPr>
            <p:nvPr/>
          </p:nvSpPr>
          <p:spPr bwMode="auto">
            <a:xfrm flipV="1">
              <a:off x="4176" y="1584"/>
              <a:ext cx="432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5" name="Line 43"/>
            <p:cNvSpPr>
              <a:spLocks noChangeShapeType="1"/>
            </p:cNvSpPr>
            <p:nvPr/>
          </p:nvSpPr>
          <p:spPr bwMode="auto">
            <a:xfrm flipV="1">
              <a:off x="4176" y="1920"/>
              <a:ext cx="67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5036" name="Object 44"/>
            <p:cNvGraphicFramePr>
              <a:graphicFrameLocks noChangeAspect="1"/>
            </p:cNvGraphicFramePr>
            <p:nvPr/>
          </p:nvGraphicFramePr>
          <p:xfrm>
            <a:off x="4608" y="1539"/>
            <a:ext cx="181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52400" imgH="165100" progId="Equation.3">
                    <p:embed/>
                  </p:oleObj>
                </mc:Choice>
                <mc:Fallback>
                  <p:oleObj name="公式" r:id="rId20" imgW="152400" imgH="1651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539"/>
                          <a:ext cx="181" cy="196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37" name="Object 45"/>
            <p:cNvGraphicFramePr>
              <a:graphicFrameLocks noChangeAspect="1"/>
            </p:cNvGraphicFramePr>
            <p:nvPr/>
          </p:nvGraphicFramePr>
          <p:xfrm>
            <a:off x="4848" y="1776"/>
            <a:ext cx="196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165100" imgH="165100" progId="Equation.3">
                    <p:embed/>
                  </p:oleObj>
                </mc:Choice>
                <mc:Fallback>
                  <p:oleObj name="公式" r:id="rId21" imgW="165100" imgH="1651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1776"/>
                          <a:ext cx="196" cy="196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5038" name="AutoShape 46"/>
          <p:cNvSpPr/>
          <p:nvPr/>
        </p:nvSpPr>
        <p:spPr bwMode="auto">
          <a:xfrm>
            <a:off x="274716" y="2933456"/>
            <a:ext cx="840581" cy="551260"/>
          </a:xfrm>
          <a:prstGeom prst="borderCallout1">
            <a:avLst>
              <a:gd name="adj1" fmla="val 15551"/>
              <a:gd name="adj2" fmla="val 106801"/>
              <a:gd name="adj3" fmla="val -30884"/>
              <a:gd name="adj4" fmla="val 136542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1500" b="1"/>
              <a:t>稳定的振幅</a:t>
            </a:r>
          </a:p>
        </p:txBody>
      </p:sp>
      <p:grpSp>
        <p:nvGrpSpPr>
          <p:cNvPr id="85039" name="Group 47"/>
          <p:cNvGrpSpPr/>
          <p:nvPr/>
        </p:nvGrpSpPr>
        <p:grpSpPr bwMode="auto">
          <a:xfrm>
            <a:off x="3535840" y="3320409"/>
            <a:ext cx="1641874" cy="685800"/>
            <a:chOff x="3074" y="2474"/>
            <a:chExt cx="1379" cy="576"/>
          </a:xfrm>
        </p:grpSpPr>
        <p:sp>
          <p:nvSpPr>
            <p:cNvPr id="85040" name="AutoShape 48"/>
            <p:cNvSpPr/>
            <p:nvPr/>
          </p:nvSpPr>
          <p:spPr bwMode="auto">
            <a:xfrm>
              <a:off x="3074" y="2474"/>
              <a:ext cx="1107" cy="432"/>
            </a:xfrm>
            <a:prstGeom prst="borderCallout1">
              <a:avLst>
                <a:gd name="adj1" fmla="val 16667"/>
                <a:gd name="adj2" fmla="val 105111"/>
                <a:gd name="adj3" fmla="val -73611"/>
                <a:gd name="adj4" fmla="val 127264"/>
              </a:avLst>
            </a:prstGeom>
            <a:solidFill>
              <a:srgbClr val="FFFFCC"/>
            </a:solidFill>
            <a:ln w="19050">
              <a:solidFill>
                <a:srgbClr val="FF33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1500" b="1" dirty="0">
                  <a:latin typeface="Times New Roman" panose="02020603050405020304" pitchFamily="18" charset="0"/>
                </a:rPr>
                <a:t>非线性环节的必要性！</a:t>
              </a:r>
            </a:p>
          </p:txBody>
        </p:sp>
        <p:sp>
          <p:nvSpPr>
            <p:cNvPr id="85041" name="Line 49"/>
            <p:cNvSpPr>
              <a:spLocks noChangeShapeType="1"/>
            </p:cNvSpPr>
            <p:nvPr/>
          </p:nvSpPr>
          <p:spPr bwMode="auto">
            <a:xfrm flipH="1" flipV="1">
              <a:off x="4261" y="2810"/>
              <a:ext cx="192" cy="24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8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5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85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85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7" grpId="0" build="p" autoUpdateAnimBg="0"/>
      <p:bldP spid="85038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76672" y="584978"/>
            <a:ext cx="30861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/>
          <a:lstStyle/>
          <a:p>
            <a:pPr algn="l"/>
            <a:r>
              <a:rPr lang="en-US" altLang="zh-CN" sz="21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 </a:t>
            </a:r>
            <a:r>
              <a:rPr lang="zh-CN" altLang="en-US" sz="21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基本组成部分</a:t>
            </a:r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260034" y="1032274"/>
            <a:ext cx="5143500" cy="1390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1) 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放大电路：放大作用</a:t>
            </a:r>
          </a:p>
          <a:p>
            <a:pPr eaLnBrk="0" hangingPunct="0">
              <a:lnSpc>
                <a:spcPct val="120000"/>
              </a:lnSpc>
            </a:pP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2) 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正反馈网络：满足相位条件</a:t>
            </a:r>
          </a:p>
          <a:p>
            <a:pPr eaLnBrk="0" hangingPunct="0">
              <a:lnSpc>
                <a:spcPct val="120000"/>
              </a:lnSpc>
            </a:pP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3) 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选频网络：确定</a:t>
            </a:r>
            <a:r>
              <a:rPr kumimoji="1"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保证电路产生正弦波振荡</a:t>
            </a:r>
          </a:p>
          <a:p>
            <a:pPr eaLnBrk="0" hangingPunct="0">
              <a:lnSpc>
                <a:spcPct val="120000"/>
              </a:lnSpc>
            </a:pPr>
            <a:r>
              <a:rPr kumimoji="1" lang="zh-CN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4) 非线性环节（稳幅环节）：稳幅</a:t>
            </a:r>
            <a:endParaRPr kumimoji="1" lang="zh-CN" altLang="en-US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7045" name="Group 5"/>
          <p:cNvGrpSpPr/>
          <p:nvPr/>
        </p:nvGrpSpPr>
        <p:grpSpPr bwMode="auto">
          <a:xfrm>
            <a:off x="4869020" y="1275161"/>
            <a:ext cx="1903808" cy="685800"/>
            <a:chOff x="4230" y="972"/>
            <a:chExt cx="1599" cy="576"/>
          </a:xfrm>
        </p:grpSpPr>
        <p:graphicFrame>
          <p:nvGraphicFramePr>
            <p:cNvPr id="87046" name="Object 6"/>
            <p:cNvGraphicFramePr>
              <a:graphicFrameLocks noChangeAspect="1"/>
            </p:cNvGraphicFramePr>
            <p:nvPr/>
          </p:nvGraphicFramePr>
          <p:xfrm>
            <a:off x="4230" y="972"/>
            <a:ext cx="440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65100" imgH="215900" progId="Equation.3">
                    <p:embed/>
                  </p:oleObj>
                </mc:Choice>
                <mc:Fallback>
                  <p:oleObj name="公式" r:id="rId2" imgW="165100" imgH="2159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0" y="972"/>
                          <a:ext cx="440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047" name="Text Box 7"/>
            <p:cNvSpPr txBox="1">
              <a:spLocks noChangeArrowheads="1"/>
            </p:cNvSpPr>
            <p:nvPr/>
          </p:nvSpPr>
          <p:spPr bwMode="auto">
            <a:xfrm>
              <a:off x="4653" y="1093"/>
              <a:ext cx="1176" cy="30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latin typeface="Times New Roman" panose="02020603050405020304" pitchFamily="18" charset="0"/>
                </a:rPr>
                <a:t>常合二为一</a:t>
              </a:r>
              <a:endParaRPr kumimoji="1"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408013" y="2386451"/>
            <a:ext cx="2171700" cy="628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sz="2400" kern="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 </a:t>
            </a:r>
            <a:r>
              <a:rPr lang="zh-CN" altLang="en-US" sz="2400" kern="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分类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32448" y="2981573"/>
            <a:ext cx="5829300" cy="1606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常用选频网络所用元件分类。</a:t>
            </a:r>
          </a:p>
          <a:p>
            <a:pPr>
              <a:lnSpc>
                <a:spcPct val="120000"/>
              </a:lnSpc>
            </a:pPr>
            <a:r>
              <a:rPr kumimoji="1" lang="en-US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1) </a:t>
            </a:r>
            <a:r>
              <a:rPr kumimoji="1" lang="en-US" altLang="zh-CN" sz="21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RC</a:t>
            </a:r>
            <a:r>
              <a:rPr kumimoji="1" lang="zh-CN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正弦波振荡电路：</a:t>
            </a:r>
            <a:r>
              <a:rPr kumimoji="1" lang="en-US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兆赫</a:t>
            </a:r>
            <a:r>
              <a:rPr kumimoji="1" lang="zh-CN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以下</a:t>
            </a:r>
          </a:p>
          <a:p>
            <a:pPr>
              <a:lnSpc>
                <a:spcPct val="120000"/>
              </a:lnSpc>
            </a:pPr>
            <a:r>
              <a:rPr kumimoji="1" lang="zh-CN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2) </a:t>
            </a:r>
            <a:r>
              <a:rPr kumimoji="1" lang="en-US" altLang="zh-CN" sz="21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LC</a:t>
            </a:r>
            <a:r>
              <a:rPr kumimoji="1" lang="zh-CN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正弦波振荡电路：几百</a:t>
            </a:r>
            <a:r>
              <a:rPr kumimoji="1" lang="zh-CN" altLang="en-US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千赫～</a:t>
            </a:r>
            <a:r>
              <a:rPr kumimoji="1" lang="zh-CN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几百</a:t>
            </a:r>
            <a:r>
              <a:rPr kumimoji="1" lang="zh-CN" altLang="en-US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兆赫</a:t>
            </a:r>
          </a:p>
          <a:p>
            <a:pPr>
              <a:lnSpc>
                <a:spcPct val="120000"/>
              </a:lnSpc>
            </a:pPr>
            <a:r>
              <a:rPr kumimoji="1" lang="en-US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3) </a:t>
            </a:r>
            <a:r>
              <a:rPr kumimoji="1" lang="zh-CN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石英晶体正弦波振荡电路：振荡频率稳定</a:t>
            </a:r>
            <a:endParaRPr kumimoji="1" lang="zh-CN" altLang="en-US" sz="21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 autoUpdateAnimBg="0"/>
      <p:bldP spid="10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2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/>
          <a:stretch>
            <a:fillRect/>
          </a:stretch>
        </p:blipFill>
        <p:spPr bwMode="auto">
          <a:xfrm>
            <a:off x="26349" y="1048767"/>
            <a:ext cx="2156679" cy="2045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796" y="1089346"/>
            <a:ext cx="2282375" cy="2127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文本框 43"/>
          <p:cNvSpPr txBox="1">
            <a:spLocks noChangeArrowheads="1"/>
          </p:cNvSpPr>
          <p:nvPr/>
        </p:nvSpPr>
        <p:spPr bwMode="auto">
          <a:xfrm>
            <a:off x="101756" y="3373697"/>
            <a:ext cx="3055295" cy="1440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lnSpc>
                <a:spcPts val="27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放大电路：同相比例运算放大器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27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正反馈网络：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27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选频网络：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562" name="右大括号 45"/>
          <p:cNvSpPr/>
          <p:nvPr/>
        </p:nvSpPr>
        <p:spPr bwMode="auto">
          <a:xfrm>
            <a:off x="1729333" y="4199843"/>
            <a:ext cx="201737" cy="582543"/>
          </a:xfrm>
          <a:prstGeom prst="rightBrace">
            <a:avLst>
              <a:gd name="adj1" fmla="val 62126"/>
              <a:gd name="adj2" fmla="val 50000"/>
            </a:avLst>
          </a:prstGeom>
          <a:noFill/>
          <a:ln w="3810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23563" name="文本框 50"/>
          <p:cNvSpPr txBox="1">
            <a:spLocks noChangeArrowheads="1"/>
          </p:cNvSpPr>
          <p:nvPr/>
        </p:nvSpPr>
        <p:spPr bwMode="auto">
          <a:xfrm>
            <a:off x="1940207" y="4155731"/>
            <a:ext cx="109004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RC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串并联网络</a:t>
            </a:r>
          </a:p>
        </p:txBody>
      </p:sp>
      <p:sp>
        <p:nvSpPr>
          <p:cNvPr id="23564" name="矩形 6"/>
          <p:cNvSpPr>
            <a:spLocks noChangeArrowheads="1"/>
          </p:cNvSpPr>
          <p:nvPr/>
        </p:nvSpPr>
        <p:spPr bwMode="auto">
          <a:xfrm>
            <a:off x="4733155" y="3591352"/>
            <a:ext cx="1940417" cy="748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ts val="27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稳幅环节：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>
              <a:lnSpc>
                <a:spcPts val="2700"/>
              </a:lnSpc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        二极管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</p:txBody>
      </p:sp>
      <p:pic>
        <p:nvPicPr>
          <p:cNvPr id="23567" name="图片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993" y="1191994"/>
            <a:ext cx="1897111" cy="1901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73" name="文本框 68"/>
          <p:cNvSpPr txBox="1">
            <a:spLocks noChangeArrowheads="1"/>
          </p:cNvSpPr>
          <p:nvPr/>
        </p:nvSpPr>
        <p:spPr bwMode="auto">
          <a:xfrm>
            <a:off x="3202843" y="3765470"/>
            <a:ext cx="12316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构成桥路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2" grpId="0" animBg="1"/>
      <p:bldP spid="23563" grpId="0"/>
      <p:bldP spid="23564" grpId="0"/>
      <p:bldP spid="2357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98" name="Rectangle 198"/>
          <p:cNvSpPr>
            <a:spLocks noChangeArrowheads="1"/>
          </p:cNvSpPr>
          <p:nvPr/>
        </p:nvSpPr>
        <p:spPr bwMode="auto">
          <a:xfrm>
            <a:off x="90419" y="598485"/>
            <a:ext cx="33385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串并联选频网络</a:t>
            </a:r>
            <a:endParaRPr lang="en-US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627" name="Rectangle 200"/>
          <p:cNvSpPr>
            <a:spLocks noChangeArrowheads="1"/>
          </p:cNvSpPr>
          <p:nvPr/>
        </p:nvSpPr>
        <p:spPr bwMode="auto">
          <a:xfrm>
            <a:off x="-304800" y="50802"/>
            <a:ext cx="7162800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实验原理</a:t>
            </a:r>
            <a:endParaRPr lang="en-US" altLang="en-US" sz="1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6628" name="图片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/>
          <a:stretch>
            <a:fillRect/>
          </a:stretch>
        </p:blipFill>
        <p:spPr bwMode="auto">
          <a:xfrm>
            <a:off x="90418" y="984619"/>
            <a:ext cx="2944813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333229" y="802948"/>
                <a:ext cx="3108223" cy="11135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sub>
                          </m:sSub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zh-CN" altLang="en-US">
                              <a:latin typeface="Cambria Math" panose="02040503050406030204" pitchFamily="18" charset="0"/>
                            </a:rPr>
                            <m:t>//</m:t>
                          </m:r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zh-CN" altLang="en-US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ωC</m:t>
                              </m:r>
                            </m:den>
                          </m:f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zh-CN" altLang="en-US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ωC</m:t>
                              </m:r>
                            </m:den>
                          </m:f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zh-CN" altLang="en-US">
                              <a:latin typeface="Cambria Math" panose="02040503050406030204" pitchFamily="18" charset="0"/>
                            </a:rPr>
                            <m:t>//</m:t>
                          </m:r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zh-CN" altLang="en-US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ωC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229" y="802948"/>
                <a:ext cx="3108223" cy="1113575"/>
              </a:xfrm>
              <a:prstGeom prst="rect">
                <a:avLst/>
              </a:prstGeom>
              <a:blipFill rotWithShape="1">
                <a:blip r:embed="rId4"/>
                <a:stretch>
                  <a:fillRect l="-4" t="-28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636447" y="1962977"/>
                <a:ext cx="2582758" cy="11147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num>
                            <m:den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ωRC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ωRC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zh-CN" altLang="en-US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ωC</m:t>
                              </m:r>
                            </m:den>
                          </m:f>
                          <m:r>
                            <a:rPr lang="zh-CN" altLang="en-US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num>
                            <m:den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ωRC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447" y="1962977"/>
                <a:ext cx="2582758" cy="1114792"/>
              </a:xfrm>
              <a:prstGeom prst="rect">
                <a:avLst/>
              </a:prstGeom>
              <a:blipFill rotWithShape="1">
                <a:blip r:embed="rId5"/>
                <a:stretch>
                  <a:fillRect l="-17" t="-17" r="1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3655298" y="3225854"/>
                <a:ext cx="2545056" cy="66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ωRC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nor/>
                            </m:rPr>
                            <a:rPr lang="zh-CN" altLang="en-US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ωRC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ωRC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298" y="3225854"/>
                <a:ext cx="2545056" cy="660822"/>
              </a:xfrm>
              <a:prstGeom prst="rect">
                <a:avLst/>
              </a:prstGeom>
              <a:blipFill rotWithShape="1">
                <a:blip r:embed="rId6"/>
                <a:stretch>
                  <a:fillRect l="-9" t="-8" r="8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3655298" y="4065815"/>
                <a:ext cx="2327240" cy="8427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ωRC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ωRC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298" y="4065815"/>
                <a:ext cx="2327240" cy="842795"/>
              </a:xfrm>
              <a:prstGeom prst="rect">
                <a:avLst/>
              </a:prstGeom>
              <a:blipFill rotWithShape="1">
                <a:blip r:embed="rId7"/>
                <a:stretch>
                  <a:fillRect l="-10" t="-65" r="9" b="-2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" descr="Dz08010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15" r="67143" b="20000"/>
          <a:stretch>
            <a:fillRect/>
          </a:stretch>
        </p:blipFill>
        <p:spPr bwMode="auto">
          <a:xfrm>
            <a:off x="1939689" y="2969925"/>
            <a:ext cx="1450181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 descr="Dz08010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15" r="67143" b="20000"/>
          <a:stretch>
            <a:fillRect/>
          </a:stretch>
        </p:blipFill>
        <p:spPr bwMode="auto">
          <a:xfrm>
            <a:off x="532371" y="988300"/>
            <a:ext cx="1450181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1139" name="Object 3"/>
          <p:cNvGraphicFramePr>
            <a:graphicFrameLocks noChangeAspect="1"/>
          </p:cNvGraphicFramePr>
          <p:nvPr/>
        </p:nvGraphicFramePr>
        <p:xfrm>
          <a:off x="2089551" y="767483"/>
          <a:ext cx="2797969" cy="1127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19300" imgH="812800" progId="Equation.3">
                  <p:embed/>
                </p:oleObj>
              </mc:Choice>
              <mc:Fallback>
                <p:oleObj name="Equation" r:id="rId3" imgW="2019300" imgH="812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551" y="767483"/>
                        <a:ext cx="2797969" cy="1127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0" name="Object 4"/>
          <p:cNvGraphicFramePr>
            <a:graphicFrameLocks noChangeAspect="1"/>
          </p:cNvGraphicFramePr>
          <p:nvPr/>
        </p:nvGraphicFramePr>
        <p:xfrm>
          <a:off x="2058591" y="2004781"/>
          <a:ext cx="2474119" cy="850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01800" imgH="584200" progId="Equation.3">
                  <p:embed/>
                </p:oleObj>
              </mc:Choice>
              <mc:Fallback>
                <p:oleObj name="Equation" r:id="rId5" imgW="1701800" imgH="584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8591" y="2004781"/>
                        <a:ext cx="2474119" cy="8501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1141" name="Picture 5" descr="Dz08010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674" y="1059656"/>
            <a:ext cx="1625203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142" name="Rectangle 6"/>
          <p:cNvSpPr>
            <a:spLocks noGrp="1" noChangeArrowheads="1"/>
          </p:cNvSpPr>
          <p:nvPr>
            <p:ph type="title"/>
          </p:nvPr>
        </p:nvSpPr>
        <p:spPr>
          <a:xfrm>
            <a:off x="296467" y="681038"/>
            <a:ext cx="3771900" cy="457200"/>
          </a:xfrm>
        </p:spPr>
        <p:txBody>
          <a:bodyPr/>
          <a:lstStyle/>
          <a:p>
            <a:pPr algn="l"/>
            <a:r>
              <a:rPr lang="en-US" altLang="zh-CN" sz="2100" i="1"/>
              <a:t>RC</a:t>
            </a:r>
            <a:r>
              <a:rPr lang="zh-CN" altLang="zh-CN" sz="2100">
                <a:ea typeface="华文行楷" panose="02010800040101010101" pitchFamily="2" charset="-122"/>
              </a:rPr>
              <a:t>串并联选频网络的频率响应</a:t>
            </a:r>
            <a:endParaRPr lang="zh-CN" altLang="en-US" sz="1350">
              <a:ea typeface="华文行楷" panose="02010800040101010101" pitchFamily="2" charset="-122"/>
            </a:endParaRPr>
          </a:p>
        </p:txBody>
      </p:sp>
      <p:grpSp>
        <p:nvGrpSpPr>
          <p:cNvPr id="91143" name="Group 7"/>
          <p:cNvGrpSpPr/>
          <p:nvPr/>
        </p:nvGrpSpPr>
        <p:grpSpPr bwMode="auto">
          <a:xfrm>
            <a:off x="660796" y="4280295"/>
            <a:ext cx="4743451" cy="400050"/>
            <a:chOff x="528" y="3360"/>
            <a:chExt cx="3984" cy="336"/>
          </a:xfrm>
        </p:grpSpPr>
        <p:sp>
          <p:nvSpPr>
            <p:cNvPr id="91144" name="Text Box 8"/>
            <p:cNvSpPr txBox="1">
              <a:spLocks noChangeArrowheads="1"/>
            </p:cNvSpPr>
            <p:nvPr/>
          </p:nvSpPr>
          <p:spPr bwMode="auto">
            <a:xfrm>
              <a:off x="528" y="3360"/>
              <a:ext cx="3984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latin typeface="Times New Roman" panose="02020603050405020304" pitchFamily="18" charset="0"/>
                </a:rPr>
                <a:t>当 </a:t>
              </a:r>
              <a:r>
                <a:rPr kumimoji="1" lang="en-US" altLang="zh-CN" b="1" i="1" dirty="0">
                  <a:latin typeface="Times New Roman" panose="02020603050405020304" pitchFamily="18" charset="0"/>
                </a:rPr>
                <a:t>f</a:t>
              </a:r>
              <a:r>
                <a:rPr kumimoji="1" lang="en-US" altLang="zh-CN" b="1" dirty="0">
                  <a:latin typeface="Times New Roman" panose="02020603050405020304" pitchFamily="18" charset="0"/>
                </a:rPr>
                <a:t>=</a:t>
              </a:r>
              <a:r>
                <a:rPr kumimoji="1" lang="en-US" altLang="zh-CN" b="1" i="1" dirty="0">
                  <a:latin typeface="Times New Roman" panose="02020603050405020304" pitchFamily="18" charset="0"/>
                </a:rPr>
                <a:t>f</a:t>
              </a:r>
              <a:r>
                <a:rPr kumimoji="1" lang="en-US" altLang="zh-CN" b="1" baseline="-25000" dirty="0">
                  <a:latin typeface="Times New Roman" panose="02020603050405020304" pitchFamily="18" charset="0"/>
                </a:rPr>
                <a:t>0</a:t>
              </a:r>
              <a:r>
                <a:rPr kumimoji="1" lang="zh-CN" altLang="en-US" b="1" dirty="0">
                  <a:latin typeface="Times New Roman" panose="02020603050405020304" pitchFamily="18" charset="0"/>
                </a:rPr>
                <a:t>时，不但</a:t>
              </a:r>
              <a:r>
                <a:rPr kumimoji="1"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φ</a:t>
              </a: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=0</a:t>
              </a:r>
              <a:r>
                <a:rPr kumimoji="1" lang="zh-CN" altLang="en-US" b="1" dirty="0">
                  <a:latin typeface="Times New Roman" panose="02020603050405020304" pitchFamily="18" charset="0"/>
                </a:rPr>
                <a:t>，且      最大，为</a:t>
              </a:r>
              <a:r>
                <a:rPr kumimoji="1" lang="en-US" altLang="zh-CN" b="1" dirty="0">
                  <a:latin typeface="Times New Roman" panose="02020603050405020304" pitchFamily="18" charset="0"/>
                </a:rPr>
                <a:t>1/3</a:t>
              </a:r>
              <a:r>
                <a:rPr kumimoji="1" lang="zh-CN" altLang="en-US" b="1" dirty="0">
                  <a:latin typeface="Times New Roman" panose="02020603050405020304" pitchFamily="18" charset="0"/>
                </a:rPr>
                <a:t>。</a:t>
              </a:r>
            </a:p>
          </p:txBody>
        </p:sp>
        <p:graphicFrame>
          <p:nvGraphicFramePr>
            <p:cNvPr id="9114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4189085"/>
                </p:ext>
              </p:extLst>
            </p:nvPr>
          </p:nvGraphicFramePr>
          <p:xfrm>
            <a:off x="2672" y="3360"/>
            <a:ext cx="21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03200" imgH="279400" progId="Equation.3">
                    <p:embed/>
                  </p:oleObj>
                </mc:Choice>
                <mc:Fallback>
                  <p:oleObj name="Equation" r:id="rId8" imgW="203200" imgH="2794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2" y="3360"/>
                          <a:ext cx="212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1146" name="Object 10"/>
          <p:cNvGraphicFramePr>
            <a:graphicFrameLocks noChangeAspect="1"/>
          </p:cNvGraphicFramePr>
          <p:nvPr/>
        </p:nvGraphicFramePr>
        <p:xfrm>
          <a:off x="1460897" y="2993824"/>
          <a:ext cx="3143251" cy="850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98700" imgH="622300" progId="Equation.3">
                  <p:embed/>
                </p:oleObj>
              </mc:Choice>
              <mc:Fallback>
                <p:oleObj name="Equation" r:id="rId10" imgW="2298700" imgH="622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897" y="2993824"/>
                        <a:ext cx="3143251" cy="850107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9">
            <a:extLst>
              <a:ext uri="{FF2B5EF4-FFF2-40B4-BE49-F238E27FC236}">
                <a16:creationId xmlns:a16="http://schemas.microsoft.com/office/drawing/2014/main" id="{D6409327-95C9-5533-3FE9-EB634C7D4A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906951"/>
              </p:ext>
            </p:extLst>
          </p:nvPr>
        </p:nvGraphicFramePr>
        <p:xfrm>
          <a:off x="3365897" y="4432695"/>
          <a:ext cx="25241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200" imgH="279400" progId="Equation.3">
                  <p:embed/>
                </p:oleObj>
              </mc:Choice>
              <mc:Fallback>
                <p:oleObj name="Equation" r:id="rId8" imgW="203200" imgH="279400" progId="Equation.3">
                  <p:embed/>
                  <p:pic>
                    <p:nvPicPr>
                      <p:cNvPr id="911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897" y="4432695"/>
                        <a:ext cx="252413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5" descr="Dz08010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15" y="731673"/>
            <a:ext cx="1741765" cy="3613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9798" name="Rectangle 198"/>
          <p:cNvSpPr>
            <a:spLocks noChangeArrowheads="1"/>
          </p:cNvSpPr>
          <p:nvPr/>
        </p:nvSpPr>
        <p:spPr bwMode="auto">
          <a:xfrm>
            <a:off x="1606" y="576013"/>
            <a:ext cx="31339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串并联选频网络</a:t>
            </a:r>
            <a:endParaRPr lang="en-US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627" name="Rectangle 200"/>
          <p:cNvSpPr>
            <a:spLocks noChangeArrowheads="1"/>
          </p:cNvSpPr>
          <p:nvPr/>
        </p:nvSpPr>
        <p:spPr bwMode="auto">
          <a:xfrm>
            <a:off x="-304800" y="50802"/>
            <a:ext cx="7162800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实验原理</a:t>
            </a:r>
            <a:endParaRPr lang="en-US" altLang="en-US" sz="1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6628" name="图片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/>
          <a:stretch>
            <a:fillRect/>
          </a:stretch>
        </p:blipFill>
        <p:spPr bwMode="auto">
          <a:xfrm>
            <a:off x="0" y="1023564"/>
            <a:ext cx="2944813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1" name="Text Box 14"/>
          <p:cNvSpPr txBox="1">
            <a:spLocks noChangeArrowheads="1"/>
          </p:cNvSpPr>
          <p:nvPr/>
        </p:nvSpPr>
        <p:spPr bwMode="auto">
          <a:xfrm>
            <a:off x="4594022" y="4044386"/>
            <a:ext cx="186301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dirty="0">
                <a:solidFill>
                  <a:schemeClr val="tx2"/>
                </a:solidFill>
                <a:latin typeface="宋体" panose="02010600030101010101" pitchFamily="2" charset="-122"/>
              </a:rPr>
              <a:t>起振时应满足</a:t>
            </a:r>
            <a:r>
              <a:rPr kumimoji="1" lang="en-US" altLang="zh-CN" sz="2000" dirty="0">
                <a:solidFill>
                  <a:schemeClr val="tx2"/>
                </a:solidFill>
                <a:latin typeface="宋体" panose="02010600030101010101" pitchFamily="2" charset="-122"/>
              </a:rPr>
              <a:t>:</a:t>
            </a:r>
          </a:p>
        </p:txBody>
      </p:sp>
      <p:cxnSp>
        <p:nvCxnSpPr>
          <p:cNvPr id="48" name="直接连接符 47"/>
          <p:cNvCxnSpPr/>
          <p:nvPr/>
        </p:nvCxnSpPr>
        <p:spPr bwMode="auto">
          <a:xfrm>
            <a:off x="4356959" y="1873541"/>
            <a:ext cx="8255" cy="2498725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4424045" y="1352550"/>
                <a:ext cx="2212975" cy="8934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mtClean="0"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，</m:t>
                      </m:r>
                      <m:acc>
                        <m:accPr>
                          <m:chr m:val="̇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en-US" altLang="zh-CN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0">
                          <a:latin typeface="Cambria Math" panose="02040503050406030204" pitchFamily="18" charset="0"/>
                        </a:rPr>
                        <m:t>要求</m:t>
                      </m:r>
                      <m:acc>
                        <m:accPr>
                          <m:chr m:val="̇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045" y="1352550"/>
                <a:ext cx="2212975" cy="89344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580052" y="2355684"/>
                <a:ext cx="1817099" cy="988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acc>
                              <m:accPr>
                                <m:chr m:val="̇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=1+</m:t>
                            </m:r>
                            <m:f>
                              <m:f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zh-CN" altLang="en-US">
                                        <a:latin typeface="Cambria Math" panose="02040503050406030204" pitchFamily="18" charset="0"/>
                                      </a:rPr>
                                      <m:t>f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zh-CN" alt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sub>
                            </m:sSub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=2</m:t>
                            </m:r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052" y="2355684"/>
                <a:ext cx="1817099" cy="988732"/>
              </a:xfrm>
              <a:prstGeom prst="rect">
                <a:avLst/>
              </a:prstGeom>
              <a:blipFill rotWithShape="1">
                <a:blip r:embed="rId6"/>
                <a:stretch>
                  <a:fillRect l="-24" t="-47" r="9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5090514" y="4444496"/>
                <a:ext cx="1151469" cy="3878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514" y="4444496"/>
                <a:ext cx="1151469" cy="387863"/>
              </a:xfrm>
              <a:prstGeom prst="rect">
                <a:avLst/>
              </a:prstGeom>
              <a:blipFill rotWithShape="1">
                <a:blip r:embed="rId7"/>
                <a:stretch>
                  <a:fillRect l="-31" t="-34" r="49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5265170" y="984075"/>
                <a:ext cx="976613" cy="3798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170" y="984075"/>
                <a:ext cx="976613" cy="379848"/>
              </a:xfrm>
              <a:prstGeom prst="rect">
                <a:avLst/>
              </a:prstGeom>
              <a:blipFill rotWithShape="1">
                <a:blip r:embed="rId8"/>
                <a:stretch>
                  <a:fillRect l="-39" t="-121" r="38" b="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4482491" y="3508256"/>
                <a:ext cx="2376228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mtClean="0">
                          <a:latin typeface="Cambria Math" panose="02040503050406030204" pitchFamily="18" charset="0"/>
                        </a:rPr>
                        <m:t>起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振条件为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491" y="3508256"/>
                <a:ext cx="2376228" cy="404983"/>
              </a:xfrm>
              <a:prstGeom prst="rect">
                <a:avLst/>
              </a:prstGeom>
              <a:blipFill rotWithShape="1">
                <a:blip r:embed="rId9"/>
                <a:stretch>
                  <a:fillRect l="-1" t="-127" r="4" b="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7"/>
          <p:cNvGrpSpPr/>
          <p:nvPr/>
        </p:nvGrpSpPr>
        <p:grpSpPr bwMode="auto">
          <a:xfrm>
            <a:off x="199254" y="4478751"/>
            <a:ext cx="4743451" cy="400050"/>
            <a:chOff x="528" y="3360"/>
            <a:chExt cx="3984" cy="336"/>
          </a:xfrm>
        </p:grpSpPr>
        <p:sp>
          <p:nvSpPr>
            <p:cNvPr id="22" name="Text Box 8"/>
            <p:cNvSpPr txBox="1">
              <a:spLocks noChangeArrowheads="1"/>
            </p:cNvSpPr>
            <p:nvPr/>
          </p:nvSpPr>
          <p:spPr bwMode="auto">
            <a:xfrm>
              <a:off x="528" y="3360"/>
              <a:ext cx="3984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>
                  <a:latin typeface="Times New Roman" panose="02020603050405020304" pitchFamily="18" charset="0"/>
                </a:rPr>
                <a:t>当 </a:t>
              </a:r>
              <a:r>
                <a:rPr kumimoji="1" lang="en-US" altLang="zh-CN" b="1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=</a:t>
              </a:r>
              <a:r>
                <a:rPr kumimoji="1" lang="en-US" altLang="zh-CN" b="1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b="1" baseline="-25000">
                  <a:latin typeface="Times New Roman" panose="02020603050405020304" pitchFamily="18" charset="0"/>
                </a:rPr>
                <a:t>0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时，不但</a:t>
              </a:r>
              <a:r>
                <a:rPr kumimoji="1"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φ</a:t>
              </a:r>
              <a:r>
                <a:rPr kumimoji="1"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=0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，且      最大，为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1/3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。</a:t>
              </a:r>
            </a:p>
          </p:txBody>
        </p:sp>
        <p:graphicFrame>
          <p:nvGraphicFramePr>
            <p:cNvPr id="23" name="Object 9"/>
            <p:cNvGraphicFramePr>
              <a:graphicFrameLocks noChangeAspect="1"/>
            </p:cNvGraphicFramePr>
            <p:nvPr/>
          </p:nvGraphicFramePr>
          <p:xfrm>
            <a:off x="2640" y="3360"/>
            <a:ext cx="24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03200" imgH="279400" progId="Equation.3">
                    <p:embed/>
                  </p:oleObj>
                </mc:Choice>
                <mc:Fallback>
                  <p:oleObj name="Equation" r:id="rId10" imgW="203200" imgH="2794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3360"/>
                          <a:ext cx="24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3961192" y="620245"/>
            <a:ext cx="289704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放大电路自激振荡的平衡条件是：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1" grpId="0" bldLvl="0" animBg="1"/>
      <p:bldP spid="15" grpId="0"/>
      <p:bldP spid="16" grpId="0"/>
      <p:bldP spid="17" grpId="0"/>
      <p:bldP spid="18" grpId="0"/>
      <p:bldP spid="19" grpId="0"/>
      <p:bldP spid="2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8" y="627534"/>
            <a:ext cx="3529012" cy="426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Rectangle 200"/>
          <p:cNvSpPr>
            <a:spLocks noChangeArrowheads="1"/>
          </p:cNvSpPr>
          <p:nvPr/>
        </p:nvSpPr>
        <p:spPr bwMode="auto">
          <a:xfrm>
            <a:off x="-304800" y="50802"/>
            <a:ext cx="7162800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实验内容</a:t>
            </a:r>
            <a:endParaRPr lang="en-US" altLang="en-US" sz="1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725" name="文本框 1"/>
          <p:cNvSpPr txBox="1">
            <a:spLocks noChangeArrowheads="1"/>
          </p:cNvSpPr>
          <p:nvPr/>
        </p:nvSpPr>
        <p:spPr bwMode="auto">
          <a:xfrm>
            <a:off x="2183404" y="3405658"/>
            <a:ext cx="5921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6" name="文本框 17"/>
          <p:cNvSpPr txBox="1">
            <a:spLocks noChangeArrowheads="1"/>
          </p:cNvSpPr>
          <p:nvPr/>
        </p:nvSpPr>
        <p:spPr bwMode="auto">
          <a:xfrm>
            <a:off x="1369015" y="3405658"/>
            <a:ext cx="9953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r>
              <a:rPr lang="en-US" altLang="zh-CN" sz="160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m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7" name="文本框 18"/>
          <p:cNvSpPr txBox="1">
            <a:spLocks noChangeArrowheads="1"/>
          </p:cNvSpPr>
          <p:nvPr/>
        </p:nvSpPr>
        <p:spPr bwMode="auto">
          <a:xfrm>
            <a:off x="789578" y="3956521"/>
            <a:ext cx="625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8" name="文本框 19"/>
          <p:cNvSpPr txBox="1">
            <a:spLocks noChangeArrowheads="1"/>
          </p:cNvSpPr>
          <p:nvPr/>
        </p:nvSpPr>
        <p:spPr bwMode="auto">
          <a:xfrm>
            <a:off x="408579" y="2157884"/>
            <a:ext cx="4460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1K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9" name="文本框 20"/>
          <p:cNvSpPr txBox="1">
            <a:spLocks noChangeArrowheads="1"/>
          </p:cNvSpPr>
          <p:nvPr/>
        </p:nvSpPr>
        <p:spPr bwMode="auto">
          <a:xfrm>
            <a:off x="2388189" y="1394296"/>
            <a:ext cx="4460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1K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30" name="文本框 21"/>
          <p:cNvSpPr txBox="1">
            <a:spLocks noChangeArrowheads="1"/>
          </p:cNvSpPr>
          <p:nvPr/>
        </p:nvSpPr>
        <p:spPr bwMode="auto">
          <a:xfrm>
            <a:off x="1186452" y="1370484"/>
            <a:ext cx="558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31" name="文本框 22"/>
          <p:cNvSpPr txBox="1">
            <a:spLocks noChangeArrowheads="1"/>
          </p:cNvSpPr>
          <p:nvPr/>
        </p:nvSpPr>
        <p:spPr bwMode="auto">
          <a:xfrm>
            <a:off x="1719854" y="3986682"/>
            <a:ext cx="822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r>
              <a:rPr lang="en-US" altLang="zh-CN" sz="160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m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"/>
          <p:cNvSpPr txBox="1">
            <a:spLocks noChangeArrowheads="1"/>
          </p:cNvSpPr>
          <p:nvPr/>
        </p:nvSpPr>
        <p:spPr bwMode="auto">
          <a:xfrm>
            <a:off x="1515066" y="2257896"/>
            <a:ext cx="588963" cy="276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OP07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grpSp>
        <p:nvGrpSpPr>
          <p:cNvPr id="2" name="组合 3"/>
          <p:cNvGrpSpPr/>
          <p:nvPr/>
        </p:nvGrpSpPr>
        <p:grpSpPr bwMode="auto">
          <a:xfrm>
            <a:off x="3858872" y="699207"/>
            <a:ext cx="1713184" cy="1124397"/>
            <a:chOff x="4652169" y="2882900"/>
            <a:chExt cx="1943100" cy="1268511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2169" y="2882900"/>
              <a:ext cx="1651802" cy="1268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4679156" y="3457619"/>
              <a:ext cx="654051" cy="377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  <a:defRPr/>
              </a:pPr>
              <a:r>
                <a:rPr lang="zh-CN" altLang="en-US" sz="1400" b="1" kern="1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负极</a:t>
              </a:r>
              <a:endParaRPr lang="en-US" altLang="zh-CN" sz="1400" b="1" kern="1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5942806" y="3249642"/>
              <a:ext cx="652463" cy="377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  <a:defRPr/>
              </a:pPr>
              <a:r>
                <a:rPr lang="zh-CN" altLang="en-US" sz="1400" b="1" kern="1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正极</a:t>
              </a:r>
              <a:endParaRPr lang="en-US" altLang="zh-CN" sz="1400" b="1" kern="1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4587049" y="1465370"/>
            <a:ext cx="1164163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1N4148</a:t>
            </a:r>
            <a:endParaRPr lang="zh-CN" altLang="en-US" sz="18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4721790-9165-8879-100A-3A2E10A18A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1" t="17099" r="22561" b="11154"/>
          <a:stretch/>
        </p:blipFill>
        <p:spPr>
          <a:xfrm>
            <a:off x="4059271" y="1859948"/>
            <a:ext cx="982718" cy="1268414"/>
          </a:xfrm>
          <a:prstGeom prst="rect">
            <a:avLst/>
          </a:prstGeom>
        </p:spPr>
      </p:pic>
      <p:sp>
        <p:nvSpPr>
          <p:cNvPr id="9" name="Rectangle 35">
            <a:extLst>
              <a:ext uri="{FF2B5EF4-FFF2-40B4-BE49-F238E27FC236}">
                <a16:creationId xmlns:a16="http://schemas.microsoft.com/office/drawing/2014/main" id="{9B28B59A-DBC8-F20D-3566-ECBEF44A3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989" y="2113215"/>
            <a:ext cx="936885" cy="64633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1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电位器</a:t>
            </a:r>
            <a:r>
              <a:rPr lang="en-US" altLang="zh-CN" sz="1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W103</a:t>
            </a:r>
            <a:endParaRPr lang="zh-CN" altLang="en-US" sz="18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5DEED64-E82F-A5DA-05A5-71538EA2E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073" y="3074703"/>
            <a:ext cx="3470820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、用示波器测量输出波形，调节电位器使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顶部底部削平的波形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恰好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变为标准正弦波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，记录此时最大不失真电压。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、继续调节电位器，使正弦波峰峰值为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6V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，记录波形。</a:t>
            </a:r>
            <a:endParaRPr lang="zh-CN" altLang="en-US" sz="1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4"/>
          <a:stretch/>
        </p:blipFill>
        <p:spPr bwMode="auto">
          <a:xfrm>
            <a:off x="127797" y="2050770"/>
            <a:ext cx="5776912" cy="170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512763" y="984251"/>
            <a:ext cx="58293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None/>
            </a:pPr>
            <a:r>
              <a:rPr lang="zh-CN" altLang="en-US" sz="2400">
                <a:solidFill>
                  <a:srgbClr val="FFFFFF"/>
                </a:solidFill>
                <a:ea typeface="黑体" panose="02010609060101010101" pitchFamily="49" charset="-122"/>
              </a:rPr>
              <a:t>三、实验方法</a:t>
            </a:r>
          </a:p>
        </p:txBody>
      </p:sp>
      <p:sp>
        <p:nvSpPr>
          <p:cNvPr id="29699" name="Rectangle 35"/>
          <p:cNvSpPr>
            <a:spLocks noChangeArrowheads="1"/>
          </p:cNvSpPr>
          <p:nvPr/>
        </p:nvSpPr>
        <p:spPr bwMode="auto">
          <a:xfrm>
            <a:off x="333378" y="1187451"/>
            <a:ext cx="26828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1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面包板布局（供参考）</a:t>
            </a:r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三、测试方法</a:t>
            </a:r>
            <a:endParaRPr lang="en-US" altLang="zh-CN">
              <a:latin typeface="黑体" panose="02010609060101010101" pitchFamily="49" charset="-122"/>
            </a:endParaRPr>
          </a:p>
        </p:txBody>
      </p:sp>
      <p:sp>
        <p:nvSpPr>
          <p:cNvPr id="17" name="左大括号 16"/>
          <p:cNvSpPr/>
          <p:nvPr/>
        </p:nvSpPr>
        <p:spPr>
          <a:xfrm rot="16200000">
            <a:off x="1107819" y="2707643"/>
            <a:ext cx="311299" cy="2271339"/>
          </a:xfrm>
          <a:prstGeom prst="leftBrace">
            <a:avLst>
              <a:gd name="adj1" fmla="val 38379"/>
              <a:gd name="adj2" fmla="val 48393"/>
            </a:avLst>
          </a:prstGeom>
          <a:ln w="28575"/>
          <a:scene3d>
            <a:camera prst="orthographicFront">
              <a:rot lat="20999999" lon="299987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ctr"/>
          <a:lstStyle/>
          <a:p>
            <a:pPr algn="ctr">
              <a:defRPr/>
            </a:pPr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11" name="左大括号 10"/>
          <p:cNvSpPr/>
          <p:nvPr/>
        </p:nvSpPr>
        <p:spPr>
          <a:xfrm rot="16200000">
            <a:off x="4802707" y="3012345"/>
            <a:ext cx="311297" cy="1715311"/>
          </a:xfrm>
          <a:prstGeom prst="leftBrace">
            <a:avLst>
              <a:gd name="adj1" fmla="val 28998"/>
              <a:gd name="adj2" fmla="val 50000"/>
            </a:avLst>
          </a:prstGeom>
          <a:ln w="28575"/>
          <a:scene3d>
            <a:camera prst="orthographicFront">
              <a:rot lat="20999999" lon="299987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ctr"/>
          <a:lstStyle/>
          <a:p>
            <a:pPr algn="ctr">
              <a:defRPr/>
            </a:pPr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12" name="左大括号 11"/>
          <p:cNvSpPr/>
          <p:nvPr/>
        </p:nvSpPr>
        <p:spPr>
          <a:xfrm rot="16200000">
            <a:off x="3086508" y="3140409"/>
            <a:ext cx="311297" cy="1482316"/>
          </a:xfrm>
          <a:prstGeom prst="leftBrace">
            <a:avLst>
              <a:gd name="adj1" fmla="val 37854"/>
              <a:gd name="adj2" fmla="val 50000"/>
            </a:avLst>
          </a:prstGeom>
          <a:ln w="28575"/>
          <a:scene3d>
            <a:camera prst="orthographicFront">
              <a:rot lat="20999999" lon="299987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ctr"/>
          <a:lstStyle/>
          <a:p>
            <a:pPr algn="ctr">
              <a:defRPr/>
            </a:pPr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318477" y="2137790"/>
            <a:ext cx="539555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3" name="Rectangle 35"/>
          <p:cNvSpPr>
            <a:spLocks noChangeArrowheads="1"/>
          </p:cNvSpPr>
          <p:nvPr/>
        </p:nvSpPr>
        <p:spPr bwMode="auto">
          <a:xfrm>
            <a:off x="761185" y="2737490"/>
            <a:ext cx="1133823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None/>
            </a:pPr>
            <a:r>
              <a:rPr lang="zh-CN" altLang="en-US" sz="1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正弦波产生</a:t>
            </a:r>
          </a:p>
        </p:txBody>
      </p:sp>
      <p:sp>
        <p:nvSpPr>
          <p:cNvPr id="24" name="Rectangle 35"/>
          <p:cNvSpPr>
            <a:spLocks noChangeArrowheads="1"/>
          </p:cNvSpPr>
          <p:nvPr/>
        </p:nvSpPr>
        <p:spPr bwMode="auto">
          <a:xfrm>
            <a:off x="2675944" y="2750186"/>
            <a:ext cx="1108868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None/>
            </a:pPr>
            <a:r>
              <a:rPr lang="zh-CN" altLang="en-US" sz="1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电压比较器</a:t>
            </a:r>
          </a:p>
        </p:txBody>
      </p:sp>
      <p:sp>
        <p:nvSpPr>
          <p:cNvPr id="26" name="Rectangle 35"/>
          <p:cNvSpPr>
            <a:spLocks noChangeArrowheads="1"/>
          </p:cNvSpPr>
          <p:nvPr/>
        </p:nvSpPr>
        <p:spPr bwMode="auto">
          <a:xfrm>
            <a:off x="4462359" y="2750186"/>
            <a:ext cx="941387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None/>
            </a:pPr>
            <a:r>
              <a:rPr lang="zh-CN" altLang="en-US" sz="1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积分电路</a:t>
            </a:r>
          </a:p>
        </p:txBody>
      </p:sp>
      <p:sp>
        <p:nvSpPr>
          <p:cNvPr id="29721" name="矩形 33"/>
          <p:cNvSpPr>
            <a:spLocks noChangeArrowheads="1"/>
          </p:cNvSpPr>
          <p:nvPr/>
        </p:nvSpPr>
        <p:spPr bwMode="auto">
          <a:xfrm>
            <a:off x="2079626" y="749301"/>
            <a:ext cx="30051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用示波器分别测量各信号！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63810" y="3577950"/>
            <a:ext cx="5395552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63810" y="3667741"/>
            <a:ext cx="5395552" cy="0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AutoShape 37"/>
          <p:cNvSpPr>
            <a:spLocks noChangeArrowheads="1"/>
          </p:cNvSpPr>
          <p:nvPr/>
        </p:nvSpPr>
        <p:spPr bwMode="auto">
          <a:xfrm>
            <a:off x="6035410" y="1957608"/>
            <a:ext cx="720080" cy="360363"/>
          </a:xfrm>
          <a:prstGeom prst="wedgeRoundRectCallout">
            <a:avLst>
              <a:gd name="adj1" fmla="val -87260"/>
              <a:gd name="adj2" fmla="val -8691"/>
              <a:gd name="adj3" fmla="val 16667"/>
            </a:avLst>
          </a:prstGeom>
          <a:solidFill>
            <a:srgbClr val="99FF66"/>
          </a:solidFill>
          <a:ln w="952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+5V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29" name="AutoShape 37"/>
          <p:cNvSpPr>
            <a:spLocks noChangeArrowheads="1"/>
          </p:cNvSpPr>
          <p:nvPr/>
        </p:nvSpPr>
        <p:spPr bwMode="auto">
          <a:xfrm>
            <a:off x="5904709" y="3092730"/>
            <a:ext cx="936103" cy="360363"/>
          </a:xfrm>
          <a:prstGeom prst="wedgeRoundRectCallout">
            <a:avLst>
              <a:gd name="adj1" fmla="val -79263"/>
              <a:gd name="adj2" fmla="val 69384"/>
              <a:gd name="adj3" fmla="val 16667"/>
            </a:avLst>
          </a:prstGeom>
          <a:solidFill>
            <a:srgbClr val="99FF66"/>
          </a:solidFill>
          <a:ln w="952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公共地</a:t>
            </a:r>
            <a:endParaRPr lang="en-US" altLang="zh-CN" sz="2000" b="1" dirty="0"/>
          </a:p>
        </p:txBody>
      </p:sp>
      <p:sp>
        <p:nvSpPr>
          <p:cNvPr id="30" name="AutoShape 37"/>
          <p:cNvSpPr>
            <a:spLocks noChangeArrowheads="1"/>
          </p:cNvSpPr>
          <p:nvPr/>
        </p:nvSpPr>
        <p:spPr bwMode="auto">
          <a:xfrm>
            <a:off x="6035410" y="3725918"/>
            <a:ext cx="720080" cy="360363"/>
          </a:xfrm>
          <a:prstGeom prst="wedgeRoundRectCallout">
            <a:avLst>
              <a:gd name="adj1" fmla="val -100517"/>
              <a:gd name="adj2" fmla="val -51912"/>
              <a:gd name="adj3" fmla="val 16667"/>
            </a:avLst>
          </a:prstGeom>
          <a:solidFill>
            <a:srgbClr val="99FF66"/>
          </a:solidFill>
          <a:ln w="952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-5V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  <p:bldP spid="28" grpId="0" animBg="1"/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latin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4221"/>
            <a:ext cx="6858000" cy="2915060"/>
          </a:xfrm>
          <a:prstGeom prst="rect">
            <a:avLst/>
          </a:prstGeom>
        </p:spPr>
      </p:pic>
      <p:sp>
        <p:nvSpPr>
          <p:cNvPr id="3" name="AutoShape 37"/>
          <p:cNvSpPr>
            <a:spLocks noChangeArrowheads="1"/>
          </p:cNvSpPr>
          <p:nvPr/>
        </p:nvSpPr>
        <p:spPr bwMode="auto">
          <a:xfrm>
            <a:off x="836712" y="1419624"/>
            <a:ext cx="720080" cy="360363"/>
          </a:xfrm>
          <a:prstGeom prst="wedgeRoundRectCallout">
            <a:avLst>
              <a:gd name="adj1" fmla="val 95078"/>
              <a:gd name="adj2" fmla="val 118181"/>
              <a:gd name="adj3" fmla="val 16667"/>
            </a:avLst>
          </a:prstGeom>
          <a:solidFill>
            <a:srgbClr val="99FF66"/>
          </a:solidFill>
          <a:ln w="952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+5V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5" name="AutoShape 37"/>
          <p:cNvSpPr>
            <a:spLocks noChangeArrowheads="1"/>
          </p:cNvSpPr>
          <p:nvPr/>
        </p:nvSpPr>
        <p:spPr bwMode="auto">
          <a:xfrm>
            <a:off x="3146471" y="3974320"/>
            <a:ext cx="936103" cy="360363"/>
          </a:xfrm>
          <a:prstGeom prst="wedgeRoundRectCallout">
            <a:avLst>
              <a:gd name="adj1" fmla="val -78548"/>
              <a:gd name="adj2" fmla="val -187148"/>
              <a:gd name="adj3" fmla="val 16667"/>
            </a:avLst>
          </a:prstGeom>
          <a:solidFill>
            <a:srgbClr val="99FF66"/>
          </a:solidFill>
          <a:ln w="952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公共地</a:t>
            </a:r>
            <a:endParaRPr lang="en-US" altLang="zh-CN" sz="2000" b="1" dirty="0"/>
          </a:p>
        </p:txBody>
      </p:sp>
      <p:sp>
        <p:nvSpPr>
          <p:cNvPr id="6" name="AutoShape 37"/>
          <p:cNvSpPr>
            <a:spLocks noChangeArrowheads="1"/>
          </p:cNvSpPr>
          <p:nvPr/>
        </p:nvSpPr>
        <p:spPr bwMode="auto">
          <a:xfrm>
            <a:off x="1216571" y="3974320"/>
            <a:ext cx="720080" cy="360363"/>
          </a:xfrm>
          <a:prstGeom prst="wedgeRoundRectCallout">
            <a:avLst>
              <a:gd name="adj1" fmla="val 76938"/>
              <a:gd name="adj2" fmla="val -154618"/>
              <a:gd name="adj3" fmla="val 16667"/>
            </a:avLst>
          </a:prstGeom>
          <a:solidFill>
            <a:srgbClr val="99FF66"/>
          </a:solidFill>
          <a:ln w="952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-5V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AutoShape 37"/>
          <p:cNvSpPr>
            <a:spLocks noChangeArrowheads="1"/>
          </p:cNvSpPr>
          <p:nvPr/>
        </p:nvSpPr>
        <p:spPr bwMode="auto">
          <a:xfrm>
            <a:off x="2348880" y="627536"/>
            <a:ext cx="1224136" cy="648971"/>
          </a:xfrm>
          <a:prstGeom prst="wedgeRoundRectCallout">
            <a:avLst>
              <a:gd name="adj1" fmla="val -81569"/>
              <a:gd name="adj2" fmla="val 74125"/>
              <a:gd name="adj3" fmla="val 16667"/>
            </a:avLst>
          </a:prstGeom>
          <a:solidFill>
            <a:srgbClr val="99FF66"/>
          </a:solidFill>
          <a:ln w="952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模块输出测试端子</a:t>
            </a:r>
            <a:endParaRPr lang="en-US" altLang="zh-CN" sz="2000" b="1" dirty="0"/>
          </a:p>
        </p:txBody>
      </p:sp>
      <p:cxnSp>
        <p:nvCxnSpPr>
          <p:cNvPr id="9" name="直接连接符 8"/>
          <p:cNvCxnSpPr>
            <a:stCxn id="7" idx="3"/>
          </p:cNvCxnSpPr>
          <p:nvPr/>
        </p:nvCxnSpPr>
        <p:spPr>
          <a:xfrm>
            <a:off x="3573017" y="952022"/>
            <a:ext cx="509556" cy="360363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1">
            <a:extLst>
              <a:ext uri="{FF2B5EF4-FFF2-40B4-BE49-F238E27FC236}">
                <a16:creationId xmlns:a16="http://schemas.microsoft.com/office/drawing/2014/main" id="{2515B18F-5822-5DDC-F5C2-4AAEF2B90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" y="-20538"/>
            <a:ext cx="3529012" cy="426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834CBDD1-AA08-E3A2-8CA5-9DA250D9E38C}"/>
              </a:ext>
            </a:extLst>
          </p:cNvPr>
          <p:cNvGrpSpPr>
            <a:grpSpLocks/>
          </p:cNvGrpSpPr>
          <p:nvPr/>
        </p:nvGrpSpPr>
        <p:grpSpPr bwMode="auto">
          <a:xfrm>
            <a:off x="4002475" y="154549"/>
            <a:ext cx="2744390" cy="1512094"/>
            <a:chOff x="7420" y="1073"/>
            <a:chExt cx="6410" cy="3175"/>
          </a:xfrm>
        </p:grpSpPr>
        <p:pic>
          <p:nvPicPr>
            <p:cNvPr id="4" name="图片 2">
              <a:extLst>
                <a:ext uri="{FF2B5EF4-FFF2-40B4-BE49-F238E27FC236}">
                  <a16:creationId xmlns:a16="http://schemas.microsoft.com/office/drawing/2014/main" id="{B444486A-16C0-EB4B-36A9-70A4D3880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8" r="-223" b="1805"/>
            <a:stretch>
              <a:fillRect/>
            </a:stretch>
          </p:blipFill>
          <p:spPr bwMode="auto">
            <a:xfrm>
              <a:off x="7420" y="1073"/>
              <a:ext cx="6410" cy="317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1">
              <a:extLst>
                <a:ext uri="{FF2B5EF4-FFF2-40B4-BE49-F238E27FC236}">
                  <a16:creationId xmlns:a16="http://schemas.microsoft.com/office/drawing/2014/main" id="{EF71E018-11D3-3F56-54F5-62954812D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1" y="1613"/>
              <a:ext cx="1881" cy="15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hangingPunct="1">
                <a:spcBef>
                  <a:spcPct val="0"/>
                </a:spcBef>
                <a:buClr>
                  <a:srgbClr val="000000"/>
                </a:buClr>
                <a:buNone/>
              </a:pPr>
              <a:endParaRPr lang="zh-CN" altLang="en-US" sz="2100">
                <a:solidFill>
                  <a:srgbClr val="000000"/>
                </a:solidFill>
              </a:endParaRPr>
            </a:p>
            <a:p>
              <a:pPr defTabSz="685800" eaLnBrk="1" hangingPunct="1">
                <a:spcBef>
                  <a:spcPct val="0"/>
                </a:spcBef>
                <a:buClr>
                  <a:srgbClr val="000000"/>
                </a:buClr>
                <a:buNone/>
              </a:pPr>
              <a:endParaRPr lang="zh-CN" altLang="en-US" sz="2100">
                <a:solidFill>
                  <a:srgbClr val="000000"/>
                </a:solidFill>
              </a:endParaRPr>
            </a:p>
          </p:txBody>
        </p:sp>
      </p:grpSp>
      <p:sp>
        <p:nvSpPr>
          <p:cNvPr id="19463" name="Line 141">
            <a:extLst>
              <a:ext uri="{FF2B5EF4-FFF2-40B4-BE49-F238E27FC236}">
                <a16:creationId xmlns:a16="http://schemas.microsoft.com/office/drawing/2014/main" id="{EEE5CAB3-3CDB-5665-2866-0D25FDEB1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9338" y="1051322"/>
            <a:ext cx="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/>
            <a:endParaRPr lang="zh-CN" altLang="en-US" sz="2100">
              <a:latin typeface="Times New Roman" panose="02020603050405020304" pitchFamily="18" charset="0"/>
            </a:endParaRPr>
          </a:p>
        </p:txBody>
      </p:sp>
      <p:sp>
        <p:nvSpPr>
          <p:cNvPr id="11" name="文本框 1">
            <a:extLst>
              <a:ext uri="{FF2B5EF4-FFF2-40B4-BE49-F238E27FC236}">
                <a16:creationId xmlns:a16="http://schemas.microsoft.com/office/drawing/2014/main" id="{A9387ADC-5D30-9B21-0097-BD66636A5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1239" y="2105727"/>
            <a:ext cx="5921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7">
            <a:extLst>
              <a:ext uri="{FF2B5EF4-FFF2-40B4-BE49-F238E27FC236}">
                <a16:creationId xmlns:a16="http://schemas.microsoft.com/office/drawing/2014/main" id="{1B60F716-FE41-8973-AFD4-3FEA7F2AF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900" y="2868496"/>
            <a:ext cx="9953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r>
              <a:rPr lang="en-US" altLang="zh-CN" sz="1600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m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8">
            <a:extLst>
              <a:ext uri="{FF2B5EF4-FFF2-40B4-BE49-F238E27FC236}">
                <a16:creationId xmlns:a16="http://schemas.microsoft.com/office/drawing/2014/main" id="{81889108-DE0D-F193-D21C-9028FA08C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677" y="3574639"/>
            <a:ext cx="625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9">
            <a:extLst>
              <a:ext uri="{FF2B5EF4-FFF2-40B4-BE49-F238E27FC236}">
                <a16:creationId xmlns:a16="http://schemas.microsoft.com/office/drawing/2014/main" id="{1D484ECB-CFB3-44BF-48F5-C40898B40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298" y="1562009"/>
            <a:ext cx="4460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1K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20">
            <a:extLst>
              <a:ext uri="{FF2B5EF4-FFF2-40B4-BE49-F238E27FC236}">
                <a16:creationId xmlns:a16="http://schemas.microsoft.com/office/drawing/2014/main" id="{E0986346-121B-95AB-78AE-4E3829E33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288" y="750846"/>
            <a:ext cx="4460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1K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21">
            <a:extLst>
              <a:ext uri="{FF2B5EF4-FFF2-40B4-BE49-F238E27FC236}">
                <a16:creationId xmlns:a16="http://schemas.microsoft.com/office/drawing/2014/main" id="{62D1E6BC-ED0F-B854-4AFF-5FE0CF835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846" y="763835"/>
            <a:ext cx="558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22">
            <a:extLst>
              <a:ext uri="{FF2B5EF4-FFF2-40B4-BE49-F238E27FC236}">
                <a16:creationId xmlns:a16="http://schemas.microsoft.com/office/drawing/2014/main" id="{46B7A4D1-B24B-6432-667D-EBE03784E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249" y="3611159"/>
            <a:ext cx="822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r>
              <a:rPr lang="en-US" altLang="zh-CN" sz="1600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m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">
            <a:extLst>
              <a:ext uri="{FF2B5EF4-FFF2-40B4-BE49-F238E27FC236}">
                <a16:creationId xmlns:a16="http://schemas.microsoft.com/office/drawing/2014/main" id="{8A3342AC-FD58-591E-10D5-88A860D26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165" y="1646679"/>
            <a:ext cx="588963" cy="276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OP07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grpSp>
        <p:nvGrpSpPr>
          <p:cNvPr id="19499" name="组合 19498">
            <a:extLst>
              <a:ext uri="{FF2B5EF4-FFF2-40B4-BE49-F238E27FC236}">
                <a16:creationId xmlns:a16="http://schemas.microsoft.com/office/drawing/2014/main" id="{F9CBC321-7CA2-ADD0-181F-797937C4F6B2}"/>
              </a:ext>
            </a:extLst>
          </p:cNvPr>
          <p:cNvGrpSpPr/>
          <p:nvPr/>
        </p:nvGrpSpPr>
        <p:grpSpPr>
          <a:xfrm>
            <a:off x="2951441" y="2228589"/>
            <a:ext cx="3891355" cy="2786829"/>
            <a:chOff x="2951441" y="2228589"/>
            <a:chExt cx="3891355" cy="2786829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7BCFBF03-6825-4B0C-68FF-F031D1E59289}"/>
                </a:ext>
              </a:extLst>
            </p:cNvPr>
            <p:cNvGrpSpPr/>
            <p:nvPr/>
          </p:nvGrpSpPr>
          <p:grpSpPr>
            <a:xfrm>
              <a:off x="2951441" y="2228589"/>
              <a:ext cx="3891355" cy="2786829"/>
              <a:chOff x="2951441" y="2228589"/>
              <a:chExt cx="3891355" cy="2786829"/>
            </a:xfrm>
          </p:grpSpPr>
          <p:sp>
            <p:nvSpPr>
              <p:cNvPr id="20" name="Rectangle 6">
                <a:extLst>
                  <a:ext uri="{FF2B5EF4-FFF2-40B4-BE49-F238E27FC236}">
                    <a16:creationId xmlns:a16="http://schemas.microsoft.com/office/drawing/2014/main" id="{60F71FAE-423A-4BA2-DCC0-2659F33BF7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4215" y="2641311"/>
                <a:ext cx="3888581" cy="1997869"/>
              </a:xfrm>
              <a:prstGeom prst="rect">
                <a:avLst/>
              </a:prstGeom>
              <a:solidFill>
                <a:srgbClr val="FFFFCC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85800" eaLnBrk="1" hangingPunct="1">
                  <a:spcBef>
                    <a:spcPct val="0"/>
                  </a:spcBef>
                  <a:buClrTx/>
                  <a:buSzTx/>
                  <a:buNone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Line 7">
                <a:extLst>
                  <a:ext uri="{FF2B5EF4-FFF2-40B4-BE49-F238E27FC236}">
                    <a16:creationId xmlns:a16="http://schemas.microsoft.com/office/drawing/2014/main" id="{AE7A38A8-0363-707C-42B1-AC0EC9A34D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4215" y="3127086"/>
                <a:ext cx="3888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" name="Line 8">
                <a:extLst>
                  <a:ext uri="{FF2B5EF4-FFF2-40B4-BE49-F238E27FC236}">
                    <a16:creationId xmlns:a16="http://schemas.microsoft.com/office/drawing/2014/main" id="{AB1D6754-7F24-5FEF-B6F0-18B344FFBD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4215" y="3289011"/>
                <a:ext cx="3888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" name="Line 9">
                <a:extLst>
                  <a:ext uri="{FF2B5EF4-FFF2-40B4-BE49-F238E27FC236}">
                    <a16:creationId xmlns:a16="http://schemas.microsoft.com/office/drawing/2014/main" id="{D51A000E-0252-981F-2C57-3702E85563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4215" y="3450936"/>
                <a:ext cx="3888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" name="Line 10">
                <a:extLst>
                  <a:ext uri="{FF2B5EF4-FFF2-40B4-BE49-F238E27FC236}">
                    <a16:creationId xmlns:a16="http://schemas.microsoft.com/office/drawing/2014/main" id="{233BBFD8-3B92-B28C-328C-282FC74D4C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4215" y="4477255"/>
                <a:ext cx="3888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" name="Line 11">
                <a:extLst>
                  <a:ext uri="{FF2B5EF4-FFF2-40B4-BE49-F238E27FC236}">
                    <a16:creationId xmlns:a16="http://schemas.microsoft.com/office/drawing/2014/main" id="{77395BBF-0B5C-F62C-BA06-6F1EED0B2A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4215" y="3829555"/>
                <a:ext cx="3888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Line 12">
                <a:extLst>
                  <a:ext uri="{FF2B5EF4-FFF2-40B4-BE49-F238E27FC236}">
                    <a16:creationId xmlns:a16="http://schemas.microsoft.com/office/drawing/2014/main" id="{AE3D5518-BC5D-7C50-F58C-A39800B6AD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4215" y="3991480"/>
                <a:ext cx="3888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" name="Line 13">
                <a:extLst>
                  <a:ext uri="{FF2B5EF4-FFF2-40B4-BE49-F238E27FC236}">
                    <a16:creationId xmlns:a16="http://schemas.microsoft.com/office/drawing/2014/main" id="{05499A5E-9A38-271C-4C73-6C2078B582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4215" y="4153405"/>
                <a:ext cx="3888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" name="Line 14">
                <a:extLst>
                  <a:ext uri="{FF2B5EF4-FFF2-40B4-BE49-F238E27FC236}">
                    <a16:creationId xmlns:a16="http://schemas.microsoft.com/office/drawing/2014/main" id="{9D72A1FC-FD05-2820-19F0-B02A3EBA02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4215" y="4315330"/>
                <a:ext cx="3888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" name="Line 15">
                <a:extLst>
                  <a:ext uri="{FF2B5EF4-FFF2-40B4-BE49-F238E27FC236}">
                    <a16:creationId xmlns:a16="http://schemas.microsoft.com/office/drawing/2014/main" id="{39C06C1A-E1C0-FCE9-F269-954A7A00D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4215" y="2802046"/>
                <a:ext cx="3888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" name="Line 16">
                <a:extLst>
                  <a:ext uri="{FF2B5EF4-FFF2-40B4-BE49-F238E27FC236}">
                    <a16:creationId xmlns:a16="http://schemas.microsoft.com/office/drawing/2014/main" id="{5B6C5CC7-2021-8EA4-09D2-A172F11FE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4215" y="2963971"/>
                <a:ext cx="3888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" name="Line 20">
                <a:extLst>
                  <a:ext uri="{FF2B5EF4-FFF2-40B4-BE49-F238E27FC236}">
                    <a16:creationId xmlns:a16="http://schemas.microsoft.com/office/drawing/2014/main" id="{4C24B043-60C5-5A79-0517-37EE0D490A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7331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" name="Line 21">
                <a:extLst>
                  <a:ext uri="{FF2B5EF4-FFF2-40B4-BE49-F238E27FC236}">
                    <a16:creationId xmlns:a16="http://schemas.microsoft.com/office/drawing/2014/main" id="{7452E90E-6BC0-D0DA-EE3E-E59FE777CC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9256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" name="Line 22">
                <a:extLst>
                  <a:ext uri="{FF2B5EF4-FFF2-40B4-BE49-F238E27FC236}">
                    <a16:creationId xmlns:a16="http://schemas.microsoft.com/office/drawing/2014/main" id="{BE9E4DBA-37F8-FD06-850C-D6CC997C7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1181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" name="Line 23">
                <a:extLst>
                  <a:ext uri="{FF2B5EF4-FFF2-40B4-BE49-F238E27FC236}">
                    <a16:creationId xmlns:a16="http://schemas.microsoft.com/office/drawing/2014/main" id="{015ADDD8-1CDD-3D06-E645-93C2CE20E8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106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" name="Line 24">
                <a:extLst>
                  <a:ext uri="{FF2B5EF4-FFF2-40B4-BE49-F238E27FC236}">
                    <a16:creationId xmlns:a16="http://schemas.microsoft.com/office/drawing/2014/main" id="{CA694E54-8538-EB23-FC7C-558B2CB829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5031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" name="Line 25">
                <a:extLst>
                  <a:ext uri="{FF2B5EF4-FFF2-40B4-BE49-F238E27FC236}">
                    <a16:creationId xmlns:a16="http://schemas.microsoft.com/office/drawing/2014/main" id="{2903AB43-40D4-5E6E-CC9E-8A5B2F5F23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6956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" name="Line 26">
                <a:extLst>
                  <a:ext uri="{FF2B5EF4-FFF2-40B4-BE49-F238E27FC236}">
                    <a16:creationId xmlns:a16="http://schemas.microsoft.com/office/drawing/2014/main" id="{5D86C1D8-6316-94D0-1065-5B479B6567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8881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" name="Line 27">
                <a:extLst>
                  <a:ext uri="{FF2B5EF4-FFF2-40B4-BE49-F238E27FC236}">
                    <a16:creationId xmlns:a16="http://schemas.microsoft.com/office/drawing/2014/main" id="{2A29574B-E9D7-86B3-9C49-BE034B0C48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0806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" name="Line 28">
                <a:extLst>
                  <a:ext uri="{FF2B5EF4-FFF2-40B4-BE49-F238E27FC236}">
                    <a16:creationId xmlns:a16="http://schemas.microsoft.com/office/drawing/2014/main" id="{B9FA7293-1B48-21E2-F23A-E027021806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2731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" name="Line 29">
                <a:extLst>
                  <a:ext uri="{FF2B5EF4-FFF2-40B4-BE49-F238E27FC236}">
                    <a16:creationId xmlns:a16="http://schemas.microsoft.com/office/drawing/2014/main" id="{353DA6A4-6A2F-496C-7EBF-297EFEDF1B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5846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" name="Line 30">
                <a:extLst>
                  <a:ext uri="{FF2B5EF4-FFF2-40B4-BE49-F238E27FC236}">
                    <a16:creationId xmlns:a16="http://schemas.microsoft.com/office/drawing/2014/main" id="{0386B2C3-718C-7C70-B7E3-B0C71D4C0E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37771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" name="Line 31">
                <a:extLst>
                  <a:ext uri="{FF2B5EF4-FFF2-40B4-BE49-F238E27FC236}">
                    <a16:creationId xmlns:a16="http://schemas.microsoft.com/office/drawing/2014/main" id="{E81C38FB-5481-9CCB-DD64-E89904FC3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9696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" name="Line 32">
                <a:extLst>
                  <a:ext uri="{FF2B5EF4-FFF2-40B4-BE49-F238E27FC236}">
                    <a16:creationId xmlns:a16="http://schemas.microsoft.com/office/drawing/2014/main" id="{0089124A-D7D0-859F-2187-52C315CB04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61621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" name="Line 33">
                <a:extLst>
                  <a:ext uri="{FF2B5EF4-FFF2-40B4-BE49-F238E27FC236}">
                    <a16:creationId xmlns:a16="http://schemas.microsoft.com/office/drawing/2014/main" id="{9346920E-4A52-6008-68EF-E3D8FCB5A8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3546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" name="Line 34">
                <a:extLst>
                  <a:ext uri="{FF2B5EF4-FFF2-40B4-BE49-F238E27FC236}">
                    <a16:creationId xmlns:a16="http://schemas.microsoft.com/office/drawing/2014/main" id="{09734DC2-325B-1D26-5E08-8EE03BDD5A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85471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" name="Line 35">
                <a:extLst>
                  <a:ext uri="{FF2B5EF4-FFF2-40B4-BE49-F238E27FC236}">
                    <a16:creationId xmlns:a16="http://schemas.microsoft.com/office/drawing/2014/main" id="{F7B48027-D9ED-0C25-05F9-2B6F374666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47396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Line 36">
                <a:extLst>
                  <a:ext uri="{FF2B5EF4-FFF2-40B4-BE49-F238E27FC236}">
                    <a16:creationId xmlns:a16="http://schemas.microsoft.com/office/drawing/2014/main" id="{65278E15-5624-E6B8-D299-BA80F0CBBD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9321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" name="Line 37">
                <a:extLst>
                  <a:ext uri="{FF2B5EF4-FFF2-40B4-BE49-F238E27FC236}">
                    <a16:creationId xmlns:a16="http://schemas.microsoft.com/office/drawing/2014/main" id="{645E0168-9E35-D64A-D217-3DBF461247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71246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Line 38">
                <a:extLst>
                  <a:ext uri="{FF2B5EF4-FFF2-40B4-BE49-F238E27FC236}">
                    <a16:creationId xmlns:a16="http://schemas.microsoft.com/office/drawing/2014/main" id="{26DC113C-4CCF-47CA-AD3F-76C09D8718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33171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" name="Line 39">
                <a:extLst>
                  <a:ext uri="{FF2B5EF4-FFF2-40B4-BE49-F238E27FC236}">
                    <a16:creationId xmlns:a16="http://schemas.microsoft.com/office/drawing/2014/main" id="{5EB1C819-F00D-144A-C722-9B80260B3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5096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" name="Line 40">
                <a:extLst>
                  <a:ext uri="{FF2B5EF4-FFF2-40B4-BE49-F238E27FC236}">
                    <a16:creationId xmlns:a16="http://schemas.microsoft.com/office/drawing/2014/main" id="{65808F30-79BE-36EC-2CEE-DA267F5285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57021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Line 41">
                <a:extLst>
                  <a:ext uri="{FF2B5EF4-FFF2-40B4-BE49-F238E27FC236}">
                    <a16:creationId xmlns:a16="http://schemas.microsoft.com/office/drawing/2014/main" id="{8EF4895F-4B40-F7E6-CF4C-F00159F12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18946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" name="Line 42">
                <a:extLst>
                  <a:ext uri="{FF2B5EF4-FFF2-40B4-BE49-F238E27FC236}">
                    <a16:creationId xmlns:a16="http://schemas.microsoft.com/office/drawing/2014/main" id="{B055A5BE-52AE-5758-59AE-557DB03C87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80871" y="2641311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" name="Line 43">
                <a:extLst>
                  <a:ext uri="{FF2B5EF4-FFF2-40B4-BE49-F238E27FC236}">
                    <a16:creationId xmlns:a16="http://schemas.microsoft.com/office/drawing/2014/main" id="{E9BD075B-AA87-EDDC-D34D-6F97F0A5E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7331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" name="Line 44">
                <a:extLst>
                  <a:ext uri="{FF2B5EF4-FFF2-40B4-BE49-F238E27FC236}">
                    <a16:creationId xmlns:a16="http://schemas.microsoft.com/office/drawing/2014/main" id="{14BF0DA0-7880-576B-7D98-89EA6BDE00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9256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" name="Line 45">
                <a:extLst>
                  <a:ext uri="{FF2B5EF4-FFF2-40B4-BE49-F238E27FC236}">
                    <a16:creationId xmlns:a16="http://schemas.microsoft.com/office/drawing/2014/main" id="{6ABADD35-16BC-2B37-C6B1-4532416AFB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1181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" name="Line 46">
                <a:extLst>
                  <a:ext uri="{FF2B5EF4-FFF2-40B4-BE49-F238E27FC236}">
                    <a16:creationId xmlns:a16="http://schemas.microsoft.com/office/drawing/2014/main" id="{E647CB7E-548E-8E20-1943-0887090CFF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106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" name="Line 47">
                <a:extLst>
                  <a:ext uri="{FF2B5EF4-FFF2-40B4-BE49-F238E27FC236}">
                    <a16:creationId xmlns:a16="http://schemas.microsoft.com/office/drawing/2014/main" id="{5A42F651-F50B-0F65-DFE6-3A20F6BAF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5031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9" name="Line 48">
                <a:extLst>
                  <a:ext uri="{FF2B5EF4-FFF2-40B4-BE49-F238E27FC236}">
                    <a16:creationId xmlns:a16="http://schemas.microsoft.com/office/drawing/2014/main" id="{50B788A4-E628-AE4F-6215-20F0828D4B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6956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" name="Line 49">
                <a:extLst>
                  <a:ext uri="{FF2B5EF4-FFF2-40B4-BE49-F238E27FC236}">
                    <a16:creationId xmlns:a16="http://schemas.microsoft.com/office/drawing/2014/main" id="{3D9AEBFC-1825-4111-02D0-0ADAB8C088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8881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" name="Line 50">
                <a:extLst>
                  <a:ext uri="{FF2B5EF4-FFF2-40B4-BE49-F238E27FC236}">
                    <a16:creationId xmlns:a16="http://schemas.microsoft.com/office/drawing/2014/main" id="{34FFD317-7947-8AC0-E245-FC2F8949A8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0806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" name="Line 51">
                <a:extLst>
                  <a:ext uri="{FF2B5EF4-FFF2-40B4-BE49-F238E27FC236}">
                    <a16:creationId xmlns:a16="http://schemas.microsoft.com/office/drawing/2014/main" id="{72C9ED65-9E1F-77FF-945A-99402861E6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2731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3" name="Line 52">
                <a:extLst>
                  <a:ext uri="{FF2B5EF4-FFF2-40B4-BE49-F238E27FC236}">
                    <a16:creationId xmlns:a16="http://schemas.microsoft.com/office/drawing/2014/main" id="{B0B69205-6E6A-FBF5-A959-3BBDB96781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5846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" name="Line 53">
                <a:extLst>
                  <a:ext uri="{FF2B5EF4-FFF2-40B4-BE49-F238E27FC236}">
                    <a16:creationId xmlns:a16="http://schemas.microsoft.com/office/drawing/2014/main" id="{031FE3FF-F912-CA76-34DC-6303F659F9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37771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" name="Line 54">
                <a:extLst>
                  <a:ext uri="{FF2B5EF4-FFF2-40B4-BE49-F238E27FC236}">
                    <a16:creationId xmlns:a16="http://schemas.microsoft.com/office/drawing/2014/main" id="{87E5BCFF-D2E4-37EC-EC15-0A3B0F89A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9696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6" name="Line 55">
                <a:extLst>
                  <a:ext uri="{FF2B5EF4-FFF2-40B4-BE49-F238E27FC236}">
                    <a16:creationId xmlns:a16="http://schemas.microsoft.com/office/drawing/2014/main" id="{DE0F525E-24C3-EECA-6AB7-69A69F1B7E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61621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7" name="Line 56">
                <a:extLst>
                  <a:ext uri="{FF2B5EF4-FFF2-40B4-BE49-F238E27FC236}">
                    <a16:creationId xmlns:a16="http://schemas.microsoft.com/office/drawing/2014/main" id="{FA353AD7-931D-8050-AD78-AB086A80EB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3546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" name="Line 57">
                <a:extLst>
                  <a:ext uri="{FF2B5EF4-FFF2-40B4-BE49-F238E27FC236}">
                    <a16:creationId xmlns:a16="http://schemas.microsoft.com/office/drawing/2014/main" id="{E12482F4-BF2F-ED16-F7AD-66AAC5886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85471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" name="Line 58">
                <a:extLst>
                  <a:ext uri="{FF2B5EF4-FFF2-40B4-BE49-F238E27FC236}">
                    <a16:creationId xmlns:a16="http://schemas.microsoft.com/office/drawing/2014/main" id="{A670E69F-5F1D-2D7D-11E9-6AE09A6099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47396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" name="Line 59">
                <a:extLst>
                  <a:ext uri="{FF2B5EF4-FFF2-40B4-BE49-F238E27FC236}">
                    <a16:creationId xmlns:a16="http://schemas.microsoft.com/office/drawing/2014/main" id="{699D01D6-453C-1452-AE0D-6DD4D15477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9321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1" name="Line 60">
                <a:extLst>
                  <a:ext uri="{FF2B5EF4-FFF2-40B4-BE49-F238E27FC236}">
                    <a16:creationId xmlns:a16="http://schemas.microsoft.com/office/drawing/2014/main" id="{2DDBF0D4-E072-EB54-D8E2-4F1CC4BD1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71246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" name="Line 61">
                <a:extLst>
                  <a:ext uri="{FF2B5EF4-FFF2-40B4-BE49-F238E27FC236}">
                    <a16:creationId xmlns:a16="http://schemas.microsoft.com/office/drawing/2014/main" id="{5CDC0978-6B7E-B0C5-0586-BF35A4A885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33171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" name="Line 62">
                <a:extLst>
                  <a:ext uri="{FF2B5EF4-FFF2-40B4-BE49-F238E27FC236}">
                    <a16:creationId xmlns:a16="http://schemas.microsoft.com/office/drawing/2014/main" id="{82413883-95F7-5E14-6E8B-5108993EC9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5096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4" name="Line 63">
                <a:extLst>
                  <a:ext uri="{FF2B5EF4-FFF2-40B4-BE49-F238E27FC236}">
                    <a16:creationId xmlns:a16="http://schemas.microsoft.com/office/drawing/2014/main" id="{E9A60129-3709-666C-19F9-95EAA8C505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57021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" name="Line 64">
                <a:extLst>
                  <a:ext uri="{FF2B5EF4-FFF2-40B4-BE49-F238E27FC236}">
                    <a16:creationId xmlns:a16="http://schemas.microsoft.com/office/drawing/2014/main" id="{1FF0F5C8-4A71-4D77-CB0A-F76F42D6A3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18946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6" name="Line 65">
                <a:extLst>
                  <a:ext uri="{FF2B5EF4-FFF2-40B4-BE49-F238E27FC236}">
                    <a16:creationId xmlns:a16="http://schemas.microsoft.com/office/drawing/2014/main" id="{6E3C5677-3A8C-401F-2893-2D2CF3E65A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80871" y="3828365"/>
                <a:ext cx="0" cy="8096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7" name="Line 141">
                <a:extLst>
                  <a:ext uri="{FF2B5EF4-FFF2-40B4-BE49-F238E27FC236}">
                    <a16:creationId xmlns:a16="http://schemas.microsoft.com/office/drawing/2014/main" id="{1A671A2A-242D-7177-7692-DADEBB9BE8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22406" y="3761690"/>
                <a:ext cx="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" name="Rectangle 6">
                <a:extLst>
                  <a:ext uri="{FF2B5EF4-FFF2-40B4-BE49-F238E27FC236}">
                    <a16:creationId xmlns:a16="http://schemas.microsoft.com/office/drawing/2014/main" id="{9FADBEA5-B4F5-80A5-176C-F315328612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1441" y="4717821"/>
                <a:ext cx="3888581" cy="153590"/>
              </a:xfrm>
              <a:prstGeom prst="rect">
                <a:avLst/>
              </a:prstGeom>
              <a:solidFill>
                <a:srgbClr val="FFFFCC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85800" eaLnBrk="1" hangingPunct="1">
                  <a:spcBef>
                    <a:spcPct val="0"/>
                  </a:spcBef>
                  <a:buClrTx/>
                  <a:buSzTx/>
                  <a:buNone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79" name="Line 65">
                <a:extLst>
                  <a:ext uri="{FF2B5EF4-FFF2-40B4-BE49-F238E27FC236}">
                    <a16:creationId xmlns:a16="http://schemas.microsoft.com/office/drawing/2014/main" id="{5771EB79-BB33-49DF-C530-D39CF96940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7331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" name="Line 65">
                <a:extLst>
                  <a:ext uri="{FF2B5EF4-FFF2-40B4-BE49-F238E27FC236}">
                    <a16:creationId xmlns:a16="http://schemas.microsoft.com/office/drawing/2014/main" id="{84AC54F7-E428-1EB3-A876-5116E8B1EE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2684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" name="Line 65">
                <a:extLst>
                  <a:ext uri="{FF2B5EF4-FFF2-40B4-BE49-F238E27FC236}">
                    <a16:creationId xmlns:a16="http://schemas.microsoft.com/office/drawing/2014/main" id="{CBBBD1C7-B984-473B-5736-96E0A4E854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4609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" name="Line 65">
                <a:extLst>
                  <a:ext uri="{FF2B5EF4-FFF2-40B4-BE49-F238E27FC236}">
                    <a16:creationId xmlns:a16="http://schemas.microsoft.com/office/drawing/2014/main" id="{7DFBF6DA-7B8D-A84D-0ECF-8F640346A5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106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" name="Line 65">
                <a:extLst>
                  <a:ext uri="{FF2B5EF4-FFF2-40B4-BE49-F238E27FC236}">
                    <a16:creationId xmlns:a16="http://schemas.microsoft.com/office/drawing/2014/main" id="{1AB2C188-1E0D-A020-AF20-D7D12C8728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5031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" name="Line 65">
                <a:extLst>
                  <a:ext uri="{FF2B5EF4-FFF2-40B4-BE49-F238E27FC236}">
                    <a16:creationId xmlns:a16="http://schemas.microsoft.com/office/drawing/2014/main" id="{F56B85CE-569B-291D-EAB2-D41804C9CF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0384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Line 65">
                <a:extLst>
                  <a:ext uri="{FF2B5EF4-FFF2-40B4-BE49-F238E27FC236}">
                    <a16:creationId xmlns:a16="http://schemas.microsoft.com/office/drawing/2014/main" id="{28D12867-1981-9C87-D91D-72959EBD7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2309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" name="Line 65">
                <a:extLst>
                  <a:ext uri="{FF2B5EF4-FFF2-40B4-BE49-F238E27FC236}">
                    <a16:creationId xmlns:a16="http://schemas.microsoft.com/office/drawing/2014/main" id="{47552795-EDD4-0E07-2FE2-8E743C599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0806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7" name="Line 65">
                <a:extLst>
                  <a:ext uri="{FF2B5EF4-FFF2-40B4-BE49-F238E27FC236}">
                    <a16:creationId xmlns:a16="http://schemas.microsoft.com/office/drawing/2014/main" id="{B894505D-A044-2F60-CD2B-F9AF6F1902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3921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" name="Line 65">
                <a:extLst>
                  <a:ext uri="{FF2B5EF4-FFF2-40B4-BE49-F238E27FC236}">
                    <a16:creationId xmlns:a16="http://schemas.microsoft.com/office/drawing/2014/main" id="{1CFA2D4F-AD51-9600-2A0D-DCC60823F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9274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" name="Line 65">
                <a:extLst>
                  <a:ext uri="{FF2B5EF4-FFF2-40B4-BE49-F238E27FC236}">
                    <a16:creationId xmlns:a16="http://schemas.microsoft.com/office/drawing/2014/main" id="{A85EEDB1-D912-BA0C-B8FF-DEE51F0DE9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1199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0" name="Line 65">
                <a:extLst>
                  <a:ext uri="{FF2B5EF4-FFF2-40B4-BE49-F238E27FC236}">
                    <a16:creationId xmlns:a16="http://schemas.microsoft.com/office/drawing/2014/main" id="{18B9E77E-FEBC-B008-2535-27FDD95F26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9696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1" name="Line 65">
                <a:extLst>
                  <a:ext uri="{FF2B5EF4-FFF2-40B4-BE49-F238E27FC236}">
                    <a16:creationId xmlns:a16="http://schemas.microsoft.com/office/drawing/2014/main" id="{6DCD2753-5A24-274A-1FAA-4F0E829348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61621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" name="Line 65">
                <a:extLst>
                  <a:ext uri="{FF2B5EF4-FFF2-40B4-BE49-F238E27FC236}">
                    <a16:creationId xmlns:a16="http://schemas.microsoft.com/office/drawing/2014/main" id="{60F4E590-B6F6-4DA9-AA99-B7F58A0228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6974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3" name="Line 65">
                <a:extLst>
                  <a:ext uri="{FF2B5EF4-FFF2-40B4-BE49-F238E27FC236}">
                    <a16:creationId xmlns:a16="http://schemas.microsoft.com/office/drawing/2014/main" id="{F8B534ED-C1D9-287C-6AD4-FA330FE8E9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88899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" name="Line 65">
                <a:extLst>
                  <a:ext uri="{FF2B5EF4-FFF2-40B4-BE49-F238E27FC236}">
                    <a16:creationId xmlns:a16="http://schemas.microsoft.com/office/drawing/2014/main" id="{79D26739-07A1-C542-C976-0337D2F3D2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47396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5" name="Line 65">
                <a:extLst>
                  <a:ext uri="{FF2B5EF4-FFF2-40B4-BE49-F238E27FC236}">
                    <a16:creationId xmlns:a16="http://schemas.microsoft.com/office/drawing/2014/main" id="{D2F0E81F-79D0-247C-6CCD-B3A0861579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5893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" name="Line 65">
                <a:extLst>
                  <a:ext uri="{FF2B5EF4-FFF2-40B4-BE49-F238E27FC236}">
                    <a16:creationId xmlns:a16="http://schemas.microsoft.com/office/drawing/2014/main" id="{1F9184B0-E981-268F-06DD-2EBDA4F1BA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71246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9" name="Line 65">
                <a:extLst>
                  <a:ext uri="{FF2B5EF4-FFF2-40B4-BE49-F238E27FC236}">
                    <a16:creationId xmlns:a16="http://schemas.microsoft.com/office/drawing/2014/main" id="{BEE76BAB-93B7-D145-14A3-85B8B1D137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33171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" name="Line 65">
                <a:extLst>
                  <a:ext uri="{FF2B5EF4-FFF2-40B4-BE49-F238E27FC236}">
                    <a16:creationId xmlns:a16="http://schemas.microsoft.com/office/drawing/2014/main" id="{B83E854A-D210-6BEC-697C-CD9BA20371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1668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" name="Line 65">
                <a:extLst>
                  <a:ext uri="{FF2B5EF4-FFF2-40B4-BE49-F238E27FC236}">
                    <a16:creationId xmlns:a16="http://schemas.microsoft.com/office/drawing/2014/main" id="{F76EFDAC-5AF6-689B-4DAA-2EDDFFFE98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53593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" name="Line 65">
                <a:extLst>
                  <a:ext uri="{FF2B5EF4-FFF2-40B4-BE49-F238E27FC236}">
                    <a16:creationId xmlns:a16="http://schemas.microsoft.com/office/drawing/2014/main" id="{508EAC9A-5322-D8A9-A9CC-F318D89C70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18946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" name="Line 65">
                <a:extLst>
                  <a:ext uri="{FF2B5EF4-FFF2-40B4-BE49-F238E27FC236}">
                    <a16:creationId xmlns:a16="http://schemas.microsoft.com/office/drawing/2014/main" id="{AE76947D-3D58-C7BA-DD16-12892C772A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80871" y="472192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08EC4F03-EDE2-514C-6DC1-12B04BAE9A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4215" y="2385154"/>
                <a:ext cx="3888581" cy="153590"/>
              </a:xfrm>
              <a:prstGeom prst="rect">
                <a:avLst/>
              </a:prstGeom>
              <a:solidFill>
                <a:srgbClr val="FFFFCC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85800" eaLnBrk="1" hangingPunct="1">
                  <a:spcBef>
                    <a:spcPct val="0"/>
                  </a:spcBef>
                  <a:buClrTx/>
                  <a:buSzTx/>
                  <a:buNone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05" name="Line 65">
                <a:extLst>
                  <a:ext uri="{FF2B5EF4-FFF2-40B4-BE49-F238E27FC236}">
                    <a16:creationId xmlns:a16="http://schemas.microsoft.com/office/drawing/2014/main" id="{DACA642C-4CE0-3909-C05B-09351DABE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4754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" name="Line 65">
                <a:extLst>
                  <a:ext uri="{FF2B5EF4-FFF2-40B4-BE49-F238E27FC236}">
                    <a16:creationId xmlns:a16="http://schemas.microsoft.com/office/drawing/2014/main" id="{032C2FD3-42D5-DAAB-0E56-6D064540FA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0107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" name="Line 65">
                <a:extLst>
                  <a:ext uri="{FF2B5EF4-FFF2-40B4-BE49-F238E27FC236}">
                    <a16:creationId xmlns:a16="http://schemas.microsoft.com/office/drawing/2014/main" id="{05B23806-8F3A-09FC-AC95-975DDE1F72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2032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8" name="Line 65">
                <a:extLst>
                  <a:ext uri="{FF2B5EF4-FFF2-40B4-BE49-F238E27FC236}">
                    <a16:creationId xmlns:a16="http://schemas.microsoft.com/office/drawing/2014/main" id="{54F5DD98-CCB1-E165-8770-ED3A54414B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529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9" name="Line 65">
                <a:extLst>
                  <a:ext uri="{FF2B5EF4-FFF2-40B4-BE49-F238E27FC236}">
                    <a16:creationId xmlns:a16="http://schemas.microsoft.com/office/drawing/2014/main" id="{EBE05A5D-3201-3563-8F58-F67902DEA1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2454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" name="Line 65">
                <a:extLst>
                  <a:ext uri="{FF2B5EF4-FFF2-40B4-BE49-F238E27FC236}">
                    <a16:creationId xmlns:a16="http://schemas.microsoft.com/office/drawing/2014/main" id="{C53C194D-DC80-E1C2-1B7E-2ED44469E6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7807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1" name="Line 65">
                <a:extLst>
                  <a:ext uri="{FF2B5EF4-FFF2-40B4-BE49-F238E27FC236}">
                    <a16:creationId xmlns:a16="http://schemas.microsoft.com/office/drawing/2014/main" id="{84445500-3F16-11B4-1F6B-30A1C527CF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9732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" name="Line 65">
                <a:extLst>
                  <a:ext uri="{FF2B5EF4-FFF2-40B4-BE49-F238E27FC236}">
                    <a16:creationId xmlns:a16="http://schemas.microsoft.com/office/drawing/2014/main" id="{FE1226C2-9C45-1C96-4DE7-B1B7D2CC6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8229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3" name="Line 65">
                <a:extLst>
                  <a:ext uri="{FF2B5EF4-FFF2-40B4-BE49-F238E27FC236}">
                    <a16:creationId xmlns:a16="http://schemas.microsoft.com/office/drawing/2014/main" id="{59893768-93E3-9613-A837-FB3F7AB559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1344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4" name="Line 65">
                <a:extLst>
                  <a:ext uri="{FF2B5EF4-FFF2-40B4-BE49-F238E27FC236}">
                    <a16:creationId xmlns:a16="http://schemas.microsoft.com/office/drawing/2014/main" id="{5E8E30FC-EAFE-65BE-CAB4-ED5B2E0E72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6697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5" name="Line 65">
                <a:extLst>
                  <a:ext uri="{FF2B5EF4-FFF2-40B4-BE49-F238E27FC236}">
                    <a16:creationId xmlns:a16="http://schemas.microsoft.com/office/drawing/2014/main" id="{ECCD42ED-D037-1543-4DBF-3FFA86D947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38622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6" name="Line 65">
                <a:extLst>
                  <a:ext uri="{FF2B5EF4-FFF2-40B4-BE49-F238E27FC236}">
                    <a16:creationId xmlns:a16="http://schemas.microsoft.com/office/drawing/2014/main" id="{2443EE7A-58BF-BFCD-3377-919C5BE3A6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7119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8" name="Line 65">
                <a:extLst>
                  <a:ext uri="{FF2B5EF4-FFF2-40B4-BE49-F238E27FC236}">
                    <a16:creationId xmlns:a16="http://schemas.microsoft.com/office/drawing/2014/main" id="{5671A8B3-4C8C-E489-1C6F-F9F90B3382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59044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9" name="Line 65">
                <a:extLst>
                  <a:ext uri="{FF2B5EF4-FFF2-40B4-BE49-F238E27FC236}">
                    <a16:creationId xmlns:a16="http://schemas.microsoft.com/office/drawing/2014/main" id="{C35AC21D-D3AC-1314-1E01-6EB48EBDE5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4397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0" name="Line 65">
                <a:extLst>
                  <a:ext uri="{FF2B5EF4-FFF2-40B4-BE49-F238E27FC236}">
                    <a16:creationId xmlns:a16="http://schemas.microsoft.com/office/drawing/2014/main" id="{018E3491-E4D8-9A0E-B30C-B563AF637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86322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1" name="Line 65">
                <a:extLst>
                  <a:ext uri="{FF2B5EF4-FFF2-40B4-BE49-F238E27FC236}">
                    <a16:creationId xmlns:a16="http://schemas.microsoft.com/office/drawing/2014/main" id="{70D7F023-5EAA-1D96-8352-E2E31A186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44819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" name="Line 65">
                <a:extLst>
                  <a:ext uri="{FF2B5EF4-FFF2-40B4-BE49-F238E27FC236}">
                    <a16:creationId xmlns:a16="http://schemas.microsoft.com/office/drawing/2014/main" id="{47939DC0-2BAB-EEA9-800E-E3EA431CD4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316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" name="Line 65">
                <a:extLst>
                  <a:ext uri="{FF2B5EF4-FFF2-40B4-BE49-F238E27FC236}">
                    <a16:creationId xmlns:a16="http://schemas.microsoft.com/office/drawing/2014/main" id="{9C9C0086-9BAC-9F72-5FCB-E1A0F2E234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68669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4" name="Line 65">
                <a:extLst>
                  <a:ext uri="{FF2B5EF4-FFF2-40B4-BE49-F238E27FC236}">
                    <a16:creationId xmlns:a16="http://schemas.microsoft.com/office/drawing/2014/main" id="{A48B7AC3-5DA0-C6B5-FB40-3E8516FAE7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30594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" name="Line 65">
                <a:extLst>
                  <a:ext uri="{FF2B5EF4-FFF2-40B4-BE49-F238E27FC236}">
                    <a16:creationId xmlns:a16="http://schemas.microsoft.com/office/drawing/2014/main" id="{E4AE51F8-499F-7A32-0585-7D30B9C3FD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89091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6" name="Line 65">
                <a:extLst>
                  <a:ext uri="{FF2B5EF4-FFF2-40B4-BE49-F238E27FC236}">
                    <a16:creationId xmlns:a16="http://schemas.microsoft.com/office/drawing/2014/main" id="{3534BB8E-6A02-126B-9BB3-9EC7B63FE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51016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" name="Line 65">
                <a:extLst>
                  <a:ext uri="{FF2B5EF4-FFF2-40B4-BE49-F238E27FC236}">
                    <a16:creationId xmlns:a16="http://schemas.microsoft.com/office/drawing/2014/main" id="{6BFDD28E-A232-F81A-A9D9-B04C13348A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16369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" name="Line 65">
                <a:extLst>
                  <a:ext uri="{FF2B5EF4-FFF2-40B4-BE49-F238E27FC236}">
                    <a16:creationId xmlns:a16="http://schemas.microsoft.com/office/drawing/2014/main" id="{1611C5AC-DAF9-F4B8-B487-CBAE1CD9F1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78294" y="2383964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0" name="Rectangle 6">
                <a:extLst>
                  <a:ext uri="{FF2B5EF4-FFF2-40B4-BE49-F238E27FC236}">
                    <a16:creationId xmlns:a16="http://schemas.microsoft.com/office/drawing/2014/main" id="{3BB82EA0-A753-335D-53BD-379D54BACD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4215" y="2238752"/>
                <a:ext cx="3888581" cy="153590"/>
              </a:xfrm>
              <a:prstGeom prst="rect">
                <a:avLst/>
              </a:prstGeom>
              <a:solidFill>
                <a:srgbClr val="FFFFCC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85800" eaLnBrk="1" hangingPunct="1">
                  <a:spcBef>
                    <a:spcPct val="0"/>
                  </a:spcBef>
                  <a:buClrTx/>
                  <a:buSzTx/>
                  <a:buNone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31" name="Line 65">
                <a:extLst>
                  <a:ext uri="{FF2B5EF4-FFF2-40B4-BE49-F238E27FC236}">
                    <a16:creationId xmlns:a16="http://schemas.microsoft.com/office/drawing/2014/main" id="{43A16339-34D2-9CB5-C596-1FE5E336A8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3367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" name="Line 65">
                <a:extLst>
                  <a:ext uri="{FF2B5EF4-FFF2-40B4-BE49-F238E27FC236}">
                    <a16:creationId xmlns:a16="http://schemas.microsoft.com/office/drawing/2014/main" id="{C386A2EC-0699-73C1-5428-FB08200D01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8720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8" name="Line 65">
                <a:extLst>
                  <a:ext uri="{FF2B5EF4-FFF2-40B4-BE49-F238E27FC236}">
                    <a16:creationId xmlns:a16="http://schemas.microsoft.com/office/drawing/2014/main" id="{5DD5508F-9829-FC53-9C0D-1201099C0C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0645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9" name="Line 65">
                <a:extLst>
                  <a:ext uri="{FF2B5EF4-FFF2-40B4-BE49-F238E27FC236}">
                    <a16:creationId xmlns:a16="http://schemas.microsoft.com/office/drawing/2014/main" id="{0EFCBBA0-A034-2D34-B38A-4D32DC25C7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9142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0" name="Line 65">
                <a:extLst>
                  <a:ext uri="{FF2B5EF4-FFF2-40B4-BE49-F238E27FC236}">
                    <a16:creationId xmlns:a16="http://schemas.microsoft.com/office/drawing/2014/main" id="{113A1B66-BE92-BBFD-2536-61587D49A6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1067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1" name="Line 65">
                <a:extLst>
                  <a:ext uri="{FF2B5EF4-FFF2-40B4-BE49-F238E27FC236}">
                    <a16:creationId xmlns:a16="http://schemas.microsoft.com/office/drawing/2014/main" id="{F4EFE455-8C5F-3493-5B66-462AA40F85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6420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" name="Line 65">
                <a:extLst>
                  <a:ext uri="{FF2B5EF4-FFF2-40B4-BE49-F238E27FC236}">
                    <a16:creationId xmlns:a16="http://schemas.microsoft.com/office/drawing/2014/main" id="{3CDFE7A3-3141-6A4B-677F-4A904D788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8345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" name="Line 65">
                <a:extLst>
                  <a:ext uri="{FF2B5EF4-FFF2-40B4-BE49-F238E27FC236}">
                    <a16:creationId xmlns:a16="http://schemas.microsoft.com/office/drawing/2014/main" id="{768409DE-B421-9F30-D67C-CD82D197D4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6842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" name="Line 65">
                <a:extLst>
                  <a:ext uri="{FF2B5EF4-FFF2-40B4-BE49-F238E27FC236}">
                    <a16:creationId xmlns:a16="http://schemas.microsoft.com/office/drawing/2014/main" id="{DC2D07E2-48AF-64F8-7FED-B5967E6EC3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09957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" name="Line 65">
                <a:extLst>
                  <a:ext uri="{FF2B5EF4-FFF2-40B4-BE49-F238E27FC236}">
                    <a16:creationId xmlns:a16="http://schemas.microsoft.com/office/drawing/2014/main" id="{3D5F4BB5-D10C-7086-936B-5BC828F769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5310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6" name="Line 65">
                <a:extLst>
                  <a:ext uri="{FF2B5EF4-FFF2-40B4-BE49-F238E27FC236}">
                    <a16:creationId xmlns:a16="http://schemas.microsoft.com/office/drawing/2014/main" id="{B94D73BC-BF06-046D-52AE-C4F9722A8F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37235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7" name="Line 65">
                <a:extLst>
                  <a:ext uri="{FF2B5EF4-FFF2-40B4-BE49-F238E27FC236}">
                    <a16:creationId xmlns:a16="http://schemas.microsoft.com/office/drawing/2014/main" id="{F77982F8-B578-E9B6-1318-90139D7D5C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5732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8" name="Line 65">
                <a:extLst>
                  <a:ext uri="{FF2B5EF4-FFF2-40B4-BE49-F238E27FC236}">
                    <a16:creationId xmlns:a16="http://schemas.microsoft.com/office/drawing/2014/main" id="{CC04172D-9A17-A7D3-4686-FE3F9FED9D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57657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" name="Line 65">
                <a:extLst>
                  <a:ext uri="{FF2B5EF4-FFF2-40B4-BE49-F238E27FC236}">
                    <a16:creationId xmlns:a16="http://schemas.microsoft.com/office/drawing/2014/main" id="{5B26F271-F443-D651-10B2-B5F7320C82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3010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0" name="Line 65">
                <a:extLst>
                  <a:ext uri="{FF2B5EF4-FFF2-40B4-BE49-F238E27FC236}">
                    <a16:creationId xmlns:a16="http://schemas.microsoft.com/office/drawing/2014/main" id="{69D1C7DD-45B4-B0DE-ACBE-12EE7EE82C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84935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1" name="Line 65">
                <a:extLst>
                  <a:ext uri="{FF2B5EF4-FFF2-40B4-BE49-F238E27FC236}">
                    <a16:creationId xmlns:a16="http://schemas.microsoft.com/office/drawing/2014/main" id="{3CE39E21-000A-C575-E557-4AFDD02345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43432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2" name="Line 65">
                <a:extLst>
                  <a:ext uri="{FF2B5EF4-FFF2-40B4-BE49-F238E27FC236}">
                    <a16:creationId xmlns:a16="http://schemas.microsoft.com/office/drawing/2014/main" id="{D02FEDF8-15C5-8178-4DA2-3115618AC5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1929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" name="Line 65">
                <a:extLst>
                  <a:ext uri="{FF2B5EF4-FFF2-40B4-BE49-F238E27FC236}">
                    <a16:creationId xmlns:a16="http://schemas.microsoft.com/office/drawing/2014/main" id="{55F7BD43-A082-B9A6-3519-614082D387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67282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" name="Line 65">
                <a:extLst>
                  <a:ext uri="{FF2B5EF4-FFF2-40B4-BE49-F238E27FC236}">
                    <a16:creationId xmlns:a16="http://schemas.microsoft.com/office/drawing/2014/main" id="{14DC2779-CFE3-C805-56EB-B8E5177CA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29207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" name="Line 65">
                <a:extLst>
                  <a:ext uri="{FF2B5EF4-FFF2-40B4-BE49-F238E27FC236}">
                    <a16:creationId xmlns:a16="http://schemas.microsoft.com/office/drawing/2014/main" id="{E9FEC81E-1AE8-619D-4BD8-174D3508C7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87704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" name="Line 65">
                <a:extLst>
                  <a:ext uri="{FF2B5EF4-FFF2-40B4-BE49-F238E27FC236}">
                    <a16:creationId xmlns:a16="http://schemas.microsoft.com/office/drawing/2014/main" id="{4BB24580-E9D2-42C7-D125-AFB9D3D5B3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49629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" name="Line 65">
                <a:extLst>
                  <a:ext uri="{FF2B5EF4-FFF2-40B4-BE49-F238E27FC236}">
                    <a16:creationId xmlns:a16="http://schemas.microsoft.com/office/drawing/2014/main" id="{5A2CD7DA-CE15-9861-04C4-1D96A35466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14982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" name="Line 65">
                <a:extLst>
                  <a:ext uri="{FF2B5EF4-FFF2-40B4-BE49-F238E27FC236}">
                    <a16:creationId xmlns:a16="http://schemas.microsoft.com/office/drawing/2014/main" id="{8D4204C9-6C3B-2CE6-41FD-EBC0D914C9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76907" y="2228589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9" name="Rectangle 6">
                <a:extLst>
                  <a:ext uri="{FF2B5EF4-FFF2-40B4-BE49-F238E27FC236}">
                    <a16:creationId xmlns:a16="http://schemas.microsoft.com/office/drawing/2014/main" id="{77DE850E-1902-29D0-0604-A796C1781C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4215" y="4861233"/>
                <a:ext cx="3888581" cy="153590"/>
              </a:xfrm>
              <a:prstGeom prst="rect">
                <a:avLst/>
              </a:prstGeom>
              <a:solidFill>
                <a:srgbClr val="FFFFCC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85800" eaLnBrk="1" hangingPunct="1">
                  <a:spcBef>
                    <a:spcPct val="0"/>
                  </a:spcBef>
                  <a:buClrTx/>
                  <a:buSzTx/>
                  <a:buNone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60" name="Line 65">
                <a:extLst>
                  <a:ext uri="{FF2B5EF4-FFF2-40B4-BE49-F238E27FC236}">
                    <a16:creationId xmlns:a16="http://schemas.microsoft.com/office/drawing/2014/main" id="{F231E381-78CE-ECAB-7BC8-C6E849036D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2410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1" name="Line 65">
                <a:extLst>
                  <a:ext uri="{FF2B5EF4-FFF2-40B4-BE49-F238E27FC236}">
                    <a16:creationId xmlns:a16="http://schemas.microsoft.com/office/drawing/2014/main" id="{5666A830-AF37-C1F1-D638-D137B8DAC2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7763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2" name="Line 65">
                <a:extLst>
                  <a:ext uri="{FF2B5EF4-FFF2-40B4-BE49-F238E27FC236}">
                    <a16:creationId xmlns:a16="http://schemas.microsoft.com/office/drawing/2014/main" id="{303BAF16-38D3-9A87-2B49-8D1DCF4445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9688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" name="Line 65">
                <a:extLst>
                  <a:ext uri="{FF2B5EF4-FFF2-40B4-BE49-F238E27FC236}">
                    <a16:creationId xmlns:a16="http://schemas.microsoft.com/office/drawing/2014/main" id="{85A22F19-AC33-2CE5-3C43-D2A797F239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8185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" name="Line 65">
                <a:extLst>
                  <a:ext uri="{FF2B5EF4-FFF2-40B4-BE49-F238E27FC236}">
                    <a16:creationId xmlns:a16="http://schemas.microsoft.com/office/drawing/2014/main" id="{311BAB8D-85AA-139C-B35B-CF86042A6B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0110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5" name="Line 65">
                <a:extLst>
                  <a:ext uri="{FF2B5EF4-FFF2-40B4-BE49-F238E27FC236}">
                    <a16:creationId xmlns:a16="http://schemas.microsoft.com/office/drawing/2014/main" id="{398113B2-1944-2B67-904C-F8DE44027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463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6" name="Line 65">
                <a:extLst>
                  <a:ext uri="{FF2B5EF4-FFF2-40B4-BE49-F238E27FC236}">
                    <a16:creationId xmlns:a16="http://schemas.microsoft.com/office/drawing/2014/main" id="{9F84D558-98E3-7ED5-1C5F-F99A25587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7388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7" name="Line 65">
                <a:extLst>
                  <a:ext uri="{FF2B5EF4-FFF2-40B4-BE49-F238E27FC236}">
                    <a16:creationId xmlns:a16="http://schemas.microsoft.com/office/drawing/2014/main" id="{FF76A2F3-6384-9046-40F7-51F8B8B86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5885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8" name="Line 65">
                <a:extLst>
                  <a:ext uri="{FF2B5EF4-FFF2-40B4-BE49-F238E27FC236}">
                    <a16:creationId xmlns:a16="http://schemas.microsoft.com/office/drawing/2014/main" id="{F000D3AE-753A-875C-9713-D3CD12F11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9000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9" name="Line 65">
                <a:extLst>
                  <a:ext uri="{FF2B5EF4-FFF2-40B4-BE49-F238E27FC236}">
                    <a16:creationId xmlns:a16="http://schemas.microsoft.com/office/drawing/2014/main" id="{9ACE3567-508E-2C14-B743-4FC1E6BCED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353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0" name="Line 65">
                <a:extLst>
                  <a:ext uri="{FF2B5EF4-FFF2-40B4-BE49-F238E27FC236}">
                    <a16:creationId xmlns:a16="http://schemas.microsoft.com/office/drawing/2014/main" id="{099EC150-441E-543E-0D6B-8ECF11D70A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6278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1" name="Line 65">
                <a:extLst>
                  <a:ext uri="{FF2B5EF4-FFF2-40B4-BE49-F238E27FC236}">
                    <a16:creationId xmlns:a16="http://schemas.microsoft.com/office/drawing/2014/main" id="{3EB51F27-EA71-0BA9-50F9-CC8D314B91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04775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2" name="Line 65">
                <a:extLst>
                  <a:ext uri="{FF2B5EF4-FFF2-40B4-BE49-F238E27FC236}">
                    <a16:creationId xmlns:a16="http://schemas.microsoft.com/office/drawing/2014/main" id="{6E6B14D3-DC17-371F-DF1C-264926FF0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66700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3" name="Line 65">
                <a:extLst>
                  <a:ext uri="{FF2B5EF4-FFF2-40B4-BE49-F238E27FC236}">
                    <a16:creationId xmlns:a16="http://schemas.microsoft.com/office/drawing/2014/main" id="{98A41127-A7CC-962A-B238-4D476668AC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2053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" name="Line 65">
                <a:extLst>
                  <a:ext uri="{FF2B5EF4-FFF2-40B4-BE49-F238E27FC236}">
                    <a16:creationId xmlns:a16="http://schemas.microsoft.com/office/drawing/2014/main" id="{6E5FE53A-068A-12AA-31E1-3EFCECAC5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93978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5" name="Line 65">
                <a:extLst>
                  <a:ext uri="{FF2B5EF4-FFF2-40B4-BE49-F238E27FC236}">
                    <a16:creationId xmlns:a16="http://schemas.microsoft.com/office/drawing/2014/main" id="{5B44B6C5-9D74-BFC2-5ADC-B7B036D6EE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52475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6" name="Line 65">
                <a:extLst>
                  <a:ext uri="{FF2B5EF4-FFF2-40B4-BE49-F238E27FC236}">
                    <a16:creationId xmlns:a16="http://schemas.microsoft.com/office/drawing/2014/main" id="{2095E7E0-F17A-11E8-ECE0-E0AA2D423B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10972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7" name="Line 65">
                <a:extLst>
                  <a:ext uri="{FF2B5EF4-FFF2-40B4-BE49-F238E27FC236}">
                    <a16:creationId xmlns:a16="http://schemas.microsoft.com/office/drawing/2014/main" id="{FF62C4B7-C831-6930-FEF5-1E3B5FBC20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76325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8" name="Line 65">
                <a:extLst>
                  <a:ext uri="{FF2B5EF4-FFF2-40B4-BE49-F238E27FC236}">
                    <a16:creationId xmlns:a16="http://schemas.microsoft.com/office/drawing/2014/main" id="{6A80F902-1ED6-1863-CF07-64DE456426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38250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9" name="Line 65">
                <a:extLst>
                  <a:ext uri="{FF2B5EF4-FFF2-40B4-BE49-F238E27FC236}">
                    <a16:creationId xmlns:a16="http://schemas.microsoft.com/office/drawing/2014/main" id="{FDC513B6-5EA0-E964-4807-6508ABEB4C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6747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0" name="Line 65">
                <a:extLst>
                  <a:ext uri="{FF2B5EF4-FFF2-40B4-BE49-F238E27FC236}">
                    <a16:creationId xmlns:a16="http://schemas.microsoft.com/office/drawing/2014/main" id="{D53DDB16-F6F0-2F51-9FC1-B4EFD284B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58672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1" name="Line 65">
                <a:extLst>
                  <a:ext uri="{FF2B5EF4-FFF2-40B4-BE49-F238E27FC236}">
                    <a16:creationId xmlns:a16="http://schemas.microsoft.com/office/drawing/2014/main" id="{3053D8FA-44E2-E2A6-F886-440B6E58F5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24025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2" name="Line 65">
                <a:extLst>
                  <a:ext uri="{FF2B5EF4-FFF2-40B4-BE49-F238E27FC236}">
                    <a16:creationId xmlns:a16="http://schemas.microsoft.com/office/drawing/2014/main" id="{6954FBCC-35A0-169A-841B-9D88D940DB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85950" y="4860638"/>
                <a:ext cx="0" cy="1547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62" name="组合 25">
              <a:extLst>
                <a:ext uri="{FF2B5EF4-FFF2-40B4-BE49-F238E27FC236}">
                  <a16:creationId xmlns:a16="http://schemas.microsoft.com/office/drawing/2014/main" id="{133BA78F-1163-DB6D-23E5-E3E03AED18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2076" y="3329139"/>
              <a:ext cx="756047" cy="592931"/>
              <a:chOff x="3997325" y="4438650"/>
              <a:chExt cx="1008063" cy="790575"/>
            </a:xfrm>
          </p:grpSpPr>
          <p:sp>
            <p:nvSpPr>
              <p:cNvPr id="6" name="Rectangle 17">
                <a:extLst>
                  <a:ext uri="{FF2B5EF4-FFF2-40B4-BE49-F238E27FC236}">
                    <a16:creationId xmlns:a16="http://schemas.microsoft.com/office/drawing/2014/main" id="{C96FEEB3-01D9-4A74-9823-2BE85D519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7325" y="4510086"/>
                <a:ext cx="1008063" cy="6477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>
                <a:prstShdw prst="shdw17" dist="17961" dir="27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1240B29-F687-4F45-9708-019B960494DF}">
                  <a14:hiddenLine xmlns:a14="http://schemas.microsoft.com/office/drawing/2010/main" w="28575" algn="ctr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defTabSz="685800" eaLnBrk="1" hangingPunct="1">
                  <a:defRPr/>
                </a:pPr>
                <a:r>
                  <a:rPr lang="en-US" altLang="zh-CN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OP07</a:t>
                </a:r>
              </a:p>
            </p:txBody>
          </p:sp>
          <p:sp>
            <p:nvSpPr>
              <p:cNvPr id="19501" name="AutoShape 75">
                <a:extLst>
                  <a:ext uri="{FF2B5EF4-FFF2-40B4-BE49-F238E27FC236}">
                    <a16:creationId xmlns:a16="http://schemas.microsoft.com/office/drawing/2014/main" id="{F01E1B51-628F-C7D5-66B1-1919ACE1D2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2100" y="5157788"/>
                <a:ext cx="144463" cy="71437"/>
              </a:xfrm>
              <a:custGeom>
                <a:avLst/>
                <a:gdLst>
                  <a:gd name="T0" fmla="*/ 2147483646 w 21600"/>
                  <a:gd name="T1" fmla="*/ 2147483646 h 21600"/>
                  <a:gd name="T2" fmla="*/ 2147483646 w 21600"/>
                  <a:gd name="T3" fmla="*/ 2147483646 h 21600"/>
                  <a:gd name="T4" fmla="*/ 2147483646 w 21600"/>
                  <a:gd name="T5" fmla="*/ 2147483646 h 21600"/>
                  <a:gd name="T6" fmla="*/ 2147483646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2" name="AutoShape 76">
                <a:extLst>
                  <a:ext uri="{FF2B5EF4-FFF2-40B4-BE49-F238E27FC236}">
                    <a16:creationId xmlns:a16="http://schemas.microsoft.com/office/drawing/2014/main" id="{7CB4F654-DCB3-FFF5-033C-199EA1B86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8000" y="5157788"/>
                <a:ext cx="144463" cy="71437"/>
              </a:xfrm>
              <a:custGeom>
                <a:avLst/>
                <a:gdLst>
                  <a:gd name="T0" fmla="*/ 2147483646 w 21600"/>
                  <a:gd name="T1" fmla="*/ 2147483646 h 21600"/>
                  <a:gd name="T2" fmla="*/ 2147483646 w 21600"/>
                  <a:gd name="T3" fmla="*/ 2147483646 h 21600"/>
                  <a:gd name="T4" fmla="*/ 2147483646 w 21600"/>
                  <a:gd name="T5" fmla="*/ 2147483646 h 21600"/>
                  <a:gd name="T6" fmla="*/ 2147483646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3" name="AutoShape 77">
                <a:extLst>
                  <a:ext uri="{FF2B5EF4-FFF2-40B4-BE49-F238E27FC236}">
                    <a16:creationId xmlns:a16="http://schemas.microsoft.com/office/drawing/2014/main" id="{9A479D91-2D93-94E8-0B88-35F367AC1F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5963" y="5157788"/>
                <a:ext cx="144462" cy="71437"/>
              </a:xfrm>
              <a:custGeom>
                <a:avLst/>
                <a:gdLst>
                  <a:gd name="T0" fmla="*/ 2147483646 w 21600"/>
                  <a:gd name="T1" fmla="*/ 2147483646 h 21600"/>
                  <a:gd name="T2" fmla="*/ 2147483646 w 21600"/>
                  <a:gd name="T3" fmla="*/ 2147483646 h 21600"/>
                  <a:gd name="T4" fmla="*/ 2147483646 w 21600"/>
                  <a:gd name="T5" fmla="*/ 2147483646 h 21600"/>
                  <a:gd name="T6" fmla="*/ 2147483646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4" name="AutoShape 78">
                <a:extLst>
                  <a:ext uri="{FF2B5EF4-FFF2-40B4-BE49-F238E27FC236}">
                    <a16:creationId xmlns:a16="http://schemas.microsoft.com/office/drawing/2014/main" id="{74A6FC35-32C4-D12A-01EC-7B7870CD97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9800" y="5157788"/>
                <a:ext cx="144463" cy="71437"/>
              </a:xfrm>
              <a:custGeom>
                <a:avLst/>
                <a:gdLst>
                  <a:gd name="T0" fmla="*/ 2147483646 w 21600"/>
                  <a:gd name="T1" fmla="*/ 2147483646 h 21600"/>
                  <a:gd name="T2" fmla="*/ 2147483646 w 21600"/>
                  <a:gd name="T3" fmla="*/ 2147483646 h 21600"/>
                  <a:gd name="T4" fmla="*/ 2147483646 w 21600"/>
                  <a:gd name="T5" fmla="*/ 2147483646 h 21600"/>
                  <a:gd name="T6" fmla="*/ 2147483646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5" name="AutoShape 79">
                <a:extLst>
                  <a:ext uri="{FF2B5EF4-FFF2-40B4-BE49-F238E27FC236}">
                    <a16:creationId xmlns:a16="http://schemas.microsoft.com/office/drawing/2014/main" id="{12386803-8A95-345A-90A5-3B3B1AEC6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4102100" y="4438650"/>
                <a:ext cx="144463" cy="71438"/>
              </a:xfrm>
              <a:custGeom>
                <a:avLst/>
                <a:gdLst>
                  <a:gd name="T0" fmla="*/ 2147483646 w 21600"/>
                  <a:gd name="T1" fmla="*/ 2147483646 h 21600"/>
                  <a:gd name="T2" fmla="*/ 2147483646 w 21600"/>
                  <a:gd name="T3" fmla="*/ 2147483646 h 21600"/>
                  <a:gd name="T4" fmla="*/ 2147483646 w 21600"/>
                  <a:gd name="T5" fmla="*/ 2147483646 h 21600"/>
                  <a:gd name="T6" fmla="*/ 2147483646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6" name="AutoShape 80">
                <a:extLst>
                  <a:ext uri="{FF2B5EF4-FFF2-40B4-BE49-F238E27FC236}">
                    <a16:creationId xmlns:a16="http://schemas.microsoft.com/office/drawing/2014/main" id="{44B9B4E9-D4BB-D30D-6E0B-97C3C689C7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4318000" y="4438650"/>
                <a:ext cx="144463" cy="71438"/>
              </a:xfrm>
              <a:custGeom>
                <a:avLst/>
                <a:gdLst>
                  <a:gd name="T0" fmla="*/ 2147483646 w 21600"/>
                  <a:gd name="T1" fmla="*/ 2147483646 h 21600"/>
                  <a:gd name="T2" fmla="*/ 2147483646 w 21600"/>
                  <a:gd name="T3" fmla="*/ 2147483646 h 21600"/>
                  <a:gd name="T4" fmla="*/ 2147483646 w 21600"/>
                  <a:gd name="T5" fmla="*/ 2147483646 h 21600"/>
                  <a:gd name="T6" fmla="*/ 2147483646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7" name="AutoShape 81">
                <a:extLst>
                  <a:ext uri="{FF2B5EF4-FFF2-40B4-BE49-F238E27FC236}">
                    <a16:creationId xmlns:a16="http://schemas.microsoft.com/office/drawing/2014/main" id="{C04B04B7-27DD-C7CB-A6F6-DBAB9B981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4525963" y="4438650"/>
                <a:ext cx="144462" cy="71438"/>
              </a:xfrm>
              <a:custGeom>
                <a:avLst/>
                <a:gdLst>
                  <a:gd name="T0" fmla="*/ 2147483646 w 21600"/>
                  <a:gd name="T1" fmla="*/ 2147483646 h 21600"/>
                  <a:gd name="T2" fmla="*/ 2147483646 w 21600"/>
                  <a:gd name="T3" fmla="*/ 2147483646 h 21600"/>
                  <a:gd name="T4" fmla="*/ 2147483646 w 21600"/>
                  <a:gd name="T5" fmla="*/ 2147483646 h 21600"/>
                  <a:gd name="T6" fmla="*/ 2147483646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8" name="AutoShape 82">
                <a:extLst>
                  <a:ext uri="{FF2B5EF4-FFF2-40B4-BE49-F238E27FC236}">
                    <a16:creationId xmlns:a16="http://schemas.microsoft.com/office/drawing/2014/main" id="{1D7D39DA-4A7B-05E5-35C5-F6E2457AA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4749800" y="4438650"/>
                <a:ext cx="144463" cy="71438"/>
              </a:xfrm>
              <a:custGeom>
                <a:avLst/>
                <a:gdLst>
                  <a:gd name="T0" fmla="*/ 2147483646 w 21600"/>
                  <a:gd name="T1" fmla="*/ 2147483646 h 21600"/>
                  <a:gd name="T2" fmla="*/ 2147483646 w 21600"/>
                  <a:gd name="T3" fmla="*/ 2147483646 h 21600"/>
                  <a:gd name="T4" fmla="*/ 2147483646 w 21600"/>
                  <a:gd name="T5" fmla="*/ 2147483646 h 21600"/>
                  <a:gd name="T6" fmla="*/ 2147483646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464" name="Text Box 147">
              <a:extLst>
                <a:ext uri="{FF2B5EF4-FFF2-40B4-BE49-F238E27FC236}">
                  <a16:creationId xmlns:a16="http://schemas.microsoft.com/office/drawing/2014/main" id="{F1343378-928A-055A-54C5-A85991FC7D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3497" y="3455790"/>
              <a:ext cx="56908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800" b="1" dirty="0">
                  <a:solidFill>
                    <a:srgbClr val="1818FF"/>
                  </a:solidFill>
                  <a:latin typeface="Times New Roman" panose="02020603050405020304" pitchFamily="18" charset="0"/>
                </a:rPr>
                <a:t>Rf1</a:t>
              </a:r>
            </a:p>
          </p:txBody>
        </p:sp>
        <p:grpSp>
          <p:nvGrpSpPr>
            <p:cNvPr id="19465" name="Group 137">
              <a:extLst>
                <a:ext uri="{FF2B5EF4-FFF2-40B4-BE49-F238E27FC236}">
                  <a16:creationId xmlns:a16="http://schemas.microsoft.com/office/drawing/2014/main" id="{0FC92144-1BB7-0888-1BC7-CB6CD3C05B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8389" y="2666380"/>
              <a:ext cx="939404" cy="107156"/>
              <a:chOff x="1767" y="4107"/>
              <a:chExt cx="789" cy="90"/>
            </a:xfrm>
          </p:grpSpPr>
          <p:sp>
            <p:nvSpPr>
              <p:cNvPr id="97" name="Line 116">
                <a:extLst>
                  <a:ext uri="{FF2B5EF4-FFF2-40B4-BE49-F238E27FC236}">
                    <a16:creationId xmlns:a16="http://schemas.microsoft.com/office/drawing/2014/main" id="{E19968D8-E29A-4AC2-91CC-3F15D2351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67" y="4149"/>
                <a:ext cx="789" cy="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eaLnBrk="1" hangingPunct="1">
                  <a:defRPr/>
                </a:pPr>
                <a:endParaRPr lang="zh-CN" altLang="en-US" sz="1350"/>
              </a:p>
            </p:txBody>
          </p:sp>
          <p:sp>
            <p:nvSpPr>
              <p:cNvPr id="98" name="Rectangle 114">
                <a:extLst>
                  <a:ext uri="{FF2B5EF4-FFF2-40B4-BE49-F238E27FC236}">
                    <a16:creationId xmlns:a16="http://schemas.microsoft.com/office/drawing/2014/main" id="{E7A291C3-AE65-4DD4-8A53-205DA456E6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0" y="4107"/>
                <a:ext cx="304" cy="90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85800" eaLnBrk="1" hangingPunct="1"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9466" name="Line 136">
              <a:extLst>
                <a:ext uri="{FF2B5EF4-FFF2-40B4-BE49-F238E27FC236}">
                  <a16:creationId xmlns:a16="http://schemas.microsoft.com/office/drawing/2014/main" id="{1CC588BE-2D52-C540-38B4-4A111C1F6B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5260" y="2874497"/>
              <a:ext cx="987029" cy="5953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/>
              <a:endParaRPr lang="zh-CN" altLang="en-US" sz="2100">
                <a:latin typeface="Times New Roman" panose="02020603050405020304" pitchFamily="18" charset="0"/>
              </a:endParaRPr>
            </a:p>
          </p:txBody>
        </p:sp>
        <p:sp>
          <p:nvSpPr>
            <p:cNvPr id="19468" name="Line 122">
              <a:extLst>
                <a:ext uri="{FF2B5EF4-FFF2-40B4-BE49-F238E27FC236}">
                  <a16:creationId xmlns:a16="http://schemas.microsoft.com/office/drawing/2014/main" id="{E2BEF487-5DD3-7B6F-1824-2CFF7B3EF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5180" y="4064887"/>
              <a:ext cx="987029" cy="47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/>
              <a:endParaRPr lang="zh-CN" altLang="en-US" sz="2100">
                <a:latin typeface="Times New Roman" panose="02020603050405020304" pitchFamily="18" charset="0"/>
              </a:endParaRPr>
            </a:p>
          </p:txBody>
        </p:sp>
        <p:sp>
          <p:nvSpPr>
            <p:cNvPr id="19469" name="Line 119">
              <a:extLst>
                <a:ext uri="{FF2B5EF4-FFF2-40B4-BE49-F238E27FC236}">
                  <a16:creationId xmlns:a16="http://schemas.microsoft.com/office/drawing/2014/main" id="{2D1359E2-69A2-5B51-FE55-3F5162AD389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5583129" y="3701126"/>
              <a:ext cx="737046" cy="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/>
              <a:endParaRPr lang="zh-CN" altLang="en-US" sz="2100">
                <a:latin typeface="Times New Roman" panose="02020603050405020304" pitchFamily="18" charset="0"/>
              </a:endParaRPr>
            </a:p>
          </p:txBody>
        </p:sp>
        <p:sp>
          <p:nvSpPr>
            <p:cNvPr id="19470" name="Line 121">
              <a:extLst>
                <a:ext uri="{FF2B5EF4-FFF2-40B4-BE49-F238E27FC236}">
                  <a16:creationId xmlns:a16="http://schemas.microsoft.com/office/drawing/2014/main" id="{D062A662-72B9-7D2A-0CE0-D8D1F31A81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5180" y="4231573"/>
              <a:ext cx="500599" cy="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/>
              <a:endParaRPr lang="zh-CN" altLang="en-US" sz="2100">
                <a:latin typeface="Times New Roman" panose="02020603050405020304" pitchFamily="18" charset="0"/>
              </a:endParaRPr>
            </a:p>
          </p:txBody>
        </p:sp>
        <p:grpSp>
          <p:nvGrpSpPr>
            <p:cNvPr id="19471" name="Group 72">
              <a:extLst>
                <a:ext uri="{FF2B5EF4-FFF2-40B4-BE49-F238E27FC236}">
                  <a16:creationId xmlns:a16="http://schemas.microsoft.com/office/drawing/2014/main" id="{D40413F3-A490-EF0C-F49B-8667EDA315D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909154" y="3578334"/>
              <a:ext cx="57150" cy="189310"/>
              <a:chOff x="771" y="1979"/>
              <a:chExt cx="47" cy="159"/>
            </a:xfrm>
          </p:grpSpPr>
          <p:sp>
            <p:nvSpPr>
              <p:cNvPr id="19495" name="Line 69">
                <a:extLst>
                  <a:ext uri="{FF2B5EF4-FFF2-40B4-BE49-F238E27FC236}">
                    <a16:creationId xmlns:a16="http://schemas.microsoft.com/office/drawing/2014/main" id="{20074C99-4410-7C88-69A9-3BDA88C314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10" y="2051"/>
                <a:ext cx="159" cy="0"/>
              </a:xfrm>
              <a:prstGeom prst="line">
                <a:avLst/>
              </a:prstGeom>
              <a:noFill/>
              <a:ln w="63500" cap="sq">
                <a:solidFill>
                  <a:schemeClr val="bg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96" name="Line 70">
                <a:extLst>
                  <a:ext uri="{FF2B5EF4-FFF2-40B4-BE49-F238E27FC236}">
                    <a16:creationId xmlns:a16="http://schemas.microsoft.com/office/drawing/2014/main" id="{F17E7626-53AE-0B6B-15F2-01993D76F9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30" y="2051"/>
                <a:ext cx="159" cy="0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97" name="Line 71">
                <a:extLst>
                  <a:ext uri="{FF2B5EF4-FFF2-40B4-BE49-F238E27FC236}">
                    <a16:creationId xmlns:a16="http://schemas.microsoft.com/office/drawing/2014/main" id="{048D6055-21DE-6267-79A5-366F98585A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83" y="2051"/>
                <a:ext cx="159" cy="0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473" name="Line 119">
              <a:extLst>
                <a:ext uri="{FF2B5EF4-FFF2-40B4-BE49-F238E27FC236}">
                  <a16:creationId xmlns:a16="http://schemas.microsoft.com/office/drawing/2014/main" id="{9073CCB2-8A26-DD31-0219-962780AABC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5179551" y="4504106"/>
              <a:ext cx="584126" cy="74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/>
              <a:endParaRPr lang="zh-CN" altLang="en-US" sz="2100">
                <a:latin typeface="Times New Roman" panose="02020603050405020304" pitchFamily="18" charset="0"/>
              </a:endParaRPr>
            </a:p>
          </p:txBody>
        </p:sp>
        <p:sp>
          <p:nvSpPr>
            <p:cNvPr id="19475" name="Line 136">
              <a:extLst>
                <a:ext uri="{FF2B5EF4-FFF2-40B4-BE49-F238E27FC236}">
                  <a16:creationId xmlns:a16="http://schemas.microsoft.com/office/drawing/2014/main" id="{E02C74C7-B9E6-9B3D-5BD0-CB3948D698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48445" y="3352016"/>
              <a:ext cx="4568" cy="727347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/>
              <a:endParaRPr lang="zh-CN" altLang="en-US" sz="2100">
                <a:latin typeface="Times New Roman" panose="02020603050405020304" pitchFamily="18" charset="0"/>
              </a:endParaRPr>
            </a:p>
          </p:txBody>
        </p:sp>
        <p:sp>
          <p:nvSpPr>
            <p:cNvPr id="19479" name="Text Box 144">
              <a:extLst>
                <a:ext uri="{FF2B5EF4-FFF2-40B4-BE49-F238E27FC236}">
                  <a16:creationId xmlns:a16="http://schemas.microsoft.com/office/drawing/2014/main" id="{7A5ED4B9-7532-7418-ECA7-C4C440F7C4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4160" y="2739357"/>
              <a:ext cx="3432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8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1800" b="1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481" name="Text Box 147">
              <a:extLst>
                <a:ext uri="{FF2B5EF4-FFF2-40B4-BE49-F238E27FC236}">
                  <a16:creationId xmlns:a16="http://schemas.microsoft.com/office/drawing/2014/main" id="{B3508432-6E2D-73DE-2AED-572B8A2B40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750" y="4310213"/>
              <a:ext cx="53237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800" b="1" dirty="0">
                  <a:solidFill>
                    <a:srgbClr val="1818FF"/>
                  </a:solidFill>
                  <a:latin typeface="Times New Roman" panose="02020603050405020304" pitchFamily="18" charset="0"/>
                </a:rPr>
                <a:t>R1</a:t>
              </a:r>
              <a:endParaRPr lang="en-US" altLang="zh-CN" sz="1800" b="1" baseline="-25000" dirty="0">
                <a:solidFill>
                  <a:srgbClr val="1818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482" name="Text Box 146">
              <a:extLst>
                <a:ext uri="{FF2B5EF4-FFF2-40B4-BE49-F238E27FC236}">
                  <a16:creationId xmlns:a16="http://schemas.microsoft.com/office/drawing/2014/main" id="{898C75B6-36AD-1DC1-D3F5-71A1AEFD2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32" y="3482524"/>
              <a:ext cx="45124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800" b="1" i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7" name="Line 119">
              <a:extLst>
                <a:ext uri="{FF2B5EF4-FFF2-40B4-BE49-F238E27FC236}">
                  <a16:creationId xmlns:a16="http://schemas.microsoft.com/office/drawing/2014/main" id="{D92E6914-36D4-9011-E7D0-822AD97FAE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4752162" y="4585116"/>
              <a:ext cx="469187" cy="43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/>
              <a:endParaRPr lang="zh-CN" altLang="en-US" sz="2100">
                <a:latin typeface="Times New Roman" panose="02020603050405020304" pitchFamily="18" charset="0"/>
              </a:endParaRPr>
            </a:p>
          </p:txBody>
        </p:sp>
        <p:sp>
          <p:nvSpPr>
            <p:cNvPr id="19474" name="Rectangle 118">
              <a:extLst>
                <a:ext uri="{FF2B5EF4-FFF2-40B4-BE49-F238E27FC236}">
                  <a16:creationId xmlns:a16="http://schemas.microsoft.com/office/drawing/2014/main" id="{D6A7660B-A6E3-45BD-66AE-FEF00F3469D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309395" y="4433554"/>
              <a:ext cx="323850" cy="107156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hangingPunct="1">
                <a:spcBef>
                  <a:spcPct val="0"/>
                </a:spcBef>
                <a:buClrTx/>
                <a:buSzTx/>
                <a:buNone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89" name="Line 116">
              <a:extLst>
                <a:ext uri="{FF2B5EF4-FFF2-40B4-BE49-F238E27FC236}">
                  <a16:creationId xmlns:a16="http://schemas.microsoft.com/office/drawing/2014/main" id="{8697D010-5C5E-7F34-E4F1-FA34FDA27F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52541" y="4067267"/>
              <a:ext cx="964214" cy="2381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 eaLnBrk="1" hangingPunct="1">
                <a:defRPr/>
              </a:pPr>
              <a:endParaRPr lang="zh-CN" altLang="en-US" sz="1350"/>
            </a:p>
          </p:txBody>
        </p:sp>
        <p:sp>
          <p:nvSpPr>
            <p:cNvPr id="190" name="Rectangle 114">
              <a:extLst>
                <a:ext uri="{FF2B5EF4-FFF2-40B4-BE49-F238E27FC236}">
                  <a16:creationId xmlns:a16="http://schemas.microsoft.com/office/drawing/2014/main" id="{ED712D9F-08FA-BE4C-115E-1AE647B0A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7578" y="2664373"/>
              <a:ext cx="415529" cy="115490"/>
            </a:xfrm>
            <a:prstGeom prst="rect">
              <a:avLst/>
            </a:prstGeom>
            <a:pattFill prst="horzBrick">
              <a:fgClr>
                <a:schemeClr val="accent1"/>
              </a:fgClr>
              <a:bgClr>
                <a:schemeClr val="bg1"/>
              </a:bgClr>
            </a:pattFill>
            <a:ln w="28575" algn="ctr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hangingPunct="1">
                <a:spcBef>
                  <a:spcPct val="0"/>
                </a:spcBef>
                <a:buClrTx/>
                <a:buSzTx/>
                <a:buNone/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91" name="Line 136">
              <a:extLst>
                <a:ext uri="{FF2B5EF4-FFF2-40B4-BE49-F238E27FC236}">
                  <a16:creationId xmlns:a16="http://schemas.microsoft.com/office/drawing/2014/main" id="{22B4A244-EAFD-5E29-3CED-C23F4B6461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5699" y="3220678"/>
              <a:ext cx="987028" cy="5953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/>
              <a:endParaRPr lang="zh-CN" altLang="en-US" sz="2100">
                <a:latin typeface="Times New Roman" panose="02020603050405020304" pitchFamily="18" charset="0"/>
              </a:endParaRPr>
            </a:p>
          </p:txBody>
        </p:sp>
        <p:sp>
          <p:nvSpPr>
            <p:cNvPr id="19456" name="Line 136">
              <a:extLst>
                <a:ext uri="{FF2B5EF4-FFF2-40B4-BE49-F238E27FC236}">
                  <a16:creationId xmlns:a16="http://schemas.microsoft.com/office/drawing/2014/main" id="{0EB45EA0-51C5-7D45-3A6A-1176E52F25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5698" y="3055230"/>
              <a:ext cx="987029" cy="5953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/>
              <a:endParaRPr lang="zh-CN" altLang="en-US" sz="2100">
                <a:latin typeface="Times New Roman" panose="02020603050405020304" pitchFamily="18" charset="0"/>
              </a:endParaRPr>
            </a:p>
          </p:txBody>
        </p:sp>
        <p:sp>
          <p:nvSpPr>
            <p:cNvPr id="19457" name="Line 136">
              <a:extLst>
                <a:ext uri="{FF2B5EF4-FFF2-40B4-BE49-F238E27FC236}">
                  <a16:creationId xmlns:a16="http://schemas.microsoft.com/office/drawing/2014/main" id="{9809BD0E-862E-02D2-DB2A-D49A4EF2A0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13660" y="4237160"/>
              <a:ext cx="6377" cy="584751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/>
              <a:endParaRPr lang="zh-CN" altLang="en-US" sz="2100">
                <a:latin typeface="Times New Roman" panose="02020603050405020304" pitchFamily="18" charset="0"/>
              </a:endParaRPr>
            </a:p>
          </p:txBody>
        </p:sp>
        <p:sp>
          <p:nvSpPr>
            <p:cNvPr id="19476" name="Rectangle 134">
              <a:extLst>
                <a:ext uri="{FF2B5EF4-FFF2-40B4-BE49-F238E27FC236}">
                  <a16:creationId xmlns:a16="http://schemas.microsoft.com/office/drawing/2014/main" id="{B9A461EC-73BD-6255-CDA8-6700EC9589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54684" y="4514935"/>
              <a:ext cx="323850" cy="107156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0000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hangingPunct="1">
                <a:spcBef>
                  <a:spcPct val="0"/>
                </a:spcBef>
                <a:buClrTx/>
                <a:buSzTx/>
                <a:buNone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pSp>
          <p:nvGrpSpPr>
            <p:cNvPr id="183" name="Group 72">
              <a:extLst>
                <a:ext uri="{FF2B5EF4-FFF2-40B4-BE49-F238E27FC236}">
                  <a16:creationId xmlns:a16="http://schemas.microsoft.com/office/drawing/2014/main" id="{238689E1-721A-27E5-D3BE-F10E1F8054F6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951987" y="4465052"/>
              <a:ext cx="57150" cy="189310"/>
              <a:chOff x="771" y="1979"/>
              <a:chExt cx="47" cy="159"/>
            </a:xfrm>
          </p:grpSpPr>
          <p:sp>
            <p:nvSpPr>
              <p:cNvPr id="184" name="Line 69">
                <a:extLst>
                  <a:ext uri="{FF2B5EF4-FFF2-40B4-BE49-F238E27FC236}">
                    <a16:creationId xmlns:a16="http://schemas.microsoft.com/office/drawing/2014/main" id="{84BC1A10-95A4-06F8-6A79-66952A5EB3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10" y="2051"/>
                <a:ext cx="159" cy="0"/>
              </a:xfrm>
              <a:prstGeom prst="line">
                <a:avLst/>
              </a:prstGeom>
              <a:noFill/>
              <a:ln w="63500" cap="sq">
                <a:solidFill>
                  <a:schemeClr val="bg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Line 70">
                <a:extLst>
                  <a:ext uri="{FF2B5EF4-FFF2-40B4-BE49-F238E27FC236}">
                    <a16:creationId xmlns:a16="http://schemas.microsoft.com/office/drawing/2014/main" id="{6C1A2EBF-02DE-1DB9-66B5-4238847AE1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30" y="2051"/>
                <a:ext cx="159" cy="0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6" name="Line 71">
                <a:extLst>
                  <a:ext uri="{FF2B5EF4-FFF2-40B4-BE49-F238E27FC236}">
                    <a16:creationId xmlns:a16="http://schemas.microsoft.com/office/drawing/2014/main" id="{1CD13091-83C7-ECF4-B975-4EDDBEDA68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83" y="2051"/>
                <a:ext cx="159" cy="0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zh-CN" altLang="en-US" sz="21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467" name="Rectangle 134">
              <a:extLst>
                <a:ext uri="{FF2B5EF4-FFF2-40B4-BE49-F238E27FC236}">
                  <a16:creationId xmlns:a16="http://schemas.microsoft.com/office/drawing/2014/main" id="{2A9B7005-B739-53DF-6CB0-30B7D6C12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548" y="2994916"/>
              <a:ext cx="323850" cy="107156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0000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hangingPunct="1">
                <a:spcBef>
                  <a:spcPct val="0"/>
                </a:spcBef>
                <a:buClrTx/>
                <a:buSzTx/>
                <a:buNone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pSp>
          <p:nvGrpSpPr>
            <p:cNvPr id="19459" name="Group 85">
              <a:extLst>
                <a:ext uri="{FF2B5EF4-FFF2-40B4-BE49-F238E27FC236}">
                  <a16:creationId xmlns:a16="http://schemas.microsoft.com/office/drawing/2014/main" id="{FB12D588-A860-4E0F-2824-6B6BBE1B06C8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4341209" y="2791066"/>
              <a:ext cx="185889" cy="164981"/>
              <a:chOff x="793" y="2160"/>
              <a:chExt cx="182" cy="136"/>
            </a:xfrm>
          </p:grpSpPr>
          <p:sp>
            <p:nvSpPr>
              <p:cNvPr id="19461" name="AutoShape 86">
                <a:extLst>
                  <a:ext uri="{FF2B5EF4-FFF2-40B4-BE49-F238E27FC236}">
                    <a16:creationId xmlns:a16="http://schemas.microsoft.com/office/drawing/2014/main" id="{9FD72A0C-65F3-BE3C-5C4A-E32F3496A1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2160"/>
                <a:ext cx="182" cy="136"/>
              </a:xfrm>
              <a:prstGeom prst="flowChartMerge">
                <a:avLst/>
              </a:prstGeom>
              <a:solidFill>
                <a:schemeClr val="bg1"/>
              </a:solidFill>
              <a:ln w="28575" algn="ctr">
                <a:solidFill>
                  <a:srgbClr val="0000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9487" name="Line 89">
                <a:extLst>
                  <a:ext uri="{FF2B5EF4-FFF2-40B4-BE49-F238E27FC236}">
                    <a16:creationId xmlns:a16="http://schemas.microsoft.com/office/drawing/2014/main" id="{B4119DA5-0074-5CB9-BDA6-D14B289163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3" y="2296"/>
                <a:ext cx="182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490" name="Group 85">
              <a:extLst>
                <a:ext uri="{FF2B5EF4-FFF2-40B4-BE49-F238E27FC236}">
                  <a16:creationId xmlns:a16="http://schemas.microsoft.com/office/drawing/2014/main" id="{632D4C61-1CEA-2219-A1D4-B752B0B5969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355570" y="3143236"/>
              <a:ext cx="185889" cy="164981"/>
              <a:chOff x="793" y="2160"/>
              <a:chExt cx="182" cy="136"/>
            </a:xfrm>
          </p:grpSpPr>
          <p:sp>
            <p:nvSpPr>
              <p:cNvPr id="19491" name="AutoShape 86">
                <a:extLst>
                  <a:ext uri="{FF2B5EF4-FFF2-40B4-BE49-F238E27FC236}">
                    <a16:creationId xmlns:a16="http://schemas.microsoft.com/office/drawing/2014/main" id="{E2CC3A26-5A91-8109-E381-A77B69A8B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2160"/>
                <a:ext cx="182" cy="136"/>
              </a:xfrm>
              <a:prstGeom prst="flowChartMerge">
                <a:avLst/>
              </a:prstGeom>
              <a:solidFill>
                <a:schemeClr val="bg1"/>
              </a:solidFill>
              <a:ln w="28575" algn="ctr">
                <a:solidFill>
                  <a:srgbClr val="0000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9498" name="Line 89">
                <a:extLst>
                  <a:ext uri="{FF2B5EF4-FFF2-40B4-BE49-F238E27FC236}">
                    <a16:creationId xmlns:a16="http://schemas.microsoft.com/office/drawing/2014/main" id="{3E66BD9F-352B-DA4A-4BBF-A603026BE3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3" y="2296"/>
                <a:ext cx="182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pic>
        <p:nvPicPr>
          <p:cNvPr id="19500" name="图片 117">
            <a:extLst>
              <a:ext uri="{FF2B5EF4-FFF2-40B4-BE49-F238E27FC236}">
                <a16:creationId xmlns:a16="http://schemas.microsoft.com/office/drawing/2014/main" id="{942A3A79-DE18-D024-7A1F-E84386B98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2124" r="16373" b="4872"/>
          <a:stretch>
            <a:fillRect/>
          </a:stretch>
        </p:blipFill>
        <p:spPr bwMode="auto">
          <a:xfrm>
            <a:off x="137168" y="37043"/>
            <a:ext cx="3153965" cy="1897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67" name="Line 136">
            <a:extLst>
              <a:ext uri="{FF2B5EF4-FFF2-40B4-BE49-F238E27FC236}">
                <a16:creationId xmlns:a16="http://schemas.microsoft.com/office/drawing/2014/main" id="{56C9AC6C-819E-E126-5020-78C98AFA075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52525" y="4516578"/>
            <a:ext cx="3748" cy="44968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/>
            <a:endParaRPr lang="zh-CN" altLang="en-US" sz="2100">
              <a:latin typeface="Times New Roman" panose="02020603050405020304" pitchFamily="18" charset="0"/>
            </a:endParaRPr>
          </a:p>
        </p:txBody>
      </p:sp>
      <p:sp>
        <p:nvSpPr>
          <p:cNvPr id="19568" name="Line 136">
            <a:extLst>
              <a:ext uri="{FF2B5EF4-FFF2-40B4-BE49-F238E27FC236}">
                <a16:creationId xmlns:a16="http://schemas.microsoft.com/office/drawing/2014/main" id="{924DF124-3C71-6970-E78C-B9548E6B7E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19959" y="2282954"/>
            <a:ext cx="3748" cy="44968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/>
            <a:endParaRPr lang="zh-CN" altLang="en-US" sz="2100">
              <a:latin typeface="Times New Roman" panose="02020603050405020304" pitchFamily="18" charset="0"/>
            </a:endParaRPr>
          </a:p>
        </p:txBody>
      </p:sp>
      <p:sp>
        <p:nvSpPr>
          <p:cNvPr id="19570" name="任意多边形: 形状 19569">
            <a:extLst>
              <a:ext uri="{FF2B5EF4-FFF2-40B4-BE49-F238E27FC236}">
                <a16:creationId xmlns:a16="http://schemas.microsoft.com/office/drawing/2014/main" id="{AFCCE07C-EE0C-7F4C-A492-912A457B6411}"/>
              </a:ext>
            </a:extLst>
          </p:cNvPr>
          <p:cNvSpPr>
            <a:spLocks/>
          </p:cNvSpPr>
          <p:nvPr/>
        </p:nvSpPr>
        <p:spPr bwMode="auto">
          <a:xfrm>
            <a:off x="2261189" y="1838881"/>
            <a:ext cx="783381" cy="458392"/>
          </a:xfrm>
          <a:custGeom>
            <a:avLst/>
            <a:gdLst>
              <a:gd name="T0" fmla="*/ 0 w 1089890"/>
              <a:gd name="T1" fmla="*/ 0 h 1089891"/>
              <a:gd name="T2" fmla="*/ 83758 w 1089890"/>
              <a:gd name="T3" fmla="*/ 90342 h 1089891"/>
              <a:gd name="T4" fmla="*/ 136106 w 1089890"/>
              <a:gd name="T5" fmla="*/ 164257 h 1089891"/>
              <a:gd name="T6" fmla="*/ 177986 w 1089890"/>
              <a:gd name="T7" fmla="*/ 213534 h 1089891"/>
              <a:gd name="T8" fmla="*/ 198925 w 1089890"/>
              <a:gd name="T9" fmla="*/ 238173 h 1089891"/>
              <a:gd name="T10" fmla="*/ 240805 w 1089890"/>
              <a:gd name="T11" fmla="*/ 295663 h 1089891"/>
              <a:gd name="T12" fmla="*/ 251273 w 1089890"/>
              <a:gd name="T13" fmla="*/ 320302 h 1089891"/>
              <a:gd name="T14" fmla="*/ 272214 w 1089890"/>
              <a:gd name="T15" fmla="*/ 344940 h 1089891"/>
              <a:gd name="T16" fmla="*/ 314092 w 1089890"/>
              <a:gd name="T17" fmla="*/ 386005 h 1089891"/>
              <a:gd name="T18" fmla="*/ 355972 w 1089890"/>
              <a:gd name="T19" fmla="*/ 435282 h 1089891"/>
              <a:gd name="T20" fmla="*/ 387381 w 1089890"/>
              <a:gd name="T21" fmla="*/ 459921 h 1089891"/>
              <a:gd name="T22" fmla="*/ 408320 w 1089890"/>
              <a:gd name="T23" fmla="*/ 484559 h 1089891"/>
              <a:gd name="T24" fmla="*/ 471139 w 1089890"/>
              <a:gd name="T25" fmla="*/ 517411 h 1089891"/>
              <a:gd name="T26" fmla="*/ 533958 w 1089890"/>
              <a:gd name="T27" fmla="*/ 533837 h 1089891"/>
              <a:gd name="T28" fmla="*/ 607247 w 1089890"/>
              <a:gd name="T29" fmla="*/ 566688 h 1089891"/>
              <a:gd name="T30" fmla="*/ 701473 w 1089890"/>
              <a:gd name="T31" fmla="*/ 624179 h 1089891"/>
              <a:gd name="T32" fmla="*/ 764292 w 1089890"/>
              <a:gd name="T33" fmla="*/ 657029 h 1089891"/>
              <a:gd name="T34" fmla="*/ 827111 w 1089890"/>
              <a:gd name="T35" fmla="*/ 698094 h 1089891"/>
              <a:gd name="T36" fmla="*/ 848050 w 1089890"/>
              <a:gd name="T37" fmla="*/ 722732 h 1089891"/>
              <a:gd name="T38" fmla="*/ 910868 w 1089890"/>
              <a:gd name="T39" fmla="*/ 763797 h 1089891"/>
              <a:gd name="T40" fmla="*/ 963217 w 1089890"/>
              <a:gd name="T41" fmla="*/ 804861 h 1089891"/>
              <a:gd name="T42" fmla="*/ 984157 w 1089890"/>
              <a:gd name="T43" fmla="*/ 829500 h 1089891"/>
              <a:gd name="T44" fmla="*/ 1046976 w 1089890"/>
              <a:gd name="T45" fmla="*/ 862351 h 1089891"/>
              <a:gd name="T46" fmla="*/ 1099325 w 1089890"/>
              <a:gd name="T47" fmla="*/ 895203 h 1089891"/>
              <a:gd name="T48" fmla="*/ 1162143 w 1089890"/>
              <a:gd name="T49" fmla="*/ 928055 h 1089891"/>
              <a:gd name="T50" fmla="*/ 1193553 w 1089890"/>
              <a:gd name="T51" fmla="*/ 944480 h 1089891"/>
              <a:gd name="T52" fmla="*/ 1235431 w 1089890"/>
              <a:gd name="T53" fmla="*/ 969119 h 1089891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1089890" h="1089891">
                <a:moveTo>
                  <a:pt x="0" y="0"/>
                </a:moveTo>
                <a:cubicBezTo>
                  <a:pt x="14373" y="17966"/>
                  <a:pt x="67049" y="81079"/>
                  <a:pt x="73890" y="101600"/>
                </a:cubicBezTo>
                <a:cubicBezTo>
                  <a:pt x="90148" y="150370"/>
                  <a:pt x="77727" y="121209"/>
                  <a:pt x="120072" y="184727"/>
                </a:cubicBezTo>
                <a:lnTo>
                  <a:pt x="157018" y="240145"/>
                </a:lnTo>
                <a:lnTo>
                  <a:pt x="175490" y="267854"/>
                </a:lnTo>
                <a:cubicBezTo>
                  <a:pt x="195027" y="345996"/>
                  <a:pt x="168413" y="266474"/>
                  <a:pt x="212436" y="332509"/>
                </a:cubicBezTo>
                <a:cubicBezTo>
                  <a:pt x="217836" y="340610"/>
                  <a:pt x="217318" y="351510"/>
                  <a:pt x="221672" y="360218"/>
                </a:cubicBezTo>
                <a:cubicBezTo>
                  <a:pt x="226636" y="370147"/>
                  <a:pt x="233987" y="378691"/>
                  <a:pt x="240145" y="387927"/>
                </a:cubicBezTo>
                <a:cubicBezTo>
                  <a:pt x="260943" y="450325"/>
                  <a:pt x="232099" y="382691"/>
                  <a:pt x="277090" y="434109"/>
                </a:cubicBezTo>
                <a:cubicBezTo>
                  <a:pt x="291710" y="450817"/>
                  <a:pt x="298337" y="473828"/>
                  <a:pt x="314036" y="489527"/>
                </a:cubicBezTo>
                <a:cubicBezTo>
                  <a:pt x="323272" y="498763"/>
                  <a:pt x="333383" y="507201"/>
                  <a:pt x="341745" y="517236"/>
                </a:cubicBezTo>
                <a:cubicBezTo>
                  <a:pt x="348852" y="525764"/>
                  <a:pt x="351864" y="537635"/>
                  <a:pt x="360218" y="544945"/>
                </a:cubicBezTo>
                <a:cubicBezTo>
                  <a:pt x="376926" y="559565"/>
                  <a:pt x="394574" y="574870"/>
                  <a:pt x="415636" y="581891"/>
                </a:cubicBezTo>
                <a:cubicBezTo>
                  <a:pt x="434109" y="588049"/>
                  <a:pt x="454852" y="589563"/>
                  <a:pt x="471054" y="600364"/>
                </a:cubicBezTo>
                <a:cubicBezTo>
                  <a:pt x="566920" y="664272"/>
                  <a:pt x="418505" y="566987"/>
                  <a:pt x="535709" y="637309"/>
                </a:cubicBezTo>
                <a:cubicBezTo>
                  <a:pt x="669367" y="717503"/>
                  <a:pt x="535790" y="637372"/>
                  <a:pt x="618836" y="701964"/>
                </a:cubicBezTo>
                <a:cubicBezTo>
                  <a:pt x="636361" y="715594"/>
                  <a:pt x="658555" y="723210"/>
                  <a:pt x="674254" y="738909"/>
                </a:cubicBezTo>
                <a:cubicBezTo>
                  <a:pt x="709812" y="774467"/>
                  <a:pt x="691095" y="759372"/>
                  <a:pt x="729672" y="785091"/>
                </a:cubicBezTo>
                <a:cubicBezTo>
                  <a:pt x="735830" y="794327"/>
                  <a:pt x="741038" y="804272"/>
                  <a:pt x="748145" y="812800"/>
                </a:cubicBezTo>
                <a:cubicBezTo>
                  <a:pt x="770369" y="839469"/>
                  <a:pt x="776318" y="840818"/>
                  <a:pt x="803563" y="858982"/>
                </a:cubicBezTo>
                <a:cubicBezTo>
                  <a:pt x="852824" y="932873"/>
                  <a:pt x="788169" y="843588"/>
                  <a:pt x="849745" y="905164"/>
                </a:cubicBezTo>
                <a:cubicBezTo>
                  <a:pt x="857594" y="913013"/>
                  <a:pt x="859864" y="925563"/>
                  <a:pt x="868218" y="932873"/>
                </a:cubicBezTo>
                <a:cubicBezTo>
                  <a:pt x="884926" y="947493"/>
                  <a:pt x="923636" y="969818"/>
                  <a:pt x="923636" y="969818"/>
                </a:cubicBezTo>
                <a:cubicBezTo>
                  <a:pt x="957768" y="1021015"/>
                  <a:pt x="922581" y="980521"/>
                  <a:pt x="969818" y="1006764"/>
                </a:cubicBezTo>
                <a:cubicBezTo>
                  <a:pt x="989225" y="1017546"/>
                  <a:pt x="1006763" y="1031394"/>
                  <a:pt x="1025236" y="1043709"/>
                </a:cubicBezTo>
                <a:lnTo>
                  <a:pt x="1052945" y="1062182"/>
                </a:lnTo>
                <a:cubicBezTo>
                  <a:pt x="1084279" y="1083071"/>
                  <a:pt x="1072804" y="1072804"/>
                  <a:pt x="1089890" y="1089891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/>
            <a:endParaRPr lang="zh-CN" altLang="en-US" sz="2100">
              <a:latin typeface="Times New Roman" panose="02020603050405020304" pitchFamily="18" charset="0"/>
            </a:endParaRPr>
          </a:p>
        </p:txBody>
      </p:sp>
      <p:sp>
        <p:nvSpPr>
          <p:cNvPr id="19573" name="任意多边形: 形状 19572">
            <a:extLst>
              <a:ext uri="{FF2B5EF4-FFF2-40B4-BE49-F238E27FC236}">
                <a16:creationId xmlns:a16="http://schemas.microsoft.com/office/drawing/2014/main" id="{5725716E-21DF-F6B1-8E14-A5DE418D2464}"/>
              </a:ext>
            </a:extLst>
          </p:cNvPr>
          <p:cNvSpPr/>
          <p:nvPr/>
        </p:nvSpPr>
        <p:spPr bwMode="auto">
          <a:xfrm>
            <a:off x="782053" y="1852862"/>
            <a:ext cx="3236978" cy="3251630"/>
          </a:xfrm>
          <a:custGeom>
            <a:avLst/>
            <a:gdLst>
              <a:gd name="connsiteX0" fmla="*/ 0 w 3261954"/>
              <a:gd name="connsiteY0" fmla="*/ 0 h 3284621"/>
              <a:gd name="connsiteX1" fmla="*/ 12031 w 3261954"/>
              <a:gd name="connsiteY1" fmla="*/ 372979 h 3284621"/>
              <a:gd name="connsiteX2" fmla="*/ 72189 w 3261954"/>
              <a:gd name="connsiteY2" fmla="*/ 806116 h 3284621"/>
              <a:gd name="connsiteX3" fmla="*/ 96252 w 3261954"/>
              <a:gd name="connsiteY3" fmla="*/ 974558 h 3284621"/>
              <a:gd name="connsiteX4" fmla="*/ 144379 w 3261954"/>
              <a:gd name="connsiteY4" fmla="*/ 1155032 h 3284621"/>
              <a:gd name="connsiteX5" fmla="*/ 240631 w 3261954"/>
              <a:gd name="connsiteY5" fmla="*/ 1515979 h 3284621"/>
              <a:gd name="connsiteX6" fmla="*/ 360947 w 3261954"/>
              <a:gd name="connsiteY6" fmla="*/ 1756611 h 3284621"/>
              <a:gd name="connsiteX7" fmla="*/ 421105 w 3261954"/>
              <a:gd name="connsiteY7" fmla="*/ 1888958 h 3284621"/>
              <a:gd name="connsiteX8" fmla="*/ 481263 w 3261954"/>
              <a:gd name="connsiteY8" fmla="*/ 1973179 h 3284621"/>
              <a:gd name="connsiteX9" fmla="*/ 505326 w 3261954"/>
              <a:gd name="connsiteY9" fmla="*/ 2021305 h 3284621"/>
              <a:gd name="connsiteX10" fmla="*/ 541421 w 3261954"/>
              <a:gd name="connsiteY10" fmla="*/ 2081463 h 3284621"/>
              <a:gd name="connsiteX11" fmla="*/ 589547 w 3261954"/>
              <a:gd name="connsiteY11" fmla="*/ 2177716 h 3284621"/>
              <a:gd name="connsiteX12" fmla="*/ 625642 w 3261954"/>
              <a:gd name="connsiteY12" fmla="*/ 2225842 h 3284621"/>
              <a:gd name="connsiteX13" fmla="*/ 721894 w 3261954"/>
              <a:gd name="connsiteY13" fmla="*/ 2406316 h 3284621"/>
              <a:gd name="connsiteX14" fmla="*/ 782052 w 3261954"/>
              <a:gd name="connsiteY14" fmla="*/ 2490537 h 3284621"/>
              <a:gd name="connsiteX15" fmla="*/ 806115 w 3261954"/>
              <a:gd name="connsiteY15" fmla="*/ 2550695 h 3284621"/>
              <a:gd name="connsiteX16" fmla="*/ 842210 w 3261954"/>
              <a:gd name="connsiteY16" fmla="*/ 2586790 h 3284621"/>
              <a:gd name="connsiteX17" fmla="*/ 950494 w 3261954"/>
              <a:gd name="connsiteY17" fmla="*/ 2707105 h 3284621"/>
              <a:gd name="connsiteX18" fmla="*/ 1082842 w 3261954"/>
              <a:gd name="connsiteY18" fmla="*/ 2803358 h 3284621"/>
              <a:gd name="connsiteX19" fmla="*/ 1130968 w 3261954"/>
              <a:gd name="connsiteY19" fmla="*/ 2827421 h 3284621"/>
              <a:gd name="connsiteX20" fmla="*/ 1275347 w 3261954"/>
              <a:gd name="connsiteY20" fmla="*/ 2911642 h 3284621"/>
              <a:gd name="connsiteX21" fmla="*/ 1479884 w 3261954"/>
              <a:gd name="connsiteY21" fmla="*/ 3056021 h 3284621"/>
              <a:gd name="connsiteX22" fmla="*/ 1515979 w 3261954"/>
              <a:gd name="connsiteY22" fmla="*/ 3068053 h 3284621"/>
              <a:gd name="connsiteX23" fmla="*/ 1792705 w 3261954"/>
              <a:gd name="connsiteY23" fmla="*/ 3200400 h 3284621"/>
              <a:gd name="connsiteX24" fmla="*/ 1852863 w 3261954"/>
              <a:gd name="connsiteY24" fmla="*/ 3212432 h 3284621"/>
              <a:gd name="connsiteX25" fmla="*/ 1888958 w 3261954"/>
              <a:gd name="connsiteY25" fmla="*/ 3236495 h 3284621"/>
              <a:gd name="connsiteX26" fmla="*/ 1985210 w 3261954"/>
              <a:gd name="connsiteY26" fmla="*/ 3260558 h 3284621"/>
              <a:gd name="connsiteX27" fmla="*/ 2141621 w 3261954"/>
              <a:gd name="connsiteY27" fmla="*/ 3284621 h 3284621"/>
              <a:gd name="connsiteX28" fmla="*/ 2791326 w 3261954"/>
              <a:gd name="connsiteY28" fmla="*/ 3272590 h 3284621"/>
              <a:gd name="connsiteX29" fmla="*/ 2851484 w 3261954"/>
              <a:gd name="connsiteY29" fmla="*/ 3260558 h 3284621"/>
              <a:gd name="connsiteX30" fmla="*/ 3140242 w 3261954"/>
              <a:gd name="connsiteY30" fmla="*/ 3272590 h 3284621"/>
              <a:gd name="connsiteX31" fmla="*/ 3248526 w 3261954"/>
              <a:gd name="connsiteY31" fmla="*/ 3260558 h 3284621"/>
              <a:gd name="connsiteX32" fmla="*/ 3260558 w 3261954"/>
              <a:gd name="connsiteY32" fmla="*/ 3224463 h 3284621"/>
              <a:gd name="connsiteX33" fmla="*/ 3260558 w 3261954"/>
              <a:gd name="connsiteY33" fmla="*/ 3092116 h 3284621"/>
              <a:gd name="connsiteX0" fmla="*/ 0 w 3261954"/>
              <a:gd name="connsiteY0" fmla="*/ 0 h 3284621"/>
              <a:gd name="connsiteX1" fmla="*/ 12031 w 3261954"/>
              <a:gd name="connsiteY1" fmla="*/ 372979 h 3284621"/>
              <a:gd name="connsiteX2" fmla="*/ 72189 w 3261954"/>
              <a:gd name="connsiteY2" fmla="*/ 806116 h 3284621"/>
              <a:gd name="connsiteX3" fmla="*/ 96252 w 3261954"/>
              <a:gd name="connsiteY3" fmla="*/ 974558 h 3284621"/>
              <a:gd name="connsiteX4" fmla="*/ 144379 w 3261954"/>
              <a:gd name="connsiteY4" fmla="*/ 1155032 h 3284621"/>
              <a:gd name="connsiteX5" fmla="*/ 240631 w 3261954"/>
              <a:gd name="connsiteY5" fmla="*/ 1515979 h 3284621"/>
              <a:gd name="connsiteX6" fmla="*/ 360947 w 3261954"/>
              <a:gd name="connsiteY6" fmla="*/ 1756611 h 3284621"/>
              <a:gd name="connsiteX7" fmla="*/ 421105 w 3261954"/>
              <a:gd name="connsiteY7" fmla="*/ 1888958 h 3284621"/>
              <a:gd name="connsiteX8" fmla="*/ 481263 w 3261954"/>
              <a:gd name="connsiteY8" fmla="*/ 1973179 h 3284621"/>
              <a:gd name="connsiteX9" fmla="*/ 505326 w 3261954"/>
              <a:gd name="connsiteY9" fmla="*/ 2021305 h 3284621"/>
              <a:gd name="connsiteX10" fmla="*/ 541421 w 3261954"/>
              <a:gd name="connsiteY10" fmla="*/ 2081463 h 3284621"/>
              <a:gd name="connsiteX11" fmla="*/ 589547 w 3261954"/>
              <a:gd name="connsiteY11" fmla="*/ 2177716 h 3284621"/>
              <a:gd name="connsiteX12" fmla="*/ 625642 w 3261954"/>
              <a:gd name="connsiteY12" fmla="*/ 2225842 h 3284621"/>
              <a:gd name="connsiteX13" fmla="*/ 721894 w 3261954"/>
              <a:gd name="connsiteY13" fmla="*/ 2406316 h 3284621"/>
              <a:gd name="connsiteX14" fmla="*/ 782052 w 3261954"/>
              <a:gd name="connsiteY14" fmla="*/ 2490537 h 3284621"/>
              <a:gd name="connsiteX15" fmla="*/ 806115 w 3261954"/>
              <a:gd name="connsiteY15" fmla="*/ 2550695 h 3284621"/>
              <a:gd name="connsiteX16" fmla="*/ 842210 w 3261954"/>
              <a:gd name="connsiteY16" fmla="*/ 2586790 h 3284621"/>
              <a:gd name="connsiteX17" fmla="*/ 950494 w 3261954"/>
              <a:gd name="connsiteY17" fmla="*/ 2707105 h 3284621"/>
              <a:gd name="connsiteX18" fmla="*/ 1082842 w 3261954"/>
              <a:gd name="connsiteY18" fmla="*/ 2803358 h 3284621"/>
              <a:gd name="connsiteX19" fmla="*/ 1130968 w 3261954"/>
              <a:gd name="connsiteY19" fmla="*/ 2827421 h 3284621"/>
              <a:gd name="connsiteX20" fmla="*/ 1275347 w 3261954"/>
              <a:gd name="connsiteY20" fmla="*/ 2911642 h 3284621"/>
              <a:gd name="connsiteX21" fmla="*/ 1479884 w 3261954"/>
              <a:gd name="connsiteY21" fmla="*/ 3056021 h 3284621"/>
              <a:gd name="connsiteX22" fmla="*/ 1515979 w 3261954"/>
              <a:gd name="connsiteY22" fmla="*/ 3068053 h 3284621"/>
              <a:gd name="connsiteX23" fmla="*/ 1792705 w 3261954"/>
              <a:gd name="connsiteY23" fmla="*/ 3200400 h 3284621"/>
              <a:gd name="connsiteX24" fmla="*/ 1852863 w 3261954"/>
              <a:gd name="connsiteY24" fmla="*/ 3212432 h 3284621"/>
              <a:gd name="connsiteX25" fmla="*/ 1888958 w 3261954"/>
              <a:gd name="connsiteY25" fmla="*/ 3236495 h 3284621"/>
              <a:gd name="connsiteX26" fmla="*/ 1985210 w 3261954"/>
              <a:gd name="connsiteY26" fmla="*/ 3260558 h 3284621"/>
              <a:gd name="connsiteX27" fmla="*/ 2141621 w 3261954"/>
              <a:gd name="connsiteY27" fmla="*/ 3284621 h 3284621"/>
              <a:gd name="connsiteX28" fmla="*/ 2791326 w 3261954"/>
              <a:gd name="connsiteY28" fmla="*/ 3272590 h 3284621"/>
              <a:gd name="connsiteX29" fmla="*/ 2851484 w 3261954"/>
              <a:gd name="connsiteY29" fmla="*/ 3260558 h 3284621"/>
              <a:gd name="connsiteX30" fmla="*/ 3140242 w 3261954"/>
              <a:gd name="connsiteY30" fmla="*/ 3272590 h 3284621"/>
              <a:gd name="connsiteX31" fmla="*/ 3206605 w 3261954"/>
              <a:gd name="connsiteY31" fmla="*/ 3218637 h 3284621"/>
              <a:gd name="connsiteX32" fmla="*/ 3260558 w 3261954"/>
              <a:gd name="connsiteY32" fmla="*/ 3224463 h 3284621"/>
              <a:gd name="connsiteX33" fmla="*/ 3260558 w 3261954"/>
              <a:gd name="connsiteY33" fmla="*/ 3092116 h 3284621"/>
              <a:gd name="connsiteX0" fmla="*/ 0 w 3260558"/>
              <a:gd name="connsiteY0" fmla="*/ 0 h 3284621"/>
              <a:gd name="connsiteX1" fmla="*/ 12031 w 3260558"/>
              <a:gd name="connsiteY1" fmla="*/ 372979 h 3284621"/>
              <a:gd name="connsiteX2" fmla="*/ 72189 w 3260558"/>
              <a:gd name="connsiteY2" fmla="*/ 806116 h 3284621"/>
              <a:gd name="connsiteX3" fmla="*/ 96252 w 3260558"/>
              <a:gd name="connsiteY3" fmla="*/ 974558 h 3284621"/>
              <a:gd name="connsiteX4" fmla="*/ 144379 w 3260558"/>
              <a:gd name="connsiteY4" fmla="*/ 1155032 h 3284621"/>
              <a:gd name="connsiteX5" fmla="*/ 240631 w 3260558"/>
              <a:gd name="connsiteY5" fmla="*/ 1515979 h 3284621"/>
              <a:gd name="connsiteX6" fmla="*/ 360947 w 3260558"/>
              <a:gd name="connsiteY6" fmla="*/ 1756611 h 3284621"/>
              <a:gd name="connsiteX7" fmla="*/ 421105 w 3260558"/>
              <a:gd name="connsiteY7" fmla="*/ 1888958 h 3284621"/>
              <a:gd name="connsiteX8" fmla="*/ 481263 w 3260558"/>
              <a:gd name="connsiteY8" fmla="*/ 1973179 h 3284621"/>
              <a:gd name="connsiteX9" fmla="*/ 505326 w 3260558"/>
              <a:gd name="connsiteY9" fmla="*/ 2021305 h 3284621"/>
              <a:gd name="connsiteX10" fmla="*/ 541421 w 3260558"/>
              <a:gd name="connsiteY10" fmla="*/ 2081463 h 3284621"/>
              <a:gd name="connsiteX11" fmla="*/ 589547 w 3260558"/>
              <a:gd name="connsiteY11" fmla="*/ 2177716 h 3284621"/>
              <a:gd name="connsiteX12" fmla="*/ 625642 w 3260558"/>
              <a:gd name="connsiteY12" fmla="*/ 2225842 h 3284621"/>
              <a:gd name="connsiteX13" fmla="*/ 721894 w 3260558"/>
              <a:gd name="connsiteY13" fmla="*/ 2406316 h 3284621"/>
              <a:gd name="connsiteX14" fmla="*/ 782052 w 3260558"/>
              <a:gd name="connsiteY14" fmla="*/ 2490537 h 3284621"/>
              <a:gd name="connsiteX15" fmla="*/ 806115 w 3260558"/>
              <a:gd name="connsiteY15" fmla="*/ 2550695 h 3284621"/>
              <a:gd name="connsiteX16" fmla="*/ 842210 w 3260558"/>
              <a:gd name="connsiteY16" fmla="*/ 2586790 h 3284621"/>
              <a:gd name="connsiteX17" fmla="*/ 950494 w 3260558"/>
              <a:gd name="connsiteY17" fmla="*/ 2707105 h 3284621"/>
              <a:gd name="connsiteX18" fmla="*/ 1082842 w 3260558"/>
              <a:gd name="connsiteY18" fmla="*/ 2803358 h 3284621"/>
              <a:gd name="connsiteX19" fmla="*/ 1130968 w 3260558"/>
              <a:gd name="connsiteY19" fmla="*/ 2827421 h 3284621"/>
              <a:gd name="connsiteX20" fmla="*/ 1275347 w 3260558"/>
              <a:gd name="connsiteY20" fmla="*/ 2911642 h 3284621"/>
              <a:gd name="connsiteX21" fmla="*/ 1479884 w 3260558"/>
              <a:gd name="connsiteY21" fmla="*/ 3056021 h 3284621"/>
              <a:gd name="connsiteX22" fmla="*/ 1515979 w 3260558"/>
              <a:gd name="connsiteY22" fmla="*/ 3068053 h 3284621"/>
              <a:gd name="connsiteX23" fmla="*/ 1792705 w 3260558"/>
              <a:gd name="connsiteY23" fmla="*/ 3200400 h 3284621"/>
              <a:gd name="connsiteX24" fmla="*/ 1852863 w 3260558"/>
              <a:gd name="connsiteY24" fmla="*/ 3212432 h 3284621"/>
              <a:gd name="connsiteX25" fmla="*/ 1888958 w 3260558"/>
              <a:gd name="connsiteY25" fmla="*/ 3236495 h 3284621"/>
              <a:gd name="connsiteX26" fmla="*/ 1985210 w 3260558"/>
              <a:gd name="connsiteY26" fmla="*/ 3260558 h 3284621"/>
              <a:gd name="connsiteX27" fmla="*/ 2141621 w 3260558"/>
              <a:gd name="connsiteY27" fmla="*/ 3284621 h 3284621"/>
              <a:gd name="connsiteX28" fmla="*/ 2791326 w 3260558"/>
              <a:gd name="connsiteY28" fmla="*/ 3272590 h 3284621"/>
              <a:gd name="connsiteX29" fmla="*/ 2851484 w 3260558"/>
              <a:gd name="connsiteY29" fmla="*/ 3260558 h 3284621"/>
              <a:gd name="connsiteX30" fmla="*/ 3140242 w 3260558"/>
              <a:gd name="connsiteY30" fmla="*/ 3272590 h 3284621"/>
              <a:gd name="connsiteX31" fmla="*/ 3206605 w 3260558"/>
              <a:gd name="connsiteY31" fmla="*/ 3218637 h 3284621"/>
              <a:gd name="connsiteX32" fmla="*/ 3229118 w 3260558"/>
              <a:gd name="connsiteY32" fmla="*/ 3185162 h 3284621"/>
              <a:gd name="connsiteX33" fmla="*/ 3260558 w 3260558"/>
              <a:gd name="connsiteY33" fmla="*/ 3092116 h 3284621"/>
              <a:gd name="connsiteX0" fmla="*/ 0 w 3236978"/>
              <a:gd name="connsiteY0" fmla="*/ 0 h 3284621"/>
              <a:gd name="connsiteX1" fmla="*/ 12031 w 3236978"/>
              <a:gd name="connsiteY1" fmla="*/ 372979 h 3284621"/>
              <a:gd name="connsiteX2" fmla="*/ 72189 w 3236978"/>
              <a:gd name="connsiteY2" fmla="*/ 806116 h 3284621"/>
              <a:gd name="connsiteX3" fmla="*/ 96252 w 3236978"/>
              <a:gd name="connsiteY3" fmla="*/ 974558 h 3284621"/>
              <a:gd name="connsiteX4" fmla="*/ 144379 w 3236978"/>
              <a:gd name="connsiteY4" fmla="*/ 1155032 h 3284621"/>
              <a:gd name="connsiteX5" fmla="*/ 240631 w 3236978"/>
              <a:gd name="connsiteY5" fmla="*/ 1515979 h 3284621"/>
              <a:gd name="connsiteX6" fmla="*/ 360947 w 3236978"/>
              <a:gd name="connsiteY6" fmla="*/ 1756611 h 3284621"/>
              <a:gd name="connsiteX7" fmla="*/ 421105 w 3236978"/>
              <a:gd name="connsiteY7" fmla="*/ 1888958 h 3284621"/>
              <a:gd name="connsiteX8" fmla="*/ 481263 w 3236978"/>
              <a:gd name="connsiteY8" fmla="*/ 1973179 h 3284621"/>
              <a:gd name="connsiteX9" fmla="*/ 505326 w 3236978"/>
              <a:gd name="connsiteY9" fmla="*/ 2021305 h 3284621"/>
              <a:gd name="connsiteX10" fmla="*/ 541421 w 3236978"/>
              <a:gd name="connsiteY10" fmla="*/ 2081463 h 3284621"/>
              <a:gd name="connsiteX11" fmla="*/ 589547 w 3236978"/>
              <a:gd name="connsiteY11" fmla="*/ 2177716 h 3284621"/>
              <a:gd name="connsiteX12" fmla="*/ 625642 w 3236978"/>
              <a:gd name="connsiteY12" fmla="*/ 2225842 h 3284621"/>
              <a:gd name="connsiteX13" fmla="*/ 721894 w 3236978"/>
              <a:gd name="connsiteY13" fmla="*/ 2406316 h 3284621"/>
              <a:gd name="connsiteX14" fmla="*/ 782052 w 3236978"/>
              <a:gd name="connsiteY14" fmla="*/ 2490537 h 3284621"/>
              <a:gd name="connsiteX15" fmla="*/ 806115 w 3236978"/>
              <a:gd name="connsiteY15" fmla="*/ 2550695 h 3284621"/>
              <a:gd name="connsiteX16" fmla="*/ 842210 w 3236978"/>
              <a:gd name="connsiteY16" fmla="*/ 2586790 h 3284621"/>
              <a:gd name="connsiteX17" fmla="*/ 950494 w 3236978"/>
              <a:gd name="connsiteY17" fmla="*/ 2707105 h 3284621"/>
              <a:gd name="connsiteX18" fmla="*/ 1082842 w 3236978"/>
              <a:gd name="connsiteY18" fmla="*/ 2803358 h 3284621"/>
              <a:gd name="connsiteX19" fmla="*/ 1130968 w 3236978"/>
              <a:gd name="connsiteY19" fmla="*/ 2827421 h 3284621"/>
              <a:gd name="connsiteX20" fmla="*/ 1275347 w 3236978"/>
              <a:gd name="connsiteY20" fmla="*/ 2911642 h 3284621"/>
              <a:gd name="connsiteX21" fmla="*/ 1479884 w 3236978"/>
              <a:gd name="connsiteY21" fmla="*/ 3056021 h 3284621"/>
              <a:gd name="connsiteX22" fmla="*/ 1515979 w 3236978"/>
              <a:gd name="connsiteY22" fmla="*/ 3068053 h 3284621"/>
              <a:gd name="connsiteX23" fmla="*/ 1792705 w 3236978"/>
              <a:gd name="connsiteY23" fmla="*/ 3200400 h 3284621"/>
              <a:gd name="connsiteX24" fmla="*/ 1852863 w 3236978"/>
              <a:gd name="connsiteY24" fmla="*/ 3212432 h 3284621"/>
              <a:gd name="connsiteX25" fmla="*/ 1888958 w 3236978"/>
              <a:gd name="connsiteY25" fmla="*/ 3236495 h 3284621"/>
              <a:gd name="connsiteX26" fmla="*/ 1985210 w 3236978"/>
              <a:gd name="connsiteY26" fmla="*/ 3260558 h 3284621"/>
              <a:gd name="connsiteX27" fmla="*/ 2141621 w 3236978"/>
              <a:gd name="connsiteY27" fmla="*/ 3284621 h 3284621"/>
              <a:gd name="connsiteX28" fmla="*/ 2791326 w 3236978"/>
              <a:gd name="connsiteY28" fmla="*/ 3272590 h 3284621"/>
              <a:gd name="connsiteX29" fmla="*/ 2851484 w 3236978"/>
              <a:gd name="connsiteY29" fmla="*/ 3260558 h 3284621"/>
              <a:gd name="connsiteX30" fmla="*/ 3140242 w 3236978"/>
              <a:gd name="connsiteY30" fmla="*/ 3272590 h 3284621"/>
              <a:gd name="connsiteX31" fmla="*/ 3206605 w 3236978"/>
              <a:gd name="connsiteY31" fmla="*/ 3218637 h 3284621"/>
              <a:gd name="connsiteX32" fmla="*/ 3229118 w 3236978"/>
              <a:gd name="connsiteY32" fmla="*/ 3185162 h 3284621"/>
              <a:gd name="connsiteX33" fmla="*/ 3236978 w 3236978"/>
              <a:gd name="connsiteY33" fmla="*/ 3081636 h 3284621"/>
              <a:gd name="connsiteX0" fmla="*/ 0 w 3236978"/>
              <a:gd name="connsiteY0" fmla="*/ 0 h 3272590"/>
              <a:gd name="connsiteX1" fmla="*/ 12031 w 3236978"/>
              <a:gd name="connsiteY1" fmla="*/ 372979 h 3272590"/>
              <a:gd name="connsiteX2" fmla="*/ 72189 w 3236978"/>
              <a:gd name="connsiteY2" fmla="*/ 806116 h 3272590"/>
              <a:gd name="connsiteX3" fmla="*/ 96252 w 3236978"/>
              <a:gd name="connsiteY3" fmla="*/ 974558 h 3272590"/>
              <a:gd name="connsiteX4" fmla="*/ 144379 w 3236978"/>
              <a:gd name="connsiteY4" fmla="*/ 1155032 h 3272590"/>
              <a:gd name="connsiteX5" fmla="*/ 240631 w 3236978"/>
              <a:gd name="connsiteY5" fmla="*/ 1515979 h 3272590"/>
              <a:gd name="connsiteX6" fmla="*/ 360947 w 3236978"/>
              <a:gd name="connsiteY6" fmla="*/ 1756611 h 3272590"/>
              <a:gd name="connsiteX7" fmla="*/ 421105 w 3236978"/>
              <a:gd name="connsiteY7" fmla="*/ 1888958 h 3272590"/>
              <a:gd name="connsiteX8" fmla="*/ 481263 w 3236978"/>
              <a:gd name="connsiteY8" fmla="*/ 1973179 h 3272590"/>
              <a:gd name="connsiteX9" fmla="*/ 505326 w 3236978"/>
              <a:gd name="connsiteY9" fmla="*/ 2021305 h 3272590"/>
              <a:gd name="connsiteX10" fmla="*/ 541421 w 3236978"/>
              <a:gd name="connsiteY10" fmla="*/ 2081463 h 3272590"/>
              <a:gd name="connsiteX11" fmla="*/ 589547 w 3236978"/>
              <a:gd name="connsiteY11" fmla="*/ 2177716 h 3272590"/>
              <a:gd name="connsiteX12" fmla="*/ 625642 w 3236978"/>
              <a:gd name="connsiteY12" fmla="*/ 2225842 h 3272590"/>
              <a:gd name="connsiteX13" fmla="*/ 721894 w 3236978"/>
              <a:gd name="connsiteY13" fmla="*/ 2406316 h 3272590"/>
              <a:gd name="connsiteX14" fmla="*/ 782052 w 3236978"/>
              <a:gd name="connsiteY14" fmla="*/ 2490537 h 3272590"/>
              <a:gd name="connsiteX15" fmla="*/ 806115 w 3236978"/>
              <a:gd name="connsiteY15" fmla="*/ 2550695 h 3272590"/>
              <a:gd name="connsiteX16" fmla="*/ 842210 w 3236978"/>
              <a:gd name="connsiteY16" fmla="*/ 2586790 h 3272590"/>
              <a:gd name="connsiteX17" fmla="*/ 950494 w 3236978"/>
              <a:gd name="connsiteY17" fmla="*/ 2707105 h 3272590"/>
              <a:gd name="connsiteX18" fmla="*/ 1082842 w 3236978"/>
              <a:gd name="connsiteY18" fmla="*/ 2803358 h 3272590"/>
              <a:gd name="connsiteX19" fmla="*/ 1130968 w 3236978"/>
              <a:gd name="connsiteY19" fmla="*/ 2827421 h 3272590"/>
              <a:gd name="connsiteX20" fmla="*/ 1275347 w 3236978"/>
              <a:gd name="connsiteY20" fmla="*/ 2911642 h 3272590"/>
              <a:gd name="connsiteX21" fmla="*/ 1479884 w 3236978"/>
              <a:gd name="connsiteY21" fmla="*/ 3056021 h 3272590"/>
              <a:gd name="connsiteX22" fmla="*/ 1515979 w 3236978"/>
              <a:gd name="connsiteY22" fmla="*/ 3068053 h 3272590"/>
              <a:gd name="connsiteX23" fmla="*/ 1792705 w 3236978"/>
              <a:gd name="connsiteY23" fmla="*/ 3200400 h 3272590"/>
              <a:gd name="connsiteX24" fmla="*/ 1852863 w 3236978"/>
              <a:gd name="connsiteY24" fmla="*/ 3212432 h 3272590"/>
              <a:gd name="connsiteX25" fmla="*/ 1888958 w 3236978"/>
              <a:gd name="connsiteY25" fmla="*/ 3236495 h 3272590"/>
              <a:gd name="connsiteX26" fmla="*/ 1985210 w 3236978"/>
              <a:gd name="connsiteY26" fmla="*/ 3260558 h 3272590"/>
              <a:gd name="connsiteX27" fmla="*/ 2272624 w 3236978"/>
              <a:gd name="connsiteY27" fmla="*/ 3242700 h 3272590"/>
              <a:gd name="connsiteX28" fmla="*/ 2791326 w 3236978"/>
              <a:gd name="connsiteY28" fmla="*/ 3272590 h 3272590"/>
              <a:gd name="connsiteX29" fmla="*/ 2851484 w 3236978"/>
              <a:gd name="connsiteY29" fmla="*/ 3260558 h 3272590"/>
              <a:gd name="connsiteX30" fmla="*/ 3140242 w 3236978"/>
              <a:gd name="connsiteY30" fmla="*/ 3272590 h 3272590"/>
              <a:gd name="connsiteX31" fmla="*/ 3206605 w 3236978"/>
              <a:gd name="connsiteY31" fmla="*/ 3218637 h 3272590"/>
              <a:gd name="connsiteX32" fmla="*/ 3229118 w 3236978"/>
              <a:gd name="connsiteY32" fmla="*/ 3185162 h 3272590"/>
              <a:gd name="connsiteX33" fmla="*/ 3236978 w 3236978"/>
              <a:gd name="connsiteY33" fmla="*/ 3081636 h 3272590"/>
              <a:gd name="connsiteX0" fmla="*/ 0 w 3236978"/>
              <a:gd name="connsiteY0" fmla="*/ 0 h 3272590"/>
              <a:gd name="connsiteX1" fmla="*/ 12031 w 3236978"/>
              <a:gd name="connsiteY1" fmla="*/ 372979 h 3272590"/>
              <a:gd name="connsiteX2" fmla="*/ 72189 w 3236978"/>
              <a:gd name="connsiteY2" fmla="*/ 806116 h 3272590"/>
              <a:gd name="connsiteX3" fmla="*/ 96252 w 3236978"/>
              <a:gd name="connsiteY3" fmla="*/ 974558 h 3272590"/>
              <a:gd name="connsiteX4" fmla="*/ 144379 w 3236978"/>
              <a:gd name="connsiteY4" fmla="*/ 1155032 h 3272590"/>
              <a:gd name="connsiteX5" fmla="*/ 240631 w 3236978"/>
              <a:gd name="connsiteY5" fmla="*/ 1515979 h 3272590"/>
              <a:gd name="connsiteX6" fmla="*/ 360947 w 3236978"/>
              <a:gd name="connsiteY6" fmla="*/ 1756611 h 3272590"/>
              <a:gd name="connsiteX7" fmla="*/ 421105 w 3236978"/>
              <a:gd name="connsiteY7" fmla="*/ 1888958 h 3272590"/>
              <a:gd name="connsiteX8" fmla="*/ 481263 w 3236978"/>
              <a:gd name="connsiteY8" fmla="*/ 1973179 h 3272590"/>
              <a:gd name="connsiteX9" fmla="*/ 505326 w 3236978"/>
              <a:gd name="connsiteY9" fmla="*/ 2021305 h 3272590"/>
              <a:gd name="connsiteX10" fmla="*/ 541421 w 3236978"/>
              <a:gd name="connsiteY10" fmla="*/ 2081463 h 3272590"/>
              <a:gd name="connsiteX11" fmla="*/ 589547 w 3236978"/>
              <a:gd name="connsiteY11" fmla="*/ 2177716 h 3272590"/>
              <a:gd name="connsiteX12" fmla="*/ 625642 w 3236978"/>
              <a:gd name="connsiteY12" fmla="*/ 2225842 h 3272590"/>
              <a:gd name="connsiteX13" fmla="*/ 721894 w 3236978"/>
              <a:gd name="connsiteY13" fmla="*/ 2406316 h 3272590"/>
              <a:gd name="connsiteX14" fmla="*/ 782052 w 3236978"/>
              <a:gd name="connsiteY14" fmla="*/ 2490537 h 3272590"/>
              <a:gd name="connsiteX15" fmla="*/ 806115 w 3236978"/>
              <a:gd name="connsiteY15" fmla="*/ 2550695 h 3272590"/>
              <a:gd name="connsiteX16" fmla="*/ 842210 w 3236978"/>
              <a:gd name="connsiteY16" fmla="*/ 2586790 h 3272590"/>
              <a:gd name="connsiteX17" fmla="*/ 950494 w 3236978"/>
              <a:gd name="connsiteY17" fmla="*/ 2707105 h 3272590"/>
              <a:gd name="connsiteX18" fmla="*/ 1082842 w 3236978"/>
              <a:gd name="connsiteY18" fmla="*/ 2803358 h 3272590"/>
              <a:gd name="connsiteX19" fmla="*/ 1130968 w 3236978"/>
              <a:gd name="connsiteY19" fmla="*/ 2827421 h 3272590"/>
              <a:gd name="connsiteX20" fmla="*/ 1275347 w 3236978"/>
              <a:gd name="connsiteY20" fmla="*/ 2911642 h 3272590"/>
              <a:gd name="connsiteX21" fmla="*/ 1479884 w 3236978"/>
              <a:gd name="connsiteY21" fmla="*/ 3056021 h 3272590"/>
              <a:gd name="connsiteX22" fmla="*/ 1515979 w 3236978"/>
              <a:gd name="connsiteY22" fmla="*/ 3068053 h 3272590"/>
              <a:gd name="connsiteX23" fmla="*/ 1792705 w 3236978"/>
              <a:gd name="connsiteY23" fmla="*/ 3200400 h 3272590"/>
              <a:gd name="connsiteX24" fmla="*/ 1852863 w 3236978"/>
              <a:gd name="connsiteY24" fmla="*/ 3212432 h 3272590"/>
              <a:gd name="connsiteX25" fmla="*/ 1888958 w 3236978"/>
              <a:gd name="connsiteY25" fmla="*/ 3236495 h 3272590"/>
              <a:gd name="connsiteX26" fmla="*/ 1985210 w 3236978"/>
              <a:gd name="connsiteY26" fmla="*/ 3260558 h 3272590"/>
              <a:gd name="connsiteX27" fmla="*/ 2272624 w 3236978"/>
              <a:gd name="connsiteY27" fmla="*/ 3242700 h 3272590"/>
              <a:gd name="connsiteX28" fmla="*/ 2822767 w 3236978"/>
              <a:gd name="connsiteY28" fmla="*/ 3251630 h 3272590"/>
              <a:gd name="connsiteX29" fmla="*/ 2851484 w 3236978"/>
              <a:gd name="connsiteY29" fmla="*/ 3260558 h 3272590"/>
              <a:gd name="connsiteX30" fmla="*/ 3140242 w 3236978"/>
              <a:gd name="connsiteY30" fmla="*/ 3272590 h 3272590"/>
              <a:gd name="connsiteX31" fmla="*/ 3206605 w 3236978"/>
              <a:gd name="connsiteY31" fmla="*/ 3218637 h 3272590"/>
              <a:gd name="connsiteX32" fmla="*/ 3229118 w 3236978"/>
              <a:gd name="connsiteY32" fmla="*/ 3185162 h 3272590"/>
              <a:gd name="connsiteX33" fmla="*/ 3236978 w 3236978"/>
              <a:gd name="connsiteY33" fmla="*/ 3081636 h 3272590"/>
              <a:gd name="connsiteX0" fmla="*/ 0 w 3236978"/>
              <a:gd name="connsiteY0" fmla="*/ 0 h 3272590"/>
              <a:gd name="connsiteX1" fmla="*/ 12031 w 3236978"/>
              <a:gd name="connsiteY1" fmla="*/ 372979 h 3272590"/>
              <a:gd name="connsiteX2" fmla="*/ 72189 w 3236978"/>
              <a:gd name="connsiteY2" fmla="*/ 806116 h 3272590"/>
              <a:gd name="connsiteX3" fmla="*/ 96252 w 3236978"/>
              <a:gd name="connsiteY3" fmla="*/ 974558 h 3272590"/>
              <a:gd name="connsiteX4" fmla="*/ 144379 w 3236978"/>
              <a:gd name="connsiteY4" fmla="*/ 1155032 h 3272590"/>
              <a:gd name="connsiteX5" fmla="*/ 240631 w 3236978"/>
              <a:gd name="connsiteY5" fmla="*/ 1515979 h 3272590"/>
              <a:gd name="connsiteX6" fmla="*/ 360947 w 3236978"/>
              <a:gd name="connsiteY6" fmla="*/ 1756611 h 3272590"/>
              <a:gd name="connsiteX7" fmla="*/ 421105 w 3236978"/>
              <a:gd name="connsiteY7" fmla="*/ 1888958 h 3272590"/>
              <a:gd name="connsiteX8" fmla="*/ 481263 w 3236978"/>
              <a:gd name="connsiteY8" fmla="*/ 1973179 h 3272590"/>
              <a:gd name="connsiteX9" fmla="*/ 505326 w 3236978"/>
              <a:gd name="connsiteY9" fmla="*/ 2021305 h 3272590"/>
              <a:gd name="connsiteX10" fmla="*/ 541421 w 3236978"/>
              <a:gd name="connsiteY10" fmla="*/ 2081463 h 3272590"/>
              <a:gd name="connsiteX11" fmla="*/ 589547 w 3236978"/>
              <a:gd name="connsiteY11" fmla="*/ 2177716 h 3272590"/>
              <a:gd name="connsiteX12" fmla="*/ 625642 w 3236978"/>
              <a:gd name="connsiteY12" fmla="*/ 2225842 h 3272590"/>
              <a:gd name="connsiteX13" fmla="*/ 721894 w 3236978"/>
              <a:gd name="connsiteY13" fmla="*/ 2406316 h 3272590"/>
              <a:gd name="connsiteX14" fmla="*/ 782052 w 3236978"/>
              <a:gd name="connsiteY14" fmla="*/ 2490537 h 3272590"/>
              <a:gd name="connsiteX15" fmla="*/ 806115 w 3236978"/>
              <a:gd name="connsiteY15" fmla="*/ 2550695 h 3272590"/>
              <a:gd name="connsiteX16" fmla="*/ 842210 w 3236978"/>
              <a:gd name="connsiteY16" fmla="*/ 2586790 h 3272590"/>
              <a:gd name="connsiteX17" fmla="*/ 950494 w 3236978"/>
              <a:gd name="connsiteY17" fmla="*/ 2707105 h 3272590"/>
              <a:gd name="connsiteX18" fmla="*/ 1082842 w 3236978"/>
              <a:gd name="connsiteY18" fmla="*/ 2803358 h 3272590"/>
              <a:gd name="connsiteX19" fmla="*/ 1130968 w 3236978"/>
              <a:gd name="connsiteY19" fmla="*/ 2827421 h 3272590"/>
              <a:gd name="connsiteX20" fmla="*/ 1275347 w 3236978"/>
              <a:gd name="connsiteY20" fmla="*/ 2911642 h 3272590"/>
              <a:gd name="connsiteX21" fmla="*/ 1479884 w 3236978"/>
              <a:gd name="connsiteY21" fmla="*/ 3056021 h 3272590"/>
              <a:gd name="connsiteX22" fmla="*/ 1515979 w 3236978"/>
              <a:gd name="connsiteY22" fmla="*/ 3068053 h 3272590"/>
              <a:gd name="connsiteX23" fmla="*/ 1792705 w 3236978"/>
              <a:gd name="connsiteY23" fmla="*/ 3200400 h 3272590"/>
              <a:gd name="connsiteX24" fmla="*/ 1852863 w 3236978"/>
              <a:gd name="connsiteY24" fmla="*/ 3212432 h 3272590"/>
              <a:gd name="connsiteX25" fmla="*/ 1888958 w 3236978"/>
              <a:gd name="connsiteY25" fmla="*/ 3236495 h 3272590"/>
              <a:gd name="connsiteX26" fmla="*/ 1985210 w 3236978"/>
              <a:gd name="connsiteY26" fmla="*/ 3260558 h 3272590"/>
              <a:gd name="connsiteX27" fmla="*/ 2272624 w 3236978"/>
              <a:gd name="connsiteY27" fmla="*/ 3242700 h 3272590"/>
              <a:gd name="connsiteX28" fmla="*/ 2822767 w 3236978"/>
              <a:gd name="connsiteY28" fmla="*/ 3251630 h 3272590"/>
              <a:gd name="connsiteX29" fmla="*/ 2869825 w 3236978"/>
              <a:gd name="connsiteY29" fmla="*/ 3247458 h 3272590"/>
              <a:gd name="connsiteX30" fmla="*/ 3140242 w 3236978"/>
              <a:gd name="connsiteY30" fmla="*/ 3272590 h 3272590"/>
              <a:gd name="connsiteX31" fmla="*/ 3206605 w 3236978"/>
              <a:gd name="connsiteY31" fmla="*/ 3218637 h 3272590"/>
              <a:gd name="connsiteX32" fmla="*/ 3229118 w 3236978"/>
              <a:gd name="connsiteY32" fmla="*/ 3185162 h 3272590"/>
              <a:gd name="connsiteX33" fmla="*/ 3236978 w 3236978"/>
              <a:gd name="connsiteY33" fmla="*/ 3081636 h 3272590"/>
              <a:gd name="connsiteX0" fmla="*/ 0 w 3236978"/>
              <a:gd name="connsiteY0" fmla="*/ 0 h 3260581"/>
              <a:gd name="connsiteX1" fmla="*/ 12031 w 3236978"/>
              <a:gd name="connsiteY1" fmla="*/ 372979 h 3260581"/>
              <a:gd name="connsiteX2" fmla="*/ 72189 w 3236978"/>
              <a:gd name="connsiteY2" fmla="*/ 806116 h 3260581"/>
              <a:gd name="connsiteX3" fmla="*/ 96252 w 3236978"/>
              <a:gd name="connsiteY3" fmla="*/ 974558 h 3260581"/>
              <a:gd name="connsiteX4" fmla="*/ 144379 w 3236978"/>
              <a:gd name="connsiteY4" fmla="*/ 1155032 h 3260581"/>
              <a:gd name="connsiteX5" fmla="*/ 240631 w 3236978"/>
              <a:gd name="connsiteY5" fmla="*/ 1515979 h 3260581"/>
              <a:gd name="connsiteX6" fmla="*/ 360947 w 3236978"/>
              <a:gd name="connsiteY6" fmla="*/ 1756611 h 3260581"/>
              <a:gd name="connsiteX7" fmla="*/ 421105 w 3236978"/>
              <a:gd name="connsiteY7" fmla="*/ 1888958 h 3260581"/>
              <a:gd name="connsiteX8" fmla="*/ 481263 w 3236978"/>
              <a:gd name="connsiteY8" fmla="*/ 1973179 h 3260581"/>
              <a:gd name="connsiteX9" fmla="*/ 505326 w 3236978"/>
              <a:gd name="connsiteY9" fmla="*/ 2021305 h 3260581"/>
              <a:gd name="connsiteX10" fmla="*/ 541421 w 3236978"/>
              <a:gd name="connsiteY10" fmla="*/ 2081463 h 3260581"/>
              <a:gd name="connsiteX11" fmla="*/ 589547 w 3236978"/>
              <a:gd name="connsiteY11" fmla="*/ 2177716 h 3260581"/>
              <a:gd name="connsiteX12" fmla="*/ 625642 w 3236978"/>
              <a:gd name="connsiteY12" fmla="*/ 2225842 h 3260581"/>
              <a:gd name="connsiteX13" fmla="*/ 721894 w 3236978"/>
              <a:gd name="connsiteY13" fmla="*/ 2406316 h 3260581"/>
              <a:gd name="connsiteX14" fmla="*/ 782052 w 3236978"/>
              <a:gd name="connsiteY14" fmla="*/ 2490537 h 3260581"/>
              <a:gd name="connsiteX15" fmla="*/ 806115 w 3236978"/>
              <a:gd name="connsiteY15" fmla="*/ 2550695 h 3260581"/>
              <a:gd name="connsiteX16" fmla="*/ 842210 w 3236978"/>
              <a:gd name="connsiteY16" fmla="*/ 2586790 h 3260581"/>
              <a:gd name="connsiteX17" fmla="*/ 950494 w 3236978"/>
              <a:gd name="connsiteY17" fmla="*/ 2707105 h 3260581"/>
              <a:gd name="connsiteX18" fmla="*/ 1082842 w 3236978"/>
              <a:gd name="connsiteY18" fmla="*/ 2803358 h 3260581"/>
              <a:gd name="connsiteX19" fmla="*/ 1130968 w 3236978"/>
              <a:gd name="connsiteY19" fmla="*/ 2827421 h 3260581"/>
              <a:gd name="connsiteX20" fmla="*/ 1275347 w 3236978"/>
              <a:gd name="connsiteY20" fmla="*/ 2911642 h 3260581"/>
              <a:gd name="connsiteX21" fmla="*/ 1479884 w 3236978"/>
              <a:gd name="connsiteY21" fmla="*/ 3056021 h 3260581"/>
              <a:gd name="connsiteX22" fmla="*/ 1515979 w 3236978"/>
              <a:gd name="connsiteY22" fmla="*/ 3068053 h 3260581"/>
              <a:gd name="connsiteX23" fmla="*/ 1792705 w 3236978"/>
              <a:gd name="connsiteY23" fmla="*/ 3200400 h 3260581"/>
              <a:gd name="connsiteX24" fmla="*/ 1852863 w 3236978"/>
              <a:gd name="connsiteY24" fmla="*/ 3212432 h 3260581"/>
              <a:gd name="connsiteX25" fmla="*/ 1888958 w 3236978"/>
              <a:gd name="connsiteY25" fmla="*/ 3236495 h 3260581"/>
              <a:gd name="connsiteX26" fmla="*/ 1985210 w 3236978"/>
              <a:gd name="connsiteY26" fmla="*/ 3260558 h 3260581"/>
              <a:gd name="connsiteX27" fmla="*/ 2272624 w 3236978"/>
              <a:gd name="connsiteY27" fmla="*/ 3242700 h 3260581"/>
              <a:gd name="connsiteX28" fmla="*/ 2822767 w 3236978"/>
              <a:gd name="connsiteY28" fmla="*/ 3251630 h 3260581"/>
              <a:gd name="connsiteX29" fmla="*/ 2869825 w 3236978"/>
              <a:gd name="connsiteY29" fmla="*/ 3247458 h 3260581"/>
              <a:gd name="connsiteX30" fmla="*/ 3145482 w 3236978"/>
              <a:gd name="connsiteY30" fmla="*/ 3246389 h 3260581"/>
              <a:gd name="connsiteX31" fmla="*/ 3206605 w 3236978"/>
              <a:gd name="connsiteY31" fmla="*/ 3218637 h 3260581"/>
              <a:gd name="connsiteX32" fmla="*/ 3229118 w 3236978"/>
              <a:gd name="connsiteY32" fmla="*/ 3185162 h 3260581"/>
              <a:gd name="connsiteX33" fmla="*/ 3236978 w 3236978"/>
              <a:gd name="connsiteY33" fmla="*/ 3081636 h 3260581"/>
              <a:gd name="connsiteX0" fmla="*/ 0 w 3236978"/>
              <a:gd name="connsiteY0" fmla="*/ 0 h 3251630"/>
              <a:gd name="connsiteX1" fmla="*/ 12031 w 3236978"/>
              <a:gd name="connsiteY1" fmla="*/ 372979 h 3251630"/>
              <a:gd name="connsiteX2" fmla="*/ 72189 w 3236978"/>
              <a:gd name="connsiteY2" fmla="*/ 806116 h 3251630"/>
              <a:gd name="connsiteX3" fmla="*/ 96252 w 3236978"/>
              <a:gd name="connsiteY3" fmla="*/ 974558 h 3251630"/>
              <a:gd name="connsiteX4" fmla="*/ 144379 w 3236978"/>
              <a:gd name="connsiteY4" fmla="*/ 1155032 h 3251630"/>
              <a:gd name="connsiteX5" fmla="*/ 240631 w 3236978"/>
              <a:gd name="connsiteY5" fmla="*/ 1515979 h 3251630"/>
              <a:gd name="connsiteX6" fmla="*/ 360947 w 3236978"/>
              <a:gd name="connsiteY6" fmla="*/ 1756611 h 3251630"/>
              <a:gd name="connsiteX7" fmla="*/ 421105 w 3236978"/>
              <a:gd name="connsiteY7" fmla="*/ 1888958 h 3251630"/>
              <a:gd name="connsiteX8" fmla="*/ 481263 w 3236978"/>
              <a:gd name="connsiteY8" fmla="*/ 1973179 h 3251630"/>
              <a:gd name="connsiteX9" fmla="*/ 505326 w 3236978"/>
              <a:gd name="connsiteY9" fmla="*/ 2021305 h 3251630"/>
              <a:gd name="connsiteX10" fmla="*/ 541421 w 3236978"/>
              <a:gd name="connsiteY10" fmla="*/ 2081463 h 3251630"/>
              <a:gd name="connsiteX11" fmla="*/ 589547 w 3236978"/>
              <a:gd name="connsiteY11" fmla="*/ 2177716 h 3251630"/>
              <a:gd name="connsiteX12" fmla="*/ 625642 w 3236978"/>
              <a:gd name="connsiteY12" fmla="*/ 2225842 h 3251630"/>
              <a:gd name="connsiteX13" fmla="*/ 721894 w 3236978"/>
              <a:gd name="connsiteY13" fmla="*/ 2406316 h 3251630"/>
              <a:gd name="connsiteX14" fmla="*/ 782052 w 3236978"/>
              <a:gd name="connsiteY14" fmla="*/ 2490537 h 3251630"/>
              <a:gd name="connsiteX15" fmla="*/ 806115 w 3236978"/>
              <a:gd name="connsiteY15" fmla="*/ 2550695 h 3251630"/>
              <a:gd name="connsiteX16" fmla="*/ 842210 w 3236978"/>
              <a:gd name="connsiteY16" fmla="*/ 2586790 h 3251630"/>
              <a:gd name="connsiteX17" fmla="*/ 950494 w 3236978"/>
              <a:gd name="connsiteY17" fmla="*/ 2707105 h 3251630"/>
              <a:gd name="connsiteX18" fmla="*/ 1082842 w 3236978"/>
              <a:gd name="connsiteY18" fmla="*/ 2803358 h 3251630"/>
              <a:gd name="connsiteX19" fmla="*/ 1130968 w 3236978"/>
              <a:gd name="connsiteY19" fmla="*/ 2827421 h 3251630"/>
              <a:gd name="connsiteX20" fmla="*/ 1275347 w 3236978"/>
              <a:gd name="connsiteY20" fmla="*/ 2911642 h 3251630"/>
              <a:gd name="connsiteX21" fmla="*/ 1479884 w 3236978"/>
              <a:gd name="connsiteY21" fmla="*/ 3056021 h 3251630"/>
              <a:gd name="connsiteX22" fmla="*/ 1515979 w 3236978"/>
              <a:gd name="connsiteY22" fmla="*/ 3068053 h 3251630"/>
              <a:gd name="connsiteX23" fmla="*/ 1792705 w 3236978"/>
              <a:gd name="connsiteY23" fmla="*/ 3200400 h 3251630"/>
              <a:gd name="connsiteX24" fmla="*/ 1852863 w 3236978"/>
              <a:gd name="connsiteY24" fmla="*/ 3212432 h 3251630"/>
              <a:gd name="connsiteX25" fmla="*/ 1888958 w 3236978"/>
              <a:gd name="connsiteY25" fmla="*/ 3236495 h 3251630"/>
              <a:gd name="connsiteX26" fmla="*/ 2011410 w 3236978"/>
              <a:gd name="connsiteY26" fmla="*/ 3236977 h 3251630"/>
              <a:gd name="connsiteX27" fmla="*/ 2272624 w 3236978"/>
              <a:gd name="connsiteY27" fmla="*/ 3242700 h 3251630"/>
              <a:gd name="connsiteX28" fmla="*/ 2822767 w 3236978"/>
              <a:gd name="connsiteY28" fmla="*/ 3251630 h 3251630"/>
              <a:gd name="connsiteX29" fmla="*/ 2869825 w 3236978"/>
              <a:gd name="connsiteY29" fmla="*/ 3247458 h 3251630"/>
              <a:gd name="connsiteX30" fmla="*/ 3145482 w 3236978"/>
              <a:gd name="connsiteY30" fmla="*/ 3246389 h 3251630"/>
              <a:gd name="connsiteX31" fmla="*/ 3206605 w 3236978"/>
              <a:gd name="connsiteY31" fmla="*/ 3218637 h 3251630"/>
              <a:gd name="connsiteX32" fmla="*/ 3229118 w 3236978"/>
              <a:gd name="connsiteY32" fmla="*/ 3185162 h 3251630"/>
              <a:gd name="connsiteX33" fmla="*/ 3236978 w 3236978"/>
              <a:gd name="connsiteY33" fmla="*/ 3081636 h 3251630"/>
              <a:gd name="connsiteX0" fmla="*/ 0 w 3236978"/>
              <a:gd name="connsiteY0" fmla="*/ 0 h 3251630"/>
              <a:gd name="connsiteX1" fmla="*/ 12031 w 3236978"/>
              <a:gd name="connsiteY1" fmla="*/ 372979 h 3251630"/>
              <a:gd name="connsiteX2" fmla="*/ 72189 w 3236978"/>
              <a:gd name="connsiteY2" fmla="*/ 806116 h 3251630"/>
              <a:gd name="connsiteX3" fmla="*/ 96252 w 3236978"/>
              <a:gd name="connsiteY3" fmla="*/ 974558 h 3251630"/>
              <a:gd name="connsiteX4" fmla="*/ 144379 w 3236978"/>
              <a:gd name="connsiteY4" fmla="*/ 1155032 h 3251630"/>
              <a:gd name="connsiteX5" fmla="*/ 240631 w 3236978"/>
              <a:gd name="connsiteY5" fmla="*/ 1515979 h 3251630"/>
              <a:gd name="connsiteX6" fmla="*/ 360947 w 3236978"/>
              <a:gd name="connsiteY6" fmla="*/ 1756611 h 3251630"/>
              <a:gd name="connsiteX7" fmla="*/ 421105 w 3236978"/>
              <a:gd name="connsiteY7" fmla="*/ 1888958 h 3251630"/>
              <a:gd name="connsiteX8" fmla="*/ 481263 w 3236978"/>
              <a:gd name="connsiteY8" fmla="*/ 1973179 h 3251630"/>
              <a:gd name="connsiteX9" fmla="*/ 505326 w 3236978"/>
              <a:gd name="connsiteY9" fmla="*/ 2021305 h 3251630"/>
              <a:gd name="connsiteX10" fmla="*/ 541421 w 3236978"/>
              <a:gd name="connsiteY10" fmla="*/ 2081463 h 3251630"/>
              <a:gd name="connsiteX11" fmla="*/ 589547 w 3236978"/>
              <a:gd name="connsiteY11" fmla="*/ 2177716 h 3251630"/>
              <a:gd name="connsiteX12" fmla="*/ 625642 w 3236978"/>
              <a:gd name="connsiteY12" fmla="*/ 2225842 h 3251630"/>
              <a:gd name="connsiteX13" fmla="*/ 721894 w 3236978"/>
              <a:gd name="connsiteY13" fmla="*/ 2406316 h 3251630"/>
              <a:gd name="connsiteX14" fmla="*/ 782052 w 3236978"/>
              <a:gd name="connsiteY14" fmla="*/ 2490537 h 3251630"/>
              <a:gd name="connsiteX15" fmla="*/ 806115 w 3236978"/>
              <a:gd name="connsiteY15" fmla="*/ 2550695 h 3251630"/>
              <a:gd name="connsiteX16" fmla="*/ 842210 w 3236978"/>
              <a:gd name="connsiteY16" fmla="*/ 2586790 h 3251630"/>
              <a:gd name="connsiteX17" fmla="*/ 950494 w 3236978"/>
              <a:gd name="connsiteY17" fmla="*/ 2707105 h 3251630"/>
              <a:gd name="connsiteX18" fmla="*/ 1082842 w 3236978"/>
              <a:gd name="connsiteY18" fmla="*/ 2803358 h 3251630"/>
              <a:gd name="connsiteX19" fmla="*/ 1130968 w 3236978"/>
              <a:gd name="connsiteY19" fmla="*/ 2827421 h 3251630"/>
              <a:gd name="connsiteX20" fmla="*/ 1275347 w 3236978"/>
              <a:gd name="connsiteY20" fmla="*/ 2911642 h 3251630"/>
              <a:gd name="connsiteX21" fmla="*/ 1479884 w 3236978"/>
              <a:gd name="connsiteY21" fmla="*/ 3056021 h 3251630"/>
              <a:gd name="connsiteX22" fmla="*/ 1515979 w 3236978"/>
              <a:gd name="connsiteY22" fmla="*/ 3068053 h 3251630"/>
              <a:gd name="connsiteX23" fmla="*/ 1792705 w 3236978"/>
              <a:gd name="connsiteY23" fmla="*/ 3200400 h 3251630"/>
              <a:gd name="connsiteX24" fmla="*/ 1852863 w 3236978"/>
              <a:gd name="connsiteY24" fmla="*/ 3212432 h 3251630"/>
              <a:gd name="connsiteX25" fmla="*/ 1915158 w 3236978"/>
              <a:gd name="connsiteY25" fmla="*/ 3223395 h 3251630"/>
              <a:gd name="connsiteX26" fmla="*/ 2011410 w 3236978"/>
              <a:gd name="connsiteY26" fmla="*/ 3236977 h 3251630"/>
              <a:gd name="connsiteX27" fmla="*/ 2272624 w 3236978"/>
              <a:gd name="connsiteY27" fmla="*/ 3242700 h 3251630"/>
              <a:gd name="connsiteX28" fmla="*/ 2822767 w 3236978"/>
              <a:gd name="connsiteY28" fmla="*/ 3251630 h 3251630"/>
              <a:gd name="connsiteX29" fmla="*/ 2869825 w 3236978"/>
              <a:gd name="connsiteY29" fmla="*/ 3247458 h 3251630"/>
              <a:gd name="connsiteX30" fmla="*/ 3145482 w 3236978"/>
              <a:gd name="connsiteY30" fmla="*/ 3246389 h 3251630"/>
              <a:gd name="connsiteX31" fmla="*/ 3206605 w 3236978"/>
              <a:gd name="connsiteY31" fmla="*/ 3218637 h 3251630"/>
              <a:gd name="connsiteX32" fmla="*/ 3229118 w 3236978"/>
              <a:gd name="connsiteY32" fmla="*/ 3185162 h 3251630"/>
              <a:gd name="connsiteX33" fmla="*/ 3236978 w 3236978"/>
              <a:gd name="connsiteY33" fmla="*/ 3081636 h 3251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6978" h="3251630">
                <a:moveTo>
                  <a:pt x="0" y="0"/>
                </a:moveTo>
                <a:cubicBezTo>
                  <a:pt x="4010" y="124326"/>
                  <a:pt x="4581" y="248811"/>
                  <a:pt x="12031" y="372979"/>
                </a:cubicBezTo>
                <a:cubicBezTo>
                  <a:pt x="24862" y="586831"/>
                  <a:pt x="39476" y="601662"/>
                  <a:pt x="72189" y="806116"/>
                </a:cubicBezTo>
                <a:cubicBezTo>
                  <a:pt x="79909" y="854365"/>
                  <a:pt x="84442" y="924955"/>
                  <a:pt x="96252" y="974558"/>
                </a:cubicBezTo>
                <a:cubicBezTo>
                  <a:pt x="110673" y="1035125"/>
                  <a:pt x="129770" y="1094510"/>
                  <a:pt x="144379" y="1155032"/>
                </a:cubicBezTo>
                <a:cubicBezTo>
                  <a:pt x="193399" y="1358116"/>
                  <a:pt x="164703" y="1305071"/>
                  <a:pt x="240631" y="1515979"/>
                </a:cubicBezTo>
                <a:cubicBezTo>
                  <a:pt x="278002" y="1619786"/>
                  <a:pt x="309494" y="1653704"/>
                  <a:pt x="360947" y="1756611"/>
                </a:cubicBezTo>
                <a:cubicBezTo>
                  <a:pt x="382619" y="1799954"/>
                  <a:pt x="397571" y="1846597"/>
                  <a:pt x="421105" y="1888958"/>
                </a:cubicBezTo>
                <a:cubicBezTo>
                  <a:pt x="437860" y="1919116"/>
                  <a:pt x="462741" y="1944073"/>
                  <a:pt x="481263" y="1973179"/>
                </a:cubicBezTo>
                <a:cubicBezTo>
                  <a:pt x="490892" y="1988310"/>
                  <a:pt x="496616" y="2005627"/>
                  <a:pt x="505326" y="2021305"/>
                </a:cubicBezTo>
                <a:cubicBezTo>
                  <a:pt x="516683" y="2041747"/>
                  <a:pt x="530334" y="2060873"/>
                  <a:pt x="541421" y="2081463"/>
                </a:cubicBezTo>
                <a:cubicBezTo>
                  <a:pt x="558428" y="2113047"/>
                  <a:pt x="571473" y="2146731"/>
                  <a:pt x="589547" y="2177716"/>
                </a:cubicBezTo>
                <a:cubicBezTo>
                  <a:pt x="599651" y="2195037"/>
                  <a:pt x="615693" y="2208431"/>
                  <a:pt x="625642" y="2225842"/>
                </a:cubicBezTo>
                <a:cubicBezTo>
                  <a:pt x="691235" y="2340630"/>
                  <a:pt x="665350" y="2321500"/>
                  <a:pt x="721894" y="2406316"/>
                </a:cubicBezTo>
                <a:cubicBezTo>
                  <a:pt x="732798" y="2422672"/>
                  <a:pt x="771288" y="2469009"/>
                  <a:pt x="782052" y="2490537"/>
                </a:cubicBezTo>
                <a:cubicBezTo>
                  <a:pt x="791711" y="2509854"/>
                  <a:pt x="794668" y="2532380"/>
                  <a:pt x="806115" y="2550695"/>
                </a:cubicBezTo>
                <a:cubicBezTo>
                  <a:pt x="815133" y="2565124"/>
                  <a:pt x="831317" y="2573718"/>
                  <a:pt x="842210" y="2586790"/>
                </a:cubicBezTo>
                <a:cubicBezTo>
                  <a:pt x="888406" y="2642225"/>
                  <a:pt x="855745" y="2650256"/>
                  <a:pt x="950494" y="2707105"/>
                </a:cubicBezTo>
                <a:cubicBezTo>
                  <a:pt x="1127257" y="2813164"/>
                  <a:pt x="872477" y="2656103"/>
                  <a:pt x="1082842" y="2803358"/>
                </a:cubicBezTo>
                <a:cubicBezTo>
                  <a:pt x="1097535" y="2813643"/>
                  <a:pt x="1116045" y="2817472"/>
                  <a:pt x="1130968" y="2827421"/>
                </a:cubicBezTo>
                <a:cubicBezTo>
                  <a:pt x="1262345" y="2915006"/>
                  <a:pt x="1179285" y="2887628"/>
                  <a:pt x="1275347" y="2911642"/>
                </a:cubicBezTo>
                <a:cubicBezTo>
                  <a:pt x="1389726" y="3005225"/>
                  <a:pt x="1375020" y="3009414"/>
                  <a:pt x="1479884" y="3056021"/>
                </a:cubicBezTo>
                <a:cubicBezTo>
                  <a:pt x="1491473" y="3061172"/>
                  <a:pt x="1504635" y="3062381"/>
                  <a:pt x="1515979" y="3068053"/>
                </a:cubicBezTo>
                <a:cubicBezTo>
                  <a:pt x="1659173" y="3139650"/>
                  <a:pt x="1654793" y="3154429"/>
                  <a:pt x="1792705" y="3200400"/>
                </a:cubicBezTo>
                <a:cubicBezTo>
                  <a:pt x="1812105" y="3206867"/>
                  <a:pt x="1832810" y="3208421"/>
                  <a:pt x="1852863" y="3212432"/>
                </a:cubicBezTo>
                <a:cubicBezTo>
                  <a:pt x="1864895" y="3220453"/>
                  <a:pt x="1888734" y="3219304"/>
                  <a:pt x="1915158" y="3223395"/>
                </a:cubicBezTo>
                <a:cubicBezTo>
                  <a:pt x="1941582" y="3227486"/>
                  <a:pt x="1951832" y="3233760"/>
                  <a:pt x="2011410" y="3236977"/>
                </a:cubicBezTo>
                <a:cubicBezTo>
                  <a:pt x="2070988" y="3240194"/>
                  <a:pt x="2156079" y="3228133"/>
                  <a:pt x="2272624" y="3242700"/>
                </a:cubicBezTo>
                <a:lnTo>
                  <a:pt x="2822767" y="3251630"/>
                </a:lnTo>
                <a:cubicBezTo>
                  <a:pt x="2843205" y="3250937"/>
                  <a:pt x="2816039" y="3248331"/>
                  <a:pt x="2869825" y="3247458"/>
                </a:cubicBezTo>
                <a:cubicBezTo>
                  <a:pt x="2923611" y="3246585"/>
                  <a:pt x="3049229" y="3242378"/>
                  <a:pt x="3145482" y="3246389"/>
                </a:cubicBezTo>
                <a:cubicBezTo>
                  <a:pt x="3181577" y="3242378"/>
                  <a:pt x="3192666" y="3228841"/>
                  <a:pt x="3206605" y="3218637"/>
                </a:cubicBezTo>
                <a:cubicBezTo>
                  <a:pt x="3220544" y="3208433"/>
                  <a:pt x="3228214" y="3197812"/>
                  <a:pt x="3229118" y="3185162"/>
                </a:cubicBezTo>
                <a:cubicBezTo>
                  <a:pt x="3232261" y="3141158"/>
                  <a:pt x="3236978" y="3125752"/>
                  <a:pt x="3236978" y="3081636"/>
                </a:cubicBezTo>
              </a:path>
            </a:pathLst>
          </a:custGeom>
          <a:noFill/>
          <a:ln w="3810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574" name="任意多边形: 形状 19573">
            <a:extLst>
              <a:ext uri="{FF2B5EF4-FFF2-40B4-BE49-F238E27FC236}">
                <a16:creationId xmlns:a16="http://schemas.microsoft.com/office/drawing/2014/main" id="{CAE888D0-943F-9FC2-AE5F-2C165C7DE193}"/>
              </a:ext>
            </a:extLst>
          </p:cNvPr>
          <p:cNvSpPr/>
          <p:nvPr/>
        </p:nvSpPr>
        <p:spPr bwMode="auto">
          <a:xfrm>
            <a:off x="1916349" y="1780162"/>
            <a:ext cx="1138136" cy="3007615"/>
          </a:xfrm>
          <a:custGeom>
            <a:avLst/>
            <a:gdLst>
              <a:gd name="connsiteX0" fmla="*/ 0 w 1138136"/>
              <a:gd name="connsiteY0" fmla="*/ 0 h 3035375"/>
              <a:gd name="connsiteX1" fmla="*/ 48638 w 1138136"/>
              <a:gd name="connsiteY1" fmla="*/ 184825 h 3035375"/>
              <a:gd name="connsiteX2" fmla="*/ 116732 w 1138136"/>
              <a:gd name="connsiteY2" fmla="*/ 330740 h 3035375"/>
              <a:gd name="connsiteX3" fmla="*/ 175098 w 1138136"/>
              <a:gd name="connsiteY3" fmla="*/ 535021 h 3035375"/>
              <a:gd name="connsiteX4" fmla="*/ 204281 w 1138136"/>
              <a:gd name="connsiteY4" fmla="*/ 612842 h 3035375"/>
              <a:gd name="connsiteX5" fmla="*/ 233464 w 1138136"/>
              <a:gd name="connsiteY5" fmla="*/ 768485 h 3035375"/>
              <a:gd name="connsiteX6" fmla="*/ 252919 w 1138136"/>
              <a:gd name="connsiteY6" fmla="*/ 885217 h 3035375"/>
              <a:gd name="connsiteX7" fmla="*/ 262647 w 1138136"/>
              <a:gd name="connsiteY7" fmla="*/ 1011676 h 3035375"/>
              <a:gd name="connsiteX8" fmla="*/ 272374 w 1138136"/>
              <a:gd name="connsiteY8" fmla="*/ 1050587 h 3035375"/>
              <a:gd name="connsiteX9" fmla="*/ 282102 w 1138136"/>
              <a:gd name="connsiteY9" fmla="*/ 1206229 h 3035375"/>
              <a:gd name="connsiteX10" fmla="*/ 291830 w 1138136"/>
              <a:gd name="connsiteY10" fmla="*/ 1284051 h 3035375"/>
              <a:gd name="connsiteX11" fmla="*/ 311285 w 1138136"/>
              <a:gd name="connsiteY11" fmla="*/ 1575881 h 3035375"/>
              <a:gd name="connsiteX12" fmla="*/ 321013 w 1138136"/>
              <a:gd name="connsiteY12" fmla="*/ 1624519 h 3035375"/>
              <a:gd name="connsiteX13" fmla="*/ 330740 w 1138136"/>
              <a:gd name="connsiteY13" fmla="*/ 1682885 h 3035375"/>
              <a:gd name="connsiteX14" fmla="*/ 418289 w 1138136"/>
              <a:gd name="connsiteY14" fmla="*/ 1896893 h 3035375"/>
              <a:gd name="connsiteX15" fmla="*/ 486383 w 1138136"/>
              <a:gd name="connsiteY15" fmla="*/ 2081719 h 3035375"/>
              <a:gd name="connsiteX16" fmla="*/ 535021 w 1138136"/>
              <a:gd name="connsiteY16" fmla="*/ 2178995 h 3035375"/>
              <a:gd name="connsiteX17" fmla="*/ 564204 w 1138136"/>
              <a:gd name="connsiteY17" fmla="*/ 2256817 h 3035375"/>
              <a:gd name="connsiteX18" fmla="*/ 583660 w 1138136"/>
              <a:gd name="connsiteY18" fmla="*/ 2334638 h 3035375"/>
              <a:gd name="connsiteX19" fmla="*/ 603115 w 1138136"/>
              <a:gd name="connsiteY19" fmla="*/ 2363821 h 3035375"/>
              <a:gd name="connsiteX20" fmla="*/ 632298 w 1138136"/>
              <a:gd name="connsiteY20" fmla="*/ 2451370 h 3035375"/>
              <a:gd name="connsiteX21" fmla="*/ 671208 w 1138136"/>
              <a:gd name="connsiteY21" fmla="*/ 2519464 h 3035375"/>
              <a:gd name="connsiteX22" fmla="*/ 719847 w 1138136"/>
              <a:gd name="connsiteY22" fmla="*/ 2616740 h 3035375"/>
              <a:gd name="connsiteX23" fmla="*/ 758757 w 1138136"/>
              <a:gd name="connsiteY23" fmla="*/ 2675106 h 3035375"/>
              <a:gd name="connsiteX24" fmla="*/ 797668 w 1138136"/>
              <a:gd name="connsiteY24" fmla="*/ 2752927 h 3035375"/>
              <a:gd name="connsiteX25" fmla="*/ 817123 w 1138136"/>
              <a:gd name="connsiteY25" fmla="*/ 2791838 h 3035375"/>
              <a:gd name="connsiteX26" fmla="*/ 885217 w 1138136"/>
              <a:gd name="connsiteY26" fmla="*/ 2898842 h 3035375"/>
              <a:gd name="connsiteX27" fmla="*/ 904672 w 1138136"/>
              <a:gd name="connsiteY27" fmla="*/ 2928025 h 3035375"/>
              <a:gd name="connsiteX28" fmla="*/ 1040860 w 1138136"/>
              <a:gd name="connsiteY28" fmla="*/ 3025302 h 3035375"/>
              <a:gd name="connsiteX29" fmla="*/ 1138136 w 1138136"/>
              <a:gd name="connsiteY29" fmla="*/ 3035029 h 3035375"/>
              <a:gd name="connsiteX0" fmla="*/ 0 w 1138136"/>
              <a:gd name="connsiteY0" fmla="*/ 0 h 3035375"/>
              <a:gd name="connsiteX1" fmla="*/ 48638 w 1138136"/>
              <a:gd name="connsiteY1" fmla="*/ 184825 h 3035375"/>
              <a:gd name="connsiteX2" fmla="*/ 116732 w 1138136"/>
              <a:gd name="connsiteY2" fmla="*/ 330740 h 3035375"/>
              <a:gd name="connsiteX3" fmla="*/ 175098 w 1138136"/>
              <a:gd name="connsiteY3" fmla="*/ 535021 h 3035375"/>
              <a:gd name="connsiteX4" fmla="*/ 204281 w 1138136"/>
              <a:gd name="connsiteY4" fmla="*/ 612842 h 3035375"/>
              <a:gd name="connsiteX5" fmla="*/ 233464 w 1138136"/>
              <a:gd name="connsiteY5" fmla="*/ 768485 h 3035375"/>
              <a:gd name="connsiteX6" fmla="*/ 252919 w 1138136"/>
              <a:gd name="connsiteY6" fmla="*/ 885217 h 3035375"/>
              <a:gd name="connsiteX7" fmla="*/ 262647 w 1138136"/>
              <a:gd name="connsiteY7" fmla="*/ 1011676 h 3035375"/>
              <a:gd name="connsiteX8" fmla="*/ 272374 w 1138136"/>
              <a:gd name="connsiteY8" fmla="*/ 1050587 h 3035375"/>
              <a:gd name="connsiteX9" fmla="*/ 282102 w 1138136"/>
              <a:gd name="connsiteY9" fmla="*/ 1206229 h 3035375"/>
              <a:gd name="connsiteX10" fmla="*/ 291830 w 1138136"/>
              <a:gd name="connsiteY10" fmla="*/ 1284051 h 3035375"/>
              <a:gd name="connsiteX11" fmla="*/ 311285 w 1138136"/>
              <a:gd name="connsiteY11" fmla="*/ 1575881 h 3035375"/>
              <a:gd name="connsiteX12" fmla="*/ 321013 w 1138136"/>
              <a:gd name="connsiteY12" fmla="*/ 1624519 h 3035375"/>
              <a:gd name="connsiteX13" fmla="*/ 343802 w 1138136"/>
              <a:gd name="connsiteY13" fmla="*/ 1682885 h 3035375"/>
              <a:gd name="connsiteX14" fmla="*/ 418289 w 1138136"/>
              <a:gd name="connsiteY14" fmla="*/ 1896893 h 3035375"/>
              <a:gd name="connsiteX15" fmla="*/ 486383 w 1138136"/>
              <a:gd name="connsiteY15" fmla="*/ 2081719 h 3035375"/>
              <a:gd name="connsiteX16" fmla="*/ 535021 w 1138136"/>
              <a:gd name="connsiteY16" fmla="*/ 2178995 h 3035375"/>
              <a:gd name="connsiteX17" fmla="*/ 564204 w 1138136"/>
              <a:gd name="connsiteY17" fmla="*/ 2256817 h 3035375"/>
              <a:gd name="connsiteX18" fmla="*/ 583660 w 1138136"/>
              <a:gd name="connsiteY18" fmla="*/ 2334638 h 3035375"/>
              <a:gd name="connsiteX19" fmla="*/ 603115 w 1138136"/>
              <a:gd name="connsiteY19" fmla="*/ 2363821 h 3035375"/>
              <a:gd name="connsiteX20" fmla="*/ 632298 w 1138136"/>
              <a:gd name="connsiteY20" fmla="*/ 2451370 h 3035375"/>
              <a:gd name="connsiteX21" fmla="*/ 671208 w 1138136"/>
              <a:gd name="connsiteY21" fmla="*/ 2519464 h 3035375"/>
              <a:gd name="connsiteX22" fmla="*/ 719847 w 1138136"/>
              <a:gd name="connsiteY22" fmla="*/ 2616740 h 3035375"/>
              <a:gd name="connsiteX23" fmla="*/ 758757 w 1138136"/>
              <a:gd name="connsiteY23" fmla="*/ 2675106 h 3035375"/>
              <a:gd name="connsiteX24" fmla="*/ 797668 w 1138136"/>
              <a:gd name="connsiteY24" fmla="*/ 2752927 h 3035375"/>
              <a:gd name="connsiteX25" fmla="*/ 817123 w 1138136"/>
              <a:gd name="connsiteY25" fmla="*/ 2791838 h 3035375"/>
              <a:gd name="connsiteX26" fmla="*/ 885217 w 1138136"/>
              <a:gd name="connsiteY26" fmla="*/ 2898842 h 3035375"/>
              <a:gd name="connsiteX27" fmla="*/ 904672 w 1138136"/>
              <a:gd name="connsiteY27" fmla="*/ 2928025 h 3035375"/>
              <a:gd name="connsiteX28" fmla="*/ 1040860 w 1138136"/>
              <a:gd name="connsiteY28" fmla="*/ 3025302 h 3035375"/>
              <a:gd name="connsiteX29" fmla="*/ 1138136 w 1138136"/>
              <a:gd name="connsiteY29" fmla="*/ 3035029 h 303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38136" h="3035375">
                <a:moveTo>
                  <a:pt x="0" y="0"/>
                </a:moveTo>
                <a:cubicBezTo>
                  <a:pt x="12900" y="77399"/>
                  <a:pt x="13047" y="94230"/>
                  <a:pt x="48638" y="184825"/>
                </a:cubicBezTo>
                <a:cubicBezTo>
                  <a:pt x="68264" y="234782"/>
                  <a:pt x="96088" y="281195"/>
                  <a:pt x="116732" y="330740"/>
                </a:cubicBezTo>
                <a:cubicBezTo>
                  <a:pt x="151759" y="414804"/>
                  <a:pt x="147372" y="442601"/>
                  <a:pt x="175098" y="535021"/>
                </a:cubicBezTo>
                <a:cubicBezTo>
                  <a:pt x="183059" y="561557"/>
                  <a:pt x="194553" y="586902"/>
                  <a:pt x="204281" y="612842"/>
                </a:cubicBezTo>
                <a:cubicBezTo>
                  <a:pt x="226264" y="766736"/>
                  <a:pt x="198566" y="585271"/>
                  <a:pt x="233464" y="768485"/>
                </a:cubicBezTo>
                <a:cubicBezTo>
                  <a:pt x="240845" y="807236"/>
                  <a:pt x="246434" y="846306"/>
                  <a:pt x="252919" y="885217"/>
                </a:cubicBezTo>
                <a:cubicBezTo>
                  <a:pt x="256162" y="927370"/>
                  <a:pt x="257707" y="969688"/>
                  <a:pt x="262647" y="1011676"/>
                </a:cubicBezTo>
                <a:cubicBezTo>
                  <a:pt x="264209" y="1024954"/>
                  <a:pt x="271044" y="1037284"/>
                  <a:pt x="272374" y="1050587"/>
                </a:cubicBezTo>
                <a:cubicBezTo>
                  <a:pt x="277546" y="1102311"/>
                  <a:pt x="277785" y="1154427"/>
                  <a:pt x="282102" y="1206229"/>
                </a:cubicBezTo>
                <a:cubicBezTo>
                  <a:pt x="284273" y="1232281"/>
                  <a:pt x="288587" y="1258110"/>
                  <a:pt x="291830" y="1284051"/>
                </a:cubicBezTo>
                <a:cubicBezTo>
                  <a:pt x="293777" y="1315211"/>
                  <a:pt x="307150" y="1536600"/>
                  <a:pt x="311285" y="1575881"/>
                </a:cubicBezTo>
                <a:cubicBezTo>
                  <a:pt x="313016" y="1592324"/>
                  <a:pt x="315594" y="1606685"/>
                  <a:pt x="321013" y="1624519"/>
                </a:cubicBezTo>
                <a:cubicBezTo>
                  <a:pt x="326433" y="1642353"/>
                  <a:pt x="339018" y="1663750"/>
                  <a:pt x="343802" y="1682885"/>
                </a:cubicBezTo>
                <a:cubicBezTo>
                  <a:pt x="360202" y="1748485"/>
                  <a:pt x="394526" y="1830421"/>
                  <a:pt x="418289" y="1896893"/>
                </a:cubicBezTo>
                <a:cubicBezTo>
                  <a:pt x="442052" y="1963365"/>
                  <a:pt x="461279" y="2021051"/>
                  <a:pt x="486383" y="2081719"/>
                </a:cubicBezTo>
                <a:cubicBezTo>
                  <a:pt x="500244" y="2115217"/>
                  <a:pt x="520740" y="2145674"/>
                  <a:pt x="535021" y="2178995"/>
                </a:cubicBezTo>
                <a:cubicBezTo>
                  <a:pt x="614499" y="2364444"/>
                  <a:pt x="466931" y="2062265"/>
                  <a:pt x="564204" y="2256817"/>
                </a:cubicBezTo>
                <a:cubicBezTo>
                  <a:pt x="567904" y="2275318"/>
                  <a:pt x="573689" y="2314696"/>
                  <a:pt x="583660" y="2334638"/>
                </a:cubicBezTo>
                <a:cubicBezTo>
                  <a:pt x="588888" y="2345095"/>
                  <a:pt x="598618" y="2353029"/>
                  <a:pt x="603115" y="2363821"/>
                </a:cubicBezTo>
                <a:cubicBezTo>
                  <a:pt x="614946" y="2392216"/>
                  <a:pt x="619968" y="2423187"/>
                  <a:pt x="632298" y="2451370"/>
                </a:cubicBezTo>
                <a:cubicBezTo>
                  <a:pt x="642776" y="2475321"/>
                  <a:pt x="658976" y="2496360"/>
                  <a:pt x="671208" y="2519464"/>
                </a:cubicBezTo>
                <a:cubicBezTo>
                  <a:pt x="688170" y="2551504"/>
                  <a:pt x="699738" y="2586576"/>
                  <a:pt x="719847" y="2616740"/>
                </a:cubicBezTo>
                <a:cubicBezTo>
                  <a:pt x="732817" y="2636195"/>
                  <a:pt x="747156" y="2654804"/>
                  <a:pt x="758757" y="2675106"/>
                </a:cubicBezTo>
                <a:cubicBezTo>
                  <a:pt x="773146" y="2700287"/>
                  <a:pt x="784698" y="2726987"/>
                  <a:pt x="797668" y="2752927"/>
                </a:cubicBezTo>
                <a:cubicBezTo>
                  <a:pt x="804153" y="2765897"/>
                  <a:pt x="809662" y="2779403"/>
                  <a:pt x="817123" y="2791838"/>
                </a:cubicBezTo>
                <a:cubicBezTo>
                  <a:pt x="858339" y="2860531"/>
                  <a:pt x="835814" y="2824738"/>
                  <a:pt x="885217" y="2898842"/>
                </a:cubicBezTo>
                <a:cubicBezTo>
                  <a:pt x="891702" y="2908570"/>
                  <a:pt x="896405" y="2919758"/>
                  <a:pt x="904672" y="2928025"/>
                </a:cubicBezTo>
                <a:cubicBezTo>
                  <a:pt x="947105" y="2970458"/>
                  <a:pt x="976841" y="3012499"/>
                  <a:pt x="1040860" y="3025302"/>
                </a:cubicBezTo>
                <a:cubicBezTo>
                  <a:pt x="1105396" y="3038208"/>
                  <a:pt x="1072964" y="3035029"/>
                  <a:pt x="1138136" y="3035029"/>
                </a:cubicBezTo>
              </a:path>
            </a:pathLst>
          </a:cu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73" grpId="0" animBg="1"/>
      <p:bldP spid="1957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68"/>
          <p:cNvSpPr>
            <a:spLocks noChangeArrowheads="1"/>
          </p:cNvSpPr>
          <p:nvPr/>
        </p:nvSpPr>
        <p:spPr bwMode="auto">
          <a:xfrm>
            <a:off x="-114299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2771" name="Rectangle 270"/>
          <p:cNvSpPr>
            <a:spLocks noChangeArrowheads="1"/>
          </p:cNvSpPr>
          <p:nvPr/>
        </p:nvSpPr>
        <p:spPr bwMode="auto">
          <a:xfrm>
            <a:off x="-304800" y="50802"/>
            <a:ext cx="7162800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思考题</a:t>
            </a:r>
            <a:endParaRPr lang="en-US" altLang="en-US" sz="1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49872" name="Rectangle 272"/>
          <p:cNvSpPr>
            <a:spLocks noChangeArrowheads="1"/>
          </p:cNvSpPr>
          <p:nvPr/>
        </p:nvSpPr>
        <p:spPr bwMode="auto">
          <a:xfrm>
            <a:off x="476672" y="771550"/>
            <a:ext cx="619268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541020" indent="-541020" eaLnBrk="1" hangingPunct="1">
              <a:spcBef>
                <a:spcPct val="50000"/>
              </a:spcBef>
              <a:buFontTx/>
              <a:buAutoNum type="arabicPeriod"/>
              <a:tabLst>
                <a:tab pos="718820" algn="l"/>
              </a:tabLst>
              <a:defRPr/>
            </a:pPr>
            <a:r>
              <a:rPr lang="zh-CN" altLang="en-US" sz="2400" b="1" dirty="0">
                <a:latin typeface="Symbol" panose="05050102010706020507" pitchFamily="18" charset="2"/>
                <a:ea typeface="+mn-ea"/>
                <a:sym typeface="Symbol" panose="05050102010706020507" pitchFamily="18" charset="2"/>
              </a:rPr>
              <a:t>文氏桥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RC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振荡器中，和二极管并联的电阻的作用是什么？</a:t>
            </a:r>
            <a:endParaRPr lang="en-US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342900" indent="-342900" eaLnBrk="1" hangingPunct="1">
              <a:spcBef>
                <a:spcPct val="50000"/>
              </a:spcBef>
              <a:buFontTx/>
              <a:buAutoNum type="arabicPeriod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试推导输出幅度的表达式。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8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7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latinLnBrk="0" hangingPunct="1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注意事项</a:t>
            </a:r>
            <a:endParaRPr lang="zh-CN" altLang="zh-CN"/>
          </a:p>
        </p:txBody>
      </p:sp>
      <p:sp>
        <p:nvSpPr>
          <p:cNvPr id="1049876" name="Rectangle 276"/>
          <p:cNvSpPr>
            <a:spLocks noGrp="1" noChangeArrowheads="1"/>
          </p:cNvSpPr>
          <p:nvPr>
            <p:ph idx="4294967295"/>
          </p:nvPr>
        </p:nvSpPr>
        <p:spPr>
          <a:xfrm>
            <a:off x="0" y="624577"/>
            <a:ext cx="6858000" cy="3714751"/>
          </a:xfrm>
        </p:spPr>
        <p:txBody>
          <a:bodyPr/>
          <a:lstStyle/>
          <a:p>
            <a:pPr defTabSz="801370" eaLnBrk="1" hangingPunct="1">
              <a:defRPr/>
            </a:pPr>
            <a:r>
              <a:rPr lang="en-US" altLang="en-US" sz="2400" dirty="0">
                <a:latin typeface="+mn-ea"/>
                <a:sym typeface="Arial" panose="020B0604020202020204" pitchFamily="34" charset="0"/>
              </a:rPr>
              <a:t>1</a:t>
            </a:r>
            <a:r>
              <a:rPr lang="zh-CN" altLang="en-US" sz="2400" dirty="0">
                <a:latin typeface="+mn-ea"/>
                <a:sym typeface="Arial" panose="020B0604020202020204" pitchFamily="34" charset="0"/>
              </a:rPr>
              <a:t>、需要注意双电源的连接方法；</a:t>
            </a:r>
            <a:endParaRPr lang="en-US" altLang="zh-CN" sz="2400" dirty="0">
              <a:latin typeface="+mn-ea"/>
              <a:sym typeface="Arial" panose="020B0604020202020204" pitchFamily="34" charset="0"/>
            </a:endParaRPr>
          </a:p>
          <a:p>
            <a:pPr defTabSz="801370" eaLnBrk="1" hangingPunct="1">
              <a:defRPr/>
            </a:pPr>
            <a:r>
              <a:rPr lang="en-US" altLang="zh-CN" sz="2400" dirty="0">
                <a:latin typeface="+mn-ea"/>
                <a:sym typeface="Arial" panose="020B0604020202020204" pitchFamily="34" charset="0"/>
              </a:rPr>
              <a:t>2</a:t>
            </a:r>
            <a:r>
              <a:rPr lang="zh-CN" altLang="en-US" sz="2400" dirty="0">
                <a:latin typeface="+mn-ea"/>
                <a:sym typeface="Arial" panose="020B0604020202020204" pitchFamily="34" charset="0"/>
              </a:rPr>
              <a:t>、需要注意上电的顺序</a:t>
            </a:r>
            <a:r>
              <a:rPr lang="en-US" altLang="zh-CN" sz="2400" dirty="0">
                <a:latin typeface="+mn-ea"/>
                <a:sym typeface="Arial" panose="020B0604020202020204" pitchFamily="34" charset="0"/>
              </a:rPr>
              <a:t>;</a:t>
            </a:r>
          </a:p>
          <a:p>
            <a:pPr defTabSz="801370" eaLnBrk="1" hangingPunct="1">
              <a:defRPr/>
            </a:pPr>
            <a:r>
              <a:rPr lang="en-US" altLang="zh-CN" sz="2400" dirty="0">
                <a:latin typeface="+mn-ea"/>
                <a:sym typeface="Arial" panose="020B0604020202020204" pitchFamily="34" charset="0"/>
              </a:rPr>
              <a:t>3</a:t>
            </a:r>
            <a:r>
              <a:rPr lang="zh-CN" altLang="en-US" sz="2400" dirty="0">
                <a:latin typeface="+mn-ea"/>
                <a:sym typeface="Arial" panose="020B0604020202020204" pitchFamily="34" charset="0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Arial" panose="020B0604020202020204" pitchFamily="34" charset="0"/>
              </a:rPr>
              <a:t>预习</a:t>
            </a:r>
            <a:r>
              <a:rPr lang="zh-CN" altLang="en-US" sz="2400" dirty="0">
                <a:latin typeface="+mn-ea"/>
                <a:sym typeface="Arial" panose="020B0604020202020204" pitchFamily="34" charset="0"/>
              </a:rPr>
              <a:t>下次实验：</a:t>
            </a:r>
            <a:r>
              <a:rPr lang="en-US" altLang="zh-CN" sz="2400" dirty="0">
                <a:latin typeface="+mn-ea"/>
                <a:sym typeface="Arial" panose="020B0604020202020204" pitchFamily="34" charset="0"/>
              </a:rPr>
              <a:t>2.2 </a:t>
            </a:r>
            <a:r>
              <a:rPr lang="zh-CN" altLang="en-US" sz="2400" dirty="0">
                <a:latin typeface="+mn-ea"/>
                <a:sym typeface="Arial" panose="020B0604020202020204" pitchFamily="34" charset="0"/>
              </a:rPr>
              <a:t>电压比较器电路设计</a:t>
            </a:r>
            <a:endParaRPr lang="en-US" altLang="zh-CN" sz="2400" dirty="0">
              <a:latin typeface="+mn-ea"/>
              <a:sym typeface="Arial" panose="020B0604020202020204" pitchFamily="34" charset="0"/>
            </a:endParaRPr>
          </a:p>
          <a:p>
            <a:pPr defTabSz="801370" eaLnBrk="1" hangingPunct="1">
              <a:defRPr/>
            </a:pPr>
            <a:r>
              <a:rPr lang="en-US" altLang="zh-CN" sz="2400" dirty="0">
                <a:latin typeface="+mn-ea"/>
                <a:sym typeface="Arial" panose="020B0604020202020204" pitchFamily="34" charset="0"/>
              </a:rPr>
              <a:t>4. </a:t>
            </a:r>
            <a:r>
              <a:rPr lang="zh-CN" altLang="en-US" sz="2400" dirty="0">
                <a:latin typeface="+mn-ea"/>
                <a:sym typeface="Arial" panose="020B0604020202020204" pitchFamily="34" charset="0"/>
              </a:rPr>
              <a:t>本次电路做好后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Arial" panose="020B0604020202020204" pitchFamily="34" charset="0"/>
              </a:rPr>
              <a:t>不要拆除</a:t>
            </a:r>
            <a:r>
              <a:rPr lang="zh-CN" altLang="en-US" sz="2400" dirty="0">
                <a:latin typeface="+mn-ea"/>
                <a:sym typeface="Arial" panose="020B0604020202020204" pitchFamily="34" charset="0"/>
              </a:rPr>
              <a:t>，下次课用于波形变换</a:t>
            </a:r>
            <a:endParaRPr lang="en-US" altLang="zh-CN" sz="2400" dirty="0">
              <a:latin typeface="+mn-ea"/>
              <a:sym typeface="Arial" panose="020B0604020202020204" pitchFamily="34" charset="0"/>
            </a:endParaRPr>
          </a:p>
          <a:p>
            <a:pPr defTabSz="801370" eaLnBrk="1" hangingPunct="1">
              <a:defRPr/>
            </a:pPr>
            <a:r>
              <a:rPr lang="en-US" altLang="zh-CN" sz="2400" dirty="0">
                <a:latin typeface="+mn-ea"/>
                <a:sym typeface="Arial" panose="020B0604020202020204" pitchFamily="34" charset="0"/>
              </a:rPr>
              <a:t>5</a:t>
            </a:r>
            <a:r>
              <a:rPr lang="zh-CN" altLang="en-US" sz="2400" dirty="0">
                <a:latin typeface="+mn-ea"/>
                <a:sym typeface="Arial" panose="020B0604020202020204" pitchFamily="34" charset="0"/>
              </a:rPr>
              <a:t>、实验</a:t>
            </a:r>
            <a:r>
              <a:rPr lang="en-US" altLang="zh-CN" sz="2400" dirty="0">
                <a:latin typeface="+mn-ea"/>
                <a:sym typeface="Arial" panose="020B0604020202020204" pitchFamily="34" charset="0"/>
              </a:rPr>
              <a:t>2.1</a:t>
            </a:r>
            <a:r>
              <a:rPr lang="zh-CN" altLang="en-US" sz="2400" dirty="0">
                <a:latin typeface="+mn-ea"/>
                <a:sym typeface="Arial" panose="020B0604020202020204" pitchFamily="34" charset="0"/>
              </a:rPr>
              <a:t>～</a:t>
            </a:r>
            <a:r>
              <a:rPr lang="en-US" altLang="zh-CN" sz="2400" dirty="0">
                <a:latin typeface="+mn-ea"/>
                <a:sym typeface="Arial" panose="020B0604020202020204" pitchFamily="34" charset="0"/>
              </a:rPr>
              <a:t>2.3</a:t>
            </a:r>
            <a:r>
              <a:rPr lang="zh-CN" altLang="en-US" sz="2400" dirty="0">
                <a:latin typeface="+mn-ea"/>
                <a:sym typeface="Arial" panose="020B0604020202020204" pitchFamily="34" charset="0"/>
              </a:rPr>
              <a:t>合写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Arial" panose="020B0604020202020204" pitchFamily="34" charset="0"/>
              </a:rPr>
              <a:t>一份</a:t>
            </a:r>
            <a:r>
              <a:rPr lang="zh-CN" altLang="en-US" sz="2400" dirty="0">
                <a:latin typeface="+mn-ea"/>
                <a:sym typeface="Arial" panose="020B0604020202020204" pitchFamily="34" charset="0"/>
              </a:rPr>
              <a:t>实验报告</a:t>
            </a:r>
            <a:endParaRPr lang="en-US" altLang="zh-CN" sz="2400" dirty="0">
              <a:latin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78" name="WordArt 278"/>
          <p:cNvSpPr>
            <a:spLocks noChangeShapeType="1" noTextEdit="1"/>
          </p:cNvSpPr>
          <p:nvPr/>
        </p:nvSpPr>
        <p:spPr bwMode="auto">
          <a:xfrm>
            <a:off x="3657600" y="2400300"/>
            <a:ext cx="2867744" cy="400051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 dirty="0">
                <a:ln w="19050">
                  <a:solidFill>
                    <a:srgbClr val="FFFFFF"/>
                  </a:solidFill>
                  <a:round/>
                </a:ln>
                <a:gradFill rotWithShape="1">
                  <a:gsLst>
                    <a:gs pos="0">
                      <a:srgbClr val="143DA2"/>
                    </a:gs>
                    <a:gs pos="100000">
                      <a:srgbClr val="AED337"/>
                    </a:gs>
                    <a:gs pos="100000">
                      <a:srgbClr val="AED337"/>
                    </a:gs>
                  </a:gsLst>
                  <a:lin ang="0" scaled="1"/>
                </a:gradFill>
                <a:effectLst>
                  <a:outerShdw dist="53879" dir="2700045" algn="ctr" rotWithShape="0">
                    <a:srgbClr val="000000">
                      <a:alpha val="50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Thank You !</a:t>
            </a:r>
            <a:endParaRPr lang="zh-CN" altLang="en-US" sz="3600" b="1" kern="10" dirty="0">
              <a:ln w="19050">
                <a:solidFill>
                  <a:srgbClr val="FFFFFF"/>
                </a:solidFill>
                <a:round/>
              </a:ln>
              <a:gradFill rotWithShape="1">
                <a:gsLst>
                  <a:gs pos="0">
                    <a:srgbClr val="143DA2"/>
                  </a:gs>
                  <a:gs pos="100000">
                    <a:srgbClr val="AED337"/>
                  </a:gs>
                  <a:gs pos="100000">
                    <a:srgbClr val="AED337"/>
                  </a:gs>
                </a:gsLst>
                <a:lin ang="0" scaled="1"/>
              </a:gradFill>
              <a:effectLst>
                <a:outerShdw dist="53879" dir="2700045" algn="ctr" rotWithShape="0">
                  <a:srgbClr val="000000">
                    <a:alpha val="50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  <p:sp>
        <p:nvSpPr>
          <p:cNvPr id="30723" name="Rectangle 280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5265740" y="2844801"/>
            <a:ext cx="1584325" cy="43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latinLnBrk="0" hangingPunct="1">
              <a:buNone/>
            </a:pPr>
            <a:r>
              <a:rPr lang="zh-CN" altLang="zh-CN" b="0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UESTC</a:t>
            </a:r>
            <a:endParaRPr lang="zh-CN" altLang="zh-C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9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9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878" grpId="0" animBg="1"/>
      <p:bldP spid="3072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E1YTM0NjZhNWZlYzE1NDJhMTUyMmQzNWY0MWJlZjQifQ=="/>
</p:tagLst>
</file>

<file path=ppt/theme/theme1.xml><?xml version="1.0" encoding="utf-8"?>
<a:theme xmlns:a="http://schemas.openxmlformats.org/drawingml/2006/main" name="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35">
  <a:themeElements>
    <a:clrScheme name="Default Design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688</Words>
  <Application>Microsoft Office PowerPoint</Application>
  <PresentationFormat>自定义</PresentationFormat>
  <Paragraphs>142</Paragraphs>
  <Slides>21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17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21</vt:i4>
      </vt:variant>
    </vt:vector>
  </HeadingPairs>
  <TitlesOfParts>
    <vt:vector size="57" baseType="lpstr">
      <vt:lpstr>等线</vt:lpstr>
      <vt:lpstr>黑体</vt:lpstr>
      <vt:lpstr>华文行楷</vt:lpstr>
      <vt:lpstr>楷体_GB2312</vt:lpstr>
      <vt:lpstr>宋体</vt:lpstr>
      <vt:lpstr>微软雅黑</vt:lpstr>
      <vt:lpstr>Arial</vt:lpstr>
      <vt:lpstr>Arial Black</vt:lpstr>
      <vt:lpstr>Calibri</vt:lpstr>
      <vt:lpstr>Calibri Light</vt:lpstr>
      <vt:lpstr>Cambria Math</vt:lpstr>
      <vt:lpstr>Symbol</vt:lpstr>
      <vt:lpstr>Times New Roman</vt:lpstr>
      <vt:lpstr>Verdana</vt:lpstr>
      <vt:lpstr>Wingdings</vt:lpstr>
      <vt:lpstr>默认设计模板</vt:lpstr>
      <vt:lpstr>1_默认设计模板</vt:lpstr>
      <vt:lpstr>2_默认设计模板</vt:lpstr>
      <vt:lpstr>3_默认设计模板</vt:lpstr>
      <vt:lpstr>4_默认设计模板</vt:lpstr>
      <vt:lpstr>5_默认设计模板</vt:lpstr>
      <vt:lpstr>6_默认设计模板</vt:lpstr>
      <vt:lpstr>7_默认设计模板</vt:lpstr>
      <vt:lpstr>8_默认设计模板</vt:lpstr>
      <vt:lpstr>9_默认设计模板</vt:lpstr>
      <vt:lpstr>10_默认设计模板</vt:lpstr>
      <vt:lpstr>11_默认设计模板</vt:lpstr>
      <vt:lpstr>12_默认设计模板</vt:lpstr>
      <vt:lpstr>13_默认设计模板</vt:lpstr>
      <vt:lpstr>14_默认设计模板</vt:lpstr>
      <vt:lpstr>35</vt:lpstr>
      <vt:lpstr>1_Pixel</vt:lpstr>
      <vt:lpstr>Image</vt:lpstr>
      <vt:lpstr>Equation</vt:lpstr>
      <vt:lpstr>Photo Editor 照片</vt:lpstr>
      <vt:lpstr>公式</vt:lpstr>
      <vt:lpstr>PowerPoint 演示文稿</vt:lpstr>
      <vt:lpstr>内    容</vt:lpstr>
      <vt:lpstr>实验目的</vt:lpstr>
      <vt:lpstr>PowerPoint 演示文稿</vt:lpstr>
      <vt:lpstr>仅有一种频率且幅值由小逐渐增大直至稳幅。</vt:lpstr>
      <vt:lpstr>PowerPoint 演示文稿</vt:lpstr>
      <vt:lpstr>PowerPoint 演示文稿</vt:lpstr>
      <vt:lpstr>PowerPoint 演示文稿</vt:lpstr>
      <vt:lpstr>2. 起振与稳幅</vt:lpstr>
      <vt:lpstr>3. 基本组成部分</vt:lpstr>
      <vt:lpstr>PowerPoint 演示文稿</vt:lpstr>
      <vt:lpstr>PowerPoint 演示文稿</vt:lpstr>
      <vt:lpstr>RC串并联选频网络的频率响应</vt:lpstr>
      <vt:lpstr>PowerPoint 演示文稿</vt:lpstr>
      <vt:lpstr>PowerPoint 演示文稿</vt:lpstr>
      <vt:lpstr>三、测试方法</vt:lpstr>
      <vt:lpstr>PowerPoint 演示文稿</vt:lpstr>
      <vt:lpstr>PowerPoint 演示文稿</vt:lpstr>
      <vt:lpstr>PowerPoint 演示文稿</vt:lpstr>
      <vt:lpstr>注意事项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电子科技大学</dc:title>
  <dc:creator>dell</dc:creator>
  <cp:lastModifiedBy>超然 刘</cp:lastModifiedBy>
  <cp:revision>314</cp:revision>
  <dcterms:created xsi:type="dcterms:W3CDTF">2013-03-14T09:15:00Z</dcterms:created>
  <dcterms:modified xsi:type="dcterms:W3CDTF">2024-10-20T06:45:24Z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A161241D40E44A63AF5C40057305EE24_12</vt:lpwstr>
  </property>
  <property fmtid="{D5CDD505-2E9C-101B-9397-08002B2CF9AE}" pid="3" name="KSOProductBuildVer">
    <vt:lpwstr>2052-12.1.0.17857</vt:lpwstr>
  </property>
</Properties>
</file>
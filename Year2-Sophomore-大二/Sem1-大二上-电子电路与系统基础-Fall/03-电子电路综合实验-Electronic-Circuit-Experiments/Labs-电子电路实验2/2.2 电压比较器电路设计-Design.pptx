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10.xml" ContentType="application/vnd.openxmlformats-officedocument.theme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theme/theme11.xml" ContentType="application/vnd.openxmlformats-officedocument.theme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theme/theme12.xml" ContentType="application/vnd.openxmlformats-officedocument.theme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theme/theme13.xml" ContentType="application/vnd.openxmlformats-officedocument.theme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theme/theme14.xml" ContentType="application/vnd.openxmlformats-officedocument.theme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49" r:id="rId2"/>
    <p:sldMasterId id="2147483650" r:id="rId3"/>
    <p:sldMasterId id="2147483651" r:id="rId4"/>
    <p:sldMasterId id="2147483652" r:id="rId5"/>
    <p:sldMasterId id="2147483653" r:id="rId6"/>
    <p:sldMasterId id="2147483654" r:id="rId7"/>
    <p:sldMasterId id="2147483655" r:id="rId8"/>
    <p:sldMasterId id="2147483656" r:id="rId9"/>
    <p:sldMasterId id="2147483657" r:id="rId10"/>
    <p:sldMasterId id="2147483658" r:id="rId11"/>
    <p:sldMasterId id="2147483659" r:id="rId12"/>
    <p:sldMasterId id="2147483660" r:id="rId13"/>
    <p:sldMasterId id="2147483661" r:id="rId14"/>
    <p:sldMasterId id="2147483662" r:id="rId15"/>
  </p:sldMasterIdLst>
  <p:notesMasterIdLst>
    <p:notesMasterId r:id="rId32"/>
  </p:notesMasterIdLst>
  <p:handoutMasterIdLst>
    <p:handoutMasterId r:id="rId33"/>
  </p:handoutMasterIdLst>
  <p:sldIdLst>
    <p:sldId id="317" r:id="rId16"/>
    <p:sldId id="318" r:id="rId17"/>
    <p:sldId id="319" r:id="rId18"/>
    <p:sldId id="270" r:id="rId19"/>
    <p:sldId id="271" r:id="rId20"/>
    <p:sldId id="272" r:id="rId21"/>
    <p:sldId id="273" r:id="rId22"/>
    <p:sldId id="276" r:id="rId23"/>
    <p:sldId id="340" r:id="rId24"/>
    <p:sldId id="354" r:id="rId25"/>
    <p:sldId id="338" r:id="rId26"/>
    <p:sldId id="352" r:id="rId27"/>
    <p:sldId id="329" r:id="rId28"/>
    <p:sldId id="330" r:id="rId29"/>
    <p:sldId id="353" r:id="rId30"/>
    <p:sldId id="331" r:id="rId31"/>
  </p:sldIdLst>
  <p:sldSz cx="6858000" cy="51435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  <a:cs typeface="+mn-cs"/>
        <a:sym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  <a:cs typeface="+mn-cs"/>
        <a:sym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  <a:cs typeface="+mn-cs"/>
        <a:sym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  <a:cs typeface="+mn-cs"/>
        <a:sym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  <a:cs typeface="+mn-cs"/>
        <a:sym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  <a:cs typeface="+mn-cs"/>
        <a:sym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  <a:cs typeface="+mn-cs"/>
        <a:sym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  <a:cs typeface="+mn-cs"/>
        <a:sym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  <a:cs typeface="+mn-cs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44" autoAdjust="0"/>
    <p:restoredTop sz="93449" autoAdjust="0"/>
  </p:normalViewPr>
  <p:slideViewPr>
    <p:cSldViewPr>
      <p:cViewPr varScale="1">
        <p:scale>
          <a:sx n="121" d="100"/>
          <a:sy n="121" d="100"/>
        </p:scale>
        <p:origin x="1412" y="76"/>
      </p:cViewPr>
      <p:guideLst>
        <p:guide orient="horz" pos="162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3" d="100"/>
          <a:sy n="73" d="100"/>
        </p:scale>
        <p:origin x="2214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slide" Target="slides/slide11.xml"/><Relationship Id="rId21" Type="http://schemas.openxmlformats.org/officeDocument/2006/relationships/slide" Target="slides/slide6.xml"/><Relationship Id="rId34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slide" Target="slides/slide10.xml"/><Relationship Id="rId33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openxmlformats.org/officeDocument/2006/relationships/slide" Target="slides/slide14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9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slide" Target="slides/slide13.xml"/><Relationship Id="rId36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31" Type="http://schemas.openxmlformats.org/officeDocument/2006/relationships/slide" Target="slides/slide16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slide" Target="slides/slide12.xml"/><Relationship Id="rId30" Type="http://schemas.openxmlformats.org/officeDocument/2006/relationships/slide" Target="slides/slide15.xml"/><Relationship Id="rId35" Type="http://schemas.openxmlformats.org/officeDocument/2006/relationships/viewProps" Target="viewProp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</a:lstStyle>
          <a:p>
            <a:pPr>
              <a:defRPr/>
            </a:pPr>
            <a:fld id="{883B67AE-6777-4CCB-BA12-4C28CDEF475D}" type="datetimeFigureOut">
              <a:rPr lang="zh-CN" altLang="en-US"/>
              <a:pPr>
                <a:defRPr/>
              </a:pPr>
              <a:t>2024/10/20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E4EA3D06-8CEE-4219-98CB-8F0D25A0B47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14" name="Rectangle 638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  <a:ea typeface="等线" pitchFamily="2" charset="-122"/>
                <a:sym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49215" name="Rectangle 639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rial" charset="0"/>
                <a:ea typeface="等线" pitchFamily="2" charset="-122"/>
                <a:sym typeface="Arial" charset="0"/>
              </a:defRPr>
            </a:lvl1pPr>
          </a:lstStyle>
          <a:p>
            <a:pPr>
              <a:defRPr/>
            </a:pPr>
            <a:fld id="{F470D134-0BAC-4E52-A4A7-82F966F2A6DA}" type="datetime1">
              <a:rPr lang="zh-CN" altLang="en-US"/>
              <a:pPr>
                <a:defRPr/>
              </a:pPr>
              <a:t>2024/10/20</a:t>
            </a:fld>
            <a:endParaRPr lang="zh-CN" altLang="en-US"/>
          </a:p>
        </p:txBody>
      </p:sp>
      <p:sp>
        <p:nvSpPr>
          <p:cNvPr id="16388" name="Rectangle 640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49217" name="Rectangle 641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编辑母版文本样式</a:t>
            </a:r>
            <a:endParaRPr lang="en-US" altLang="en-US" noProof="0"/>
          </a:p>
          <a:p>
            <a:pPr lvl="0"/>
            <a:r>
              <a:rPr lang="zh-CN" altLang="en-US" noProof="0"/>
              <a:t>第二级</a:t>
            </a:r>
            <a:endParaRPr lang="en-US" altLang="en-US" noProof="0"/>
          </a:p>
          <a:p>
            <a:pPr lvl="0"/>
            <a:r>
              <a:rPr lang="zh-CN" altLang="en-US" noProof="0"/>
              <a:t>第三级</a:t>
            </a:r>
            <a:endParaRPr lang="en-US" altLang="en-US" noProof="0"/>
          </a:p>
          <a:p>
            <a:pPr lvl="0"/>
            <a:r>
              <a:rPr lang="zh-CN" altLang="en-US" noProof="0"/>
              <a:t>第四级</a:t>
            </a:r>
            <a:endParaRPr lang="en-US" altLang="en-US" noProof="0"/>
          </a:p>
          <a:p>
            <a:pPr lvl="0"/>
            <a:r>
              <a:rPr lang="zh-CN" altLang="en-US" noProof="0"/>
              <a:t>第五级</a:t>
            </a:r>
            <a:endParaRPr lang="en-US" altLang="en-US" noProof="0"/>
          </a:p>
        </p:txBody>
      </p:sp>
      <p:sp>
        <p:nvSpPr>
          <p:cNvPr id="1049218" name="Rectangle 642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  <a:ea typeface="等线" pitchFamily="2" charset="-122"/>
                <a:sym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49219" name="Rectangle 643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等线" panose="02010600030101010101" pitchFamily="2" charset="-122"/>
              </a:defRPr>
            </a:lvl1pPr>
          </a:lstStyle>
          <a:p>
            <a:pPr>
              <a:defRPr/>
            </a:pPr>
            <a:fld id="{A026A6C4-763F-432C-916E-D5866176BA7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F470D134-0BAC-4E52-A4A7-82F966F2A6DA}" type="datetime1">
              <a:rPr lang="zh-CN" altLang="en-US" smtClean="0"/>
              <a:pPr>
                <a:defRPr/>
              </a:pPr>
              <a:t>2024/10/20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026A6C4-763F-432C-916E-D5866176BA7A}" type="slidenum">
              <a:rPr lang="zh-CN" altLang="en-US" smtClean="0"/>
              <a:pPr>
                <a:defRPr/>
              </a:p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29582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2662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6628" name="日期占位符 3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601C33E-D59A-4230-93C4-E85B9C61C347}" type="datetime1">
              <a:rPr lang="zh-CN" altLang="en-US" smtClean="0">
                <a:solidFill>
                  <a:srgbClr val="000000"/>
                </a:solidFill>
                <a:ea typeface="等线" panose="02010600030101010101" pitchFamily="2" charset="-122"/>
                <a:sym typeface="Arial" panose="020B0604020202020204" pitchFamily="34" charset="0"/>
              </a:rPr>
              <a:pPr>
                <a:spcBef>
                  <a:spcPct val="0"/>
                </a:spcBef>
              </a:pPr>
              <a:t>2024/10/20</a:t>
            </a:fld>
            <a:endParaRPr lang="zh-CN" altLang="en-US">
              <a:solidFill>
                <a:srgbClr val="000000"/>
              </a:solidFill>
              <a:ea typeface="等线" panose="02010600030101010101" pitchFamily="2" charset="-122"/>
              <a:sym typeface="Arial" panose="020B0604020202020204" pitchFamily="34" charset="0"/>
            </a:endParaRPr>
          </a:p>
        </p:txBody>
      </p:sp>
      <p:sp>
        <p:nvSpPr>
          <p:cNvPr id="26629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B9D151C-3908-422D-9132-E70394A9600A}" type="slidenum">
              <a:rPr lang="zh-CN" altLang="en-US" smtClean="0">
                <a:solidFill>
                  <a:srgbClr val="000000"/>
                </a:solidFill>
                <a:ea typeface="等线" panose="02010600030101010101" pitchFamily="2" charset="-122"/>
              </a:rPr>
              <a:pPr>
                <a:spcBef>
                  <a:spcPct val="0"/>
                </a:spcBef>
              </a:pPr>
              <a:t>9</a:t>
            </a:fld>
            <a:endParaRPr lang="zh-CN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2867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8676" name="日期占位符 3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3DEC012-6EDD-4807-A4AF-43C2D6AED043}" type="datetime1">
              <a:rPr lang="zh-CN" altLang="en-US" smtClean="0">
                <a:solidFill>
                  <a:srgbClr val="000000"/>
                </a:solidFill>
                <a:ea typeface="等线" panose="02010600030101010101" pitchFamily="2" charset="-122"/>
                <a:sym typeface="Arial" panose="020B0604020202020204" pitchFamily="34" charset="0"/>
              </a:rPr>
              <a:pPr>
                <a:spcBef>
                  <a:spcPct val="0"/>
                </a:spcBef>
              </a:pPr>
              <a:t>2024/10/20</a:t>
            </a:fld>
            <a:endParaRPr lang="zh-CN" altLang="en-US">
              <a:solidFill>
                <a:srgbClr val="000000"/>
              </a:solidFill>
              <a:ea typeface="等线" panose="02010600030101010101" pitchFamily="2" charset="-122"/>
              <a:sym typeface="Arial" panose="020B0604020202020204" pitchFamily="34" charset="0"/>
            </a:endParaRPr>
          </a:p>
        </p:txBody>
      </p:sp>
      <p:sp>
        <p:nvSpPr>
          <p:cNvPr id="28677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EB3CD5B-D4DA-4670-AE99-E5FDB1E1E0EE}" type="slidenum">
              <a:rPr lang="zh-CN" altLang="en-US" smtClean="0">
                <a:solidFill>
                  <a:srgbClr val="000000"/>
                </a:solidFill>
                <a:ea typeface="等线" panose="02010600030101010101" pitchFamily="2" charset="-122"/>
              </a:rPr>
              <a:pPr>
                <a:spcBef>
                  <a:spcPct val="0"/>
                </a:spcBef>
              </a:pPr>
              <a:t>11</a:t>
            </a:fld>
            <a:endParaRPr lang="zh-CN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3277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2772" name="日期占位符 3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1A64C84-8B9F-43A4-9EA1-E2AF9BEB9B9E}" type="datetime1">
              <a:rPr lang="zh-CN" altLang="en-US" smtClean="0">
                <a:solidFill>
                  <a:srgbClr val="000000"/>
                </a:solidFill>
                <a:ea typeface="等线" panose="02010600030101010101" pitchFamily="2" charset="-122"/>
                <a:sym typeface="Arial" panose="020B0604020202020204" pitchFamily="34" charset="0"/>
              </a:rPr>
              <a:pPr>
                <a:spcBef>
                  <a:spcPct val="0"/>
                </a:spcBef>
              </a:pPr>
              <a:t>2024/10/20</a:t>
            </a:fld>
            <a:endParaRPr lang="zh-CN" altLang="en-US">
              <a:solidFill>
                <a:srgbClr val="000000"/>
              </a:solidFill>
              <a:ea typeface="等线" panose="02010600030101010101" pitchFamily="2" charset="-122"/>
              <a:sym typeface="Arial" panose="020B0604020202020204" pitchFamily="34" charset="0"/>
            </a:endParaRPr>
          </a:p>
        </p:txBody>
      </p:sp>
      <p:sp>
        <p:nvSpPr>
          <p:cNvPr id="32773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CB09227-3831-46AF-81A7-1A9C6EFA8AC4}" type="slidenum">
              <a:rPr lang="zh-CN" altLang="en-US" smtClean="0">
                <a:solidFill>
                  <a:srgbClr val="000000"/>
                </a:solidFill>
                <a:ea typeface="等线" panose="02010600030101010101" pitchFamily="2" charset="-122"/>
              </a:rPr>
              <a:pPr>
                <a:spcBef>
                  <a:spcPct val="0"/>
                </a:spcBef>
              </a:pPr>
              <a:t>12</a:t>
            </a:fld>
            <a:endParaRPr lang="zh-CN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14350" y="1598614"/>
            <a:ext cx="5829300" cy="1101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28700" y="2914650"/>
            <a:ext cx="48006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138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138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0BF434-B262-4FA8-BE7C-FB12C535682D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1385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964109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38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138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71F6AF-6205-4476-B11E-F1726E17601A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1385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421995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1735" y="3305175"/>
            <a:ext cx="5829300" cy="1022350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1735" y="2179639"/>
            <a:ext cx="5829300" cy="112553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38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138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058F90-C602-419B-AD46-B0D41F65CB74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1385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408241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42900" y="914400"/>
            <a:ext cx="3028950" cy="3714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86150" y="914400"/>
            <a:ext cx="3028950" cy="3714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38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38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175EB0-1EF9-4B95-B780-DB59AA4DDD47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1385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33468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6375"/>
            <a:ext cx="61722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900" y="1150938"/>
            <a:ext cx="3030141" cy="481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2900" y="1631951"/>
            <a:ext cx="3030141" cy="29622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83769" y="1150938"/>
            <a:ext cx="3031331" cy="481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83769" y="1631951"/>
            <a:ext cx="3031331" cy="29622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38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138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DE1B52-E7F4-49C3-9B2A-CAB267ED2206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9" name="Rectangle 1385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076950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38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138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84F87E-FD92-47A1-BB04-3F4A7BDD8606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5" name="Rectangle 1385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450420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8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Rectangle 138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269F8E-69B2-4109-BED7-B67A17404417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4" name="Rectangle 1385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157747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4789"/>
            <a:ext cx="2256235" cy="871537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81287" y="204789"/>
            <a:ext cx="3833813" cy="438943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42900" y="1076325"/>
            <a:ext cx="2256235" cy="351790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38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38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E13764-3D85-4677-A6D0-061FAB020E49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1385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966441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4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344216" y="460375"/>
            <a:ext cx="41148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344216" y="4025900"/>
            <a:ext cx="4114800" cy="60325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38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38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C7D0DF-65CC-47B0-ADD6-F46186D2E99A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1385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940485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38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138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CB7F36-951E-4EBF-8821-20F1F8139388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1385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557734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72050" y="171450"/>
            <a:ext cx="1543050" cy="4457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42900" y="171450"/>
            <a:ext cx="4514850" cy="4457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38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138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590A47-84CA-4979-8832-378E4D83CB52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1385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03513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14350" y="1598614"/>
            <a:ext cx="5829300" cy="1101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28700" y="2914650"/>
            <a:ext cx="48006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9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9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A3AA3B-EEFB-4CA8-97B8-11564D298CE5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101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4300303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5985" y="1047750"/>
            <a:ext cx="6172200" cy="37147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9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356C41-BDF2-4D84-A9EF-033472064818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101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2684560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1735" y="3305175"/>
            <a:ext cx="5829300" cy="1022350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1735" y="2179639"/>
            <a:ext cx="5829300" cy="11255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9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9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355B04-D22A-4314-9FE8-3D4FFDF28808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101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3684215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42900" y="914400"/>
            <a:ext cx="3028950" cy="3714750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86150" y="914400"/>
            <a:ext cx="3028950" cy="3714750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9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9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1728CA-1F10-4A95-B665-584A984CD36B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101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7408029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6375"/>
            <a:ext cx="61722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900" y="1150938"/>
            <a:ext cx="3030141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2900" y="1631951"/>
            <a:ext cx="3030141" cy="2962275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83769" y="1150938"/>
            <a:ext cx="3031331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83769" y="1631951"/>
            <a:ext cx="3031331" cy="2962275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9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9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57A6F-AB68-48B5-8DAF-3460FE065194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9" name="Rectangle 101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5424221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9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9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E8EB03-856E-4C6C-903C-076FF2898C83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5" name="Rectangle 101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0394425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Rectangle 9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12018C-6AFC-46CE-88DF-82C6F94F80AA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4" name="Rectangle 101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2834734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4789"/>
            <a:ext cx="2256235" cy="871537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81287" y="204789"/>
            <a:ext cx="3833813" cy="4389437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42900" y="1076325"/>
            <a:ext cx="2256235" cy="3517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9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9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9171FE-4193-4F6C-9A65-A4113CEBA8CC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101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2897157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4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344216" y="460375"/>
            <a:ext cx="41148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344216" y="4025900"/>
            <a:ext cx="4114800" cy="603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9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9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24044B-846A-4678-95DB-DE2E5C3B414B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101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6505078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55985" y="1047750"/>
            <a:ext cx="6172200" cy="37147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9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016D0E-F847-46C3-BB62-D8E345387AF1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101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1770601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72050" y="171450"/>
            <a:ext cx="1543050" cy="4457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42900" y="171450"/>
            <a:ext cx="4514850" cy="44577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9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DC40F1-0F54-4586-83C3-DCEB1B816DB3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101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6547661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14350" y="1598614"/>
            <a:ext cx="5829300" cy="1101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28700" y="2914650"/>
            <a:ext cx="48006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084E7E-73FC-49CD-A1A6-FD697B7A16DB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0823430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683A1-BC93-4BB4-ABBE-5636143E5E76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703517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1735" y="3305175"/>
            <a:ext cx="5829300" cy="1022350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1735" y="2179639"/>
            <a:ext cx="5829300" cy="112553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C67A28-88DA-417C-AED9-366CB0901647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53452280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42900" y="914400"/>
            <a:ext cx="3028950" cy="3714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86150" y="914400"/>
            <a:ext cx="3028950" cy="3714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F6ED8A-5289-4B60-9C93-8C70F3AEC04D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79610449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6375"/>
            <a:ext cx="61722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900" y="1150938"/>
            <a:ext cx="3030141" cy="481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2900" y="1631951"/>
            <a:ext cx="3030141" cy="29622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83769" y="1150938"/>
            <a:ext cx="3031331" cy="481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83769" y="1631951"/>
            <a:ext cx="3031331" cy="29622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D1F446-E167-492C-885E-2CDCDA4AE901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9" name="Rectangle 9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595329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66E1E8-220B-44FB-99DF-E0B6577C4BB4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48950342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5A4F73-5FD3-4CC7-8A40-11EF4C22170D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591912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4789"/>
            <a:ext cx="2256235" cy="871537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81287" y="204789"/>
            <a:ext cx="3833813" cy="438943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42900" y="1076325"/>
            <a:ext cx="2256235" cy="351790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4F1705-5002-4239-BC15-1336B10E9745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86389627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4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344216" y="460375"/>
            <a:ext cx="41148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344216" y="4025900"/>
            <a:ext cx="4114800" cy="60325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F368A4-2891-4E36-AACF-5D850BBE69ED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18026427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91E5E5-5325-4B84-8786-9FA5E85F050A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85348455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72050" y="171450"/>
            <a:ext cx="1543050" cy="4457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42900" y="171450"/>
            <a:ext cx="4514850" cy="4457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776AA2-CEA7-47A4-9F97-40E982AF3F8E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98530269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14350" y="1598614"/>
            <a:ext cx="5829300" cy="1101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28700" y="2914650"/>
            <a:ext cx="48006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7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7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74BB63-8776-445E-A2A2-C4AAEC509455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57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3137341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7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7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8A226D-6D69-4075-BB54-C31D5AEFD1B0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57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79414291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1735" y="3305175"/>
            <a:ext cx="5829300" cy="1022350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1735" y="2179639"/>
            <a:ext cx="5829300" cy="112553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7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7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D97D86-5718-4E9D-918B-C116223388C9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57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81830500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42900" y="914400"/>
            <a:ext cx="3028950" cy="3714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86150" y="914400"/>
            <a:ext cx="3028950" cy="3714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7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7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0A73D6-B7DA-4A1C-A7AD-AD36276B045A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57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58226922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6375"/>
            <a:ext cx="61722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900" y="1150938"/>
            <a:ext cx="3030141" cy="481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2900" y="1631951"/>
            <a:ext cx="3030141" cy="29622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83769" y="1150938"/>
            <a:ext cx="3031331" cy="481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83769" y="1631951"/>
            <a:ext cx="3031331" cy="29622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7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57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0493C0-0CEA-49B4-A94E-538795BAFEA3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9" name="Rectangle 57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78385079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7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57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9CA47C-4D87-49F8-860F-04F76DEECB45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5" name="Rectangle 57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30207221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7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Rectangle 57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7294C0-F2BF-41E2-8208-85F5F6B842C0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4" name="Rectangle 57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48961206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4789"/>
            <a:ext cx="2256235" cy="871537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81287" y="204789"/>
            <a:ext cx="3833813" cy="438943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42900" y="1076325"/>
            <a:ext cx="2256235" cy="351790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7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7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279909-A4AD-4A56-8D48-0B9F00F1E705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57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95830825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4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344216" y="460375"/>
            <a:ext cx="41148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344216" y="4025900"/>
            <a:ext cx="4114800" cy="60325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7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7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D9E202-5D16-4D9F-9667-CA0034969039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57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61023819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7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7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8C19C4-6A6A-4FD6-9F9C-66FD9F35A764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57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87552164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72050" y="171450"/>
            <a:ext cx="1543050" cy="4457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42900" y="171450"/>
            <a:ext cx="4514850" cy="4457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7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7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877C21-FF66-44EB-A0BD-2B338B975AFA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57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72602455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14350" y="1598614"/>
            <a:ext cx="5829300" cy="1101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28700" y="2914650"/>
            <a:ext cx="48006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60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E75064-D0CE-4DA7-90EE-B22FEF954C53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61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19679987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0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BA5D7B-6F75-4A30-918C-FEB14DE6069F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61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3076888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1735" y="3305175"/>
            <a:ext cx="5829300" cy="1022350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1735" y="2179639"/>
            <a:ext cx="5829300" cy="112553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0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D5129A-3602-4C21-AE0B-C64708C314B0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61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33476637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42900" y="914400"/>
            <a:ext cx="3028950" cy="3714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86150" y="914400"/>
            <a:ext cx="3028950" cy="3714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0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0AC40F-6A29-4ADF-B1EA-7CA5353265CB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61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73735242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6375"/>
            <a:ext cx="61722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900" y="1150938"/>
            <a:ext cx="3030141" cy="481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2900" y="1631951"/>
            <a:ext cx="3030141" cy="29622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83769" y="1150938"/>
            <a:ext cx="3031331" cy="481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83769" y="1631951"/>
            <a:ext cx="3031331" cy="29622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0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6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5EEBBB-5C2D-4496-92AB-32B1C644D4A3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9" name="Rectangle 61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2319077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0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6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278942-B178-4333-80D4-EDB29F8F965E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5" name="Rectangle 61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41965524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0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Rectangle 6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BEE3C7-7F89-4969-AFAC-BAA348DF8323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4" name="Rectangle 61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68633185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4789"/>
            <a:ext cx="2256235" cy="871537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81287" y="204789"/>
            <a:ext cx="3833813" cy="438943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42900" y="1076325"/>
            <a:ext cx="2256235" cy="351790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0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0A1E12-5C44-41EA-AB5A-E0D37A2ABE79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61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58616263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4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344216" y="460375"/>
            <a:ext cx="41148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344216" y="4025900"/>
            <a:ext cx="4114800" cy="60325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0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87A85D-193D-4741-B6E2-AB7A48835EB9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61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37078223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0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3BD148-F92A-4504-ABA0-AE92DD446929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61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1138781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72050" y="171450"/>
            <a:ext cx="1543050" cy="4457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42900" y="171450"/>
            <a:ext cx="4514850" cy="4457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0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AA871A-1DAF-42C0-9C9D-D9D8E7DB11C3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61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05378853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14350" y="1598614"/>
            <a:ext cx="5829300" cy="1101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28700" y="2914650"/>
            <a:ext cx="48006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39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39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98F11C-BBB3-4295-870F-FBF2E2AF5EEF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39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55678580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39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39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72BBEF-6C88-4D78-98FB-5B445EFBFDDD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39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50904243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1735" y="3305175"/>
            <a:ext cx="5829300" cy="1022350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1735" y="2179639"/>
            <a:ext cx="5829300" cy="112553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39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39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6A16F4-84D8-42A7-9B87-E10A42376CCF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39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64288920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42900" y="914400"/>
            <a:ext cx="3028950" cy="3714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86150" y="914400"/>
            <a:ext cx="3028950" cy="3714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39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39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547562-141D-4526-840A-A18966492D33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39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6054817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6375"/>
            <a:ext cx="61722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900" y="1150938"/>
            <a:ext cx="3030141" cy="481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2900" y="1631951"/>
            <a:ext cx="3030141" cy="29622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83769" y="1150938"/>
            <a:ext cx="3031331" cy="481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83769" y="1631951"/>
            <a:ext cx="3031331" cy="29622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39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39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5421C6-420C-403F-BD98-190B6C475E11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9" name="Rectangle 39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71098847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39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39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032AF2-E9D8-44FA-BD40-EB277761C982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5" name="Rectangle 39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8346371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9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Rectangle 39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0327F1-FB54-4DE7-AC92-E60EC54B6358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4" name="Rectangle 39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94787275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4789"/>
            <a:ext cx="2256235" cy="871537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81287" y="204789"/>
            <a:ext cx="3833813" cy="438943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42900" y="1076325"/>
            <a:ext cx="2256235" cy="351790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39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39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0DC3B8-BA94-4F35-95C7-10BBD0E61368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39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97032392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4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344216" y="460375"/>
            <a:ext cx="41148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344216" y="4025900"/>
            <a:ext cx="4114800" cy="60325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39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39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2DAFAC-0E4A-4366-90C2-B45F82B0F6C9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39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65167754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39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39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6C33D2-4584-4A95-A668-A0B32827B706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39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77077961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72050" y="171450"/>
            <a:ext cx="1543050" cy="4457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42900" y="171450"/>
            <a:ext cx="4514850" cy="4457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39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39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37F968-B562-4256-BCE0-072FCC72D7ED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39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42556217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14350" y="1598614"/>
            <a:ext cx="5829300" cy="1101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28700" y="2914650"/>
            <a:ext cx="48006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4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5CAEE9-AB8E-4C4A-91C4-E49091F01D19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43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25891844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4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1176AB-5047-4D68-9901-40A9EE55CC9A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43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5575465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1735" y="3305175"/>
            <a:ext cx="5829300" cy="1022350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1735" y="2179639"/>
            <a:ext cx="5829300" cy="112553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4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82085D-ACF5-42D9-89E1-43902238B66F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43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21383356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42900" y="914400"/>
            <a:ext cx="3028950" cy="3714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86150" y="914400"/>
            <a:ext cx="3028950" cy="3714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4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737BF9-BEB2-466E-B72E-D8E0FEF61DB6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43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042822258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6375"/>
            <a:ext cx="61722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900" y="1150938"/>
            <a:ext cx="3030141" cy="481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2900" y="1631951"/>
            <a:ext cx="3030141" cy="29622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83769" y="1150938"/>
            <a:ext cx="3031331" cy="481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83769" y="1631951"/>
            <a:ext cx="3031331" cy="29622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4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D23C1D-E220-4762-A467-B39ECF17F66B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9" name="Rectangle 43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6399698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4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FD86E0-A04B-4BF3-A887-B62BBEDD5BEC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5" name="Rectangle 43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65640590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Rectangle 4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2141D5-BD96-448D-AE9F-9D7295A6D508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4" name="Rectangle 43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73071782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4789"/>
            <a:ext cx="2256235" cy="871537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81287" y="204789"/>
            <a:ext cx="3833813" cy="438943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42900" y="1076325"/>
            <a:ext cx="2256235" cy="351790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4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6637F4-E8F6-41C4-8980-F9B4864CD617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43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831544170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4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344216" y="460375"/>
            <a:ext cx="41148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344216" y="4025900"/>
            <a:ext cx="4114800" cy="60325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4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BD76A3-B098-4A76-B806-336A0DD2A1A1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43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21959703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4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3EE05-EEB5-455F-AC3E-C7E7A86206B4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43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48823167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72050" y="171450"/>
            <a:ext cx="1543050" cy="4457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42900" y="171450"/>
            <a:ext cx="4514850" cy="4457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4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03A625-88DE-448C-AF4D-758869756F9B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43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95448449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14350" y="1598614"/>
            <a:ext cx="5829300" cy="1101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28700" y="2914650"/>
            <a:ext cx="48006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71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7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1789EB-C264-4A73-B3A4-AE6E16211EEC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74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80971947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71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7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9B9050-805D-4F88-B975-A5ADBBEE4D8E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74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5201862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1735" y="3305175"/>
            <a:ext cx="5829300" cy="1022350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1735" y="2179639"/>
            <a:ext cx="5829300" cy="112553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71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7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4AD6B9-3BE5-4B18-A450-58AFFBA35167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74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312922843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42900" y="914400"/>
            <a:ext cx="3028950" cy="3714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86150" y="914400"/>
            <a:ext cx="3028950" cy="3714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71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7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201570-F447-4724-A420-F4FFC4176131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74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657108579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6375"/>
            <a:ext cx="61722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900" y="1150938"/>
            <a:ext cx="3030141" cy="481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2900" y="1631951"/>
            <a:ext cx="3030141" cy="29622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83769" y="1150938"/>
            <a:ext cx="3031331" cy="481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83769" y="1631951"/>
            <a:ext cx="3031331" cy="29622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71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7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F93D8E-DF99-451C-8BE6-C43BD7D3BE34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9" name="Rectangle 74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21933520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71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7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27F2FE-310A-4BA4-B33D-5DBE8F0F8E8B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5" name="Rectangle 74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71315059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1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Rectangle 7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4D4B78-076F-4EF5-ADA7-BC6FB69E562E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4" name="Rectangle 74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095333132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4789"/>
            <a:ext cx="2256235" cy="871537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81287" y="204789"/>
            <a:ext cx="3833813" cy="438943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42900" y="1076325"/>
            <a:ext cx="2256235" cy="351790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71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7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F76714-847A-4881-86D0-438A68275003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74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675910682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4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344216" y="460375"/>
            <a:ext cx="41148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344216" y="4025900"/>
            <a:ext cx="4114800" cy="60325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71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7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E30286-6D1F-42B0-B26A-AF4DA97C9822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74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943943758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71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7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C83024-11A7-4556-A529-10B0B11963B3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74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19015437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72050" y="171450"/>
            <a:ext cx="1543050" cy="4457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42900" y="171450"/>
            <a:ext cx="4514850" cy="4457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71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7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46D137-E403-4FCF-9646-E0E6ED7A5B8F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74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086001614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14350" y="1598614"/>
            <a:ext cx="5829300" cy="1101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28700" y="2914650"/>
            <a:ext cx="48006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8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49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18010C-1C5E-453C-A9AF-6287B4D057BD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49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215255356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8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49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25BF66-6413-4172-A581-75A9DE996D92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49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536386147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1735" y="3305175"/>
            <a:ext cx="5829300" cy="1022350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1735" y="2179639"/>
            <a:ext cx="5829300" cy="112553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8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49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FF2C49-BF00-4B0D-979B-D59B9D02F3E4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49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737887632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42900" y="914400"/>
            <a:ext cx="3028950" cy="3714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86150" y="914400"/>
            <a:ext cx="3028950" cy="3714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8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49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AB0997-A298-49E3-AB88-BA302A80875D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49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30322462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6375"/>
            <a:ext cx="61722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900" y="1150938"/>
            <a:ext cx="3030141" cy="481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2900" y="1631951"/>
            <a:ext cx="3030141" cy="29622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83769" y="1150938"/>
            <a:ext cx="3031331" cy="481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83769" y="1631951"/>
            <a:ext cx="3031331" cy="29622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8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49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11B2D9-574C-42B5-AAF4-BCE927196FDF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9" name="Rectangle 49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136752067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8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49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0D6E26-7E81-4989-95E6-E33CA2E8B8B4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5" name="Rectangle 49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27847651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8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Rectangle 49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3D1383-7473-4841-BB86-A89DD2A876B3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4" name="Rectangle 49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593563489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4789"/>
            <a:ext cx="2256235" cy="871537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81287" y="204789"/>
            <a:ext cx="3833813" cy="438943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42900" y="1076325"/>
            <a:ext cx="2256235" cy="351790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8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49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B2B2A2-2E99-4730-9E0D-ED69DCFCBF7F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49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767616775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4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344216" y="460375"/>
            <a:ext cx="41148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344216" y="4025900"/>
            <a:ext cx="4114800" cy="60325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8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49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3603F6-0CEB-4F08-BEF1-20B53B086E03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49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452442042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8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49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D07B4D-C547-4E91-A4EA-E25CDF6BDF13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49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119509999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72050" y="171450"/>
            <a:ext cx="1543050" cy="4457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42900" y="171450"/>
            <a:ext cx="4514850" cy="4457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8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49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3B22E3-4992-4B14-9BFB-5B7F4E7C22AE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49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268206366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14350" y="1598614"/>
            <a:ext cx="5829300" cy="1101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28700" y="2914650"/>
            <a:ext cx="48006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25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25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091E4A-76CC-4B0D-B528-CEF53C4D98C2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25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019922238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5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25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C8A22B-31F7-47AD-B3A0-36447F6AF845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25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440853414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1735" y="3305175"/>
            <a:ext cx="5829300" cy="1022350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1735" y="2179639"/>
            <a:ext cx="5829300" cy="112553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5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25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C71B87-363E-484F-8F6F-E6DE650E63D5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25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417725598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42900" y="914400"/>
            <a:ext cx="3028950" cy="3714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86150" y="914400"/>
            <a:ext cx="3028950" cy="3714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5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25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677459-2EF0-4391-9FA5-908BBB6506E9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25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196560707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6375"/>
            <a:ext cx="61722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900" y="1150938"/>
            <a:ext cx="3030141" cy="481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2900" y="1631951"/>
            <a:ext cx="3030141" cy="29622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83769" y="1150938"/>
            <a:ext cx="3031331" cy="481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83769" y="1631951"/>
            <a:ext cx="3031331" cy="29622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5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25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EE5DA5-BA29-4AC0-8085-A31E419EB355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9" name="Rectangle 25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665717171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5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25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249F9C-7354-4367-8A64-071CC5EBC87B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5" name="Rectangle 25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512658626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5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Rectangle 25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0F3EAA-4B55-4CEE-B33E-DFFFB6125DBA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4" name="Rectangle 25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87195004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4789"/>
            <a:ext cx="2256235" cy="871537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81287" y="204789"/>
            <a:ext cx="3833813" cy="438943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42900" y="1076325"/>
            <a:ext cx="2256235" cy="351790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5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25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E36D1C-F1DC-405F-8DE2-7789ABB436A3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25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175656411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4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344216" y="460375"/>
            <a:ext cx="41148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344216" y="4025900"/>
            <a:ext cx="4114800" cy="60325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5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25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1FC305-D2CD-46C2-A636-B3D152C9DB64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25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574540158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5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25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A26ACF-4E60-4747-AD1A-5541ECFC8561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25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01036877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72050" y="171450"/>
            <a:ext cx="1543050" cy="4457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42900" y="171450"/>
            <a:ext cx="4514850" cy="4457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5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25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077594-DBBE-423D-9147-3186422A030A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25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748858801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14350" y="1598614"/>
            <a:ext cx="5829300" cy="1101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28700" y="2914650"/>
            <a:ext cx="48006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21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22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5F7474-E7A7-4A76-B958-F8A0BFC64C4C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22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019255378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1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22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5B2DF7-AFAD-4F74-8E5A-297F63F59CD0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22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846755603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1735" y="3305175"/>
            <a:ext cx="5829300" cy="1022350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1735" y="2179639"/>
            <a:ext cx="5829300" cy="112553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1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22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14773C-4CCF-4389-98B7-1E00808AF10F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22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285809297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42900" y="914400"/>
            <a:ext cx="3028950" cy="3714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86150" y="914400"/>
            <a:ext cx="3028950" cy="3714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1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22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A15FC3-F820-43E0-9FD6-1424BC5647F4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22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62587182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6375"/>
            <a:ext cx="61722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900" y="1150938"/>
            <a:ext cx="3030141" cy="481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2900" y="1631951"/>
            <a:ext cx="3030141" cy="29622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83769" y="1150938"/>
            <a:ext cx="3031331" cy="481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83769" y="1631951"/>
            <a:ext cx="3031331" cy="29622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1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22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23535F-20D9-4923-92DB-F7BAEDA00AC7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9" name="Rectangle 22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982166840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1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22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C92D16-FE73-4F01-B404-595438F7A9F0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5" name="Rectangle 22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724133446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1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Rectangle 22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E6F126-A686-4D9A-92CA-6573219E0C30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4" name="Rectangle 22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808421099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4789"/>
            <a:ext cx="2256235" cy="871537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81287" y="204789"/>
            <a:ext cx="3833813" cy="438943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42900" y="1076325"/>
            <a:ext cx="2256235" cy="351790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1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22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AC09FF-93E2-4D92-B620-77056FA8A7C0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22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59056127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4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344216" y="460375"/>
            <a:ext cx="41148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344216" y="4025900"/>
            <a:ext cx="4114800" cy="60325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1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22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81E08C-0BC3-46C7-B4F6-E7866374D745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22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810970049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1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22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B8A2D2-CE04-4581-B32D-D2690699C7EE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22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20196245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72050" y="171450"/>
            <a:ext cx="1543050" cy="4457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42900" y="171450"/>
            <a:ext cx="4514850" cy="4457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1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22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7E2E0F-724C-4F04-99BC-31E7D6075D24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22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986987300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14350" y="1598614"/>
            <a:ext cx="5829300" cy="1101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28700" y="2914650"/>
            <a:ext cx="48006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32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32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6F673-399B-47EA-B1C5-4B6B17F984B7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32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91836901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32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32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25EECC-03D9-4E1A-9578-28AA91CC242C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32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696569475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1735" y="3305175"/>
            <a:ext cx="5829300" cy="1022350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1735" y="2179639"/>
            <a:ext cx="5829300" cy="112553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32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32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302132-F721-489C-9F9A-47CABA78223D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32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729142211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42900" y="914400"/>
            <a:ext cx="3028950" cy="3714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86150" y="914400"/>
            <a:ext cx="3028950" cy="3714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32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32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DA53FA-522B-4F0D-8A78-DF788D23BA69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32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356884767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6375"/>
            <a:ext cx="61722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900" y="1150938"/>
            <a:ext cx="3030141" cy="481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2900" y="1631951"/>
            <a:ext cx="3030141" cy="29622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83769" y="1150938"/>
            <a:ext cx="3031331" cy="481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83769" y="1631951"/>
            <a:ext cx="3031331" cy="29622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32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32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7DAE46-A02C-475E-BB26-B83763A45FE6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9" name="Rectangle 32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462905715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32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32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0C1820-E9F1-4A55-B699-EDB20F348D20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5" name="Rectangle 32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393871943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2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Rectangle 32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132790-9E95-4847-B7D3-5A774C202D3C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4" name="Rectangle 32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264500665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4789"/>
            <a:ext cx="2256235" cy="871537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81287" y="204789"/>
            <a:ext cx="3833813" cy="438943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42900" y="1076325"/>
            <a:ext cx="2256235" cy="351790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32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32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880C73-2AAB-4030-939C-E01124FE58FA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32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195842544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4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344216" y="460375"/>
            <a:ext cx="41148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344216" y="4025900"/>
            <a:ext cx="4114800" cy="60325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32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32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4CF696-ACEB-4D5A-A737-3E466B30510D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32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428063732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32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32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B24BA3-6A08-43E3-A60C-D8DF12D4DAEC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32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865910958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72050" y="171450"/>
            <a:ext cx="1543050" cy="4457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42900" y="171450"/>
            <a:ext cx="4514850" cy="4457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32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32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A7F957-2970-4BC6-97EB-F59613B91DF4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32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812004753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14350" y="1598614"/>
            <a:ext cx="5829300" cy="1101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28700" y="2914650"/>
            <a:ext cx="48006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28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29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21BBFA-9EAC-41D4-A3AA-04C0E2966421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29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455614971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8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29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676229-D3B0-4733-BB3A-0E271CF4DBAC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29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096582328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1735" y="3305175"/>
            <a:ext cx="5829300" cy="1022350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1735" y="2179639"/>
            <a:ext cx="5829300" cy="112553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8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29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1346CA-E322-4A6A-816F-FE8A9B875FA5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29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80988050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42900" y="914400"/>
            <a:ext cx="3028950" cy="3714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86150" y="914400"/>
            <a:ext cx="3028950" cy="3714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8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29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25756B-D6A9-4153-AE13-6C562D072EFE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29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866367729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6375"/>
            <a:ext cx="61722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900" y="1150938"/>
            <a:ext cx="3030141" cy="481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2900" y="1631951"/>
            <a:ext cx="3030141" cy="29622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83769" y="1150938"/>
            <a:ext cx="3031331" cy="481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83769" y="1631951"/>
            <a:ext cx="3031331" cy="29622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8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29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C7749D-2A68-4BAB-B027-6A910D853C0A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9" name="Rectangle 29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180479928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8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29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623A7E-3C1E-4C47-B865-A55544DA26AA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5" name="Rectangle 29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350077538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Rectangle 29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545303-C3E6-49D3-9B68-E7126FC8ECCC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4" name="Rectangle 29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152259294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4789"/>
            <a:ext cx="2256235" cy="871537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81287" y="204789"/>
            <a:ext cx="3833813" cy="438943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42900" y="1076325"/>
            <a:ext cx="2256235" cy="351790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8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29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38F409-C66E-4D33-A906-A5F49985593B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29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869116081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4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344216" y="460375"/>
            <a:ext cx="41148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344216" y="4025900"/>
            <a:ext cx="4114800" cy="60325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8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29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34F730-23EA-4A00-9DEE-2AFAD67052EA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29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101317709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8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29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5EA85B-7152-49C1-B16C-884222C09690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29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796728466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72050" y="171450"/>
            <a:ext cx="1543050" cy="4457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42900" y="171450"/>
            <a:ext cx="4514850" cy="4457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8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29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8E1307-75F5-4911-8522-B417E687AE78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29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616234535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14350" y="1598614"/>
            <a:ext cx="5829300" cy="1101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28700" y="2914650"/>
            <a:ext cx="48006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18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18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16DA4F-1E80-4DB6-AAA5-85AEDA3D84ED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18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220964130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8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18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8A4931-834A-42E9-BD91-92B5244540A7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18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627219378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1735" y="3305175"/>
            <a:ext cx="5829300" cy="1022350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1735" y="2179639"/>
            <a:ext cx="5829300" cy="112553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8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18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AA885B-33D9-4B13-971B-D461637D8575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18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749042907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42900" y="914400"/>
            <a:ext cx="3028950" cy="3714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86150" y="914400"/>
            <a:ext cx="3028950" cy="3714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8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8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7776CD-A802-41F3-9D55-6748B003D14C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18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558078524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6375"/>
            <a:ext cx="61722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900" y="1150938"/>
            <a:ext cx="3030141" cy="481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2900" y="1631951"/>
            <a:ext cx="3030141" cy="29622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83769" y="1150938"/>
            <a:ext cx="3031331" cy="481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83769" y="1631951"/>
            <a:ext cx="3031331" cy="29622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8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18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8DFD9A-1931-4FC2-AFD1-D64AFB2DEC8D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9" name="Rectangle 18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730305686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8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18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83E3B6-F632-49E3-B207-6A1CA0201355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5" name="Rectangle 18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659445020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8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Rectangle 18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63FB63-19A2-4DD6-97AB-DA351743B538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4" name="Rectangle 18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989768678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4789"/>
            <a:ext cx="2256235" cy="871537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81287" y="204789"/>
            <a:ext cx="3833813" cy="438943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42900" y="1076325"/>
            <a:ext cx="2256235" cy="351790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8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8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62FD77-667A-4514-9C1C-AEAED2AF6CDE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18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939110121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4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344216" y="460375"/>
            <a:ext cx="41148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344216" y="4025900"/>
            <a:ext cx="4114800" cy="60325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8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8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411438-33F1-437D-B698-BCC0DF5724C2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18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272475993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8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18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3DBDA3-E9EA-44FA-9A62-6AA180AE3D7A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18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748358597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72050" y="171450"/>
            <a:ext cx="1543050" cy="4457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42900" y="171450"/>
            <a:ext cx="4514850" cy="4457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8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18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C1C6DB-D89E-4E4E-B68B-AED4137012A0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18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36628045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14350" y="1598614"/>
            <a:ext cx="5829300" cy="1101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28700" y="2914650"/>
            <a:ext cx="48006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1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00B51C-43D8-4ED0-99F6-F7818A98D492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21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964722532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DC2152-ACF9-48A8-9E5D-D694335EE495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21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883858321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1735" y="3305175"/>
            <a:ext cx="5829300" cy="1022350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1735" y="2179639"/>
            <a:ext cx="5829300" cy="112553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8A9A9F-4EDB-4E90-84D7-CAA8D5334BCD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21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186042739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42900" y="914400"/>
            <a:ext cx="3028950" cy="3714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86150" y="914400"/>
            <a:ext cx="3028950" cy="3714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687401-DC4B-4A51-98EC-F04F73BDD34E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21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268285349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6375"/>
            <a:ext cx="61722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900" y="1150938"/>
            <a:ext cx="3030141" cy="481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2900" y="1631951"/>
            <a:ext cx="3030141" cy="29622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83769" y="1150938"/>
            <a:ext cx="3031331" cy="481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83769" y="1631951"/>
            <a:ext cx="3031331" cy="29622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1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D5FC12-468D-421D-AC1F-73BE33BE1B0E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9" name="Rectangle 21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32666087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F5F68F-D6D3-4122-AF01-04D6BFAF5F13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5" name="Rectangle 21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280904488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D05606-D435-4D67-8D6C-D18296FD7765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4" name="Rectangle 21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92098755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4789"/>
            <a:ext cx="2256235" cy="871537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81287" y="204789"/>
            <a:ext cx="3833813" cy="438943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42900" y="1076325"/>
            <a:ext cx="2256235" cy="351790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A372DE-38A1-4211-8D3B-A2F91BFEA159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21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864375285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4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344216" y="460375"/>
            <a:ext cx="41148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344216" y="4025900"/>
            <a:ext cx="4114800" cy="60325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EA5EA2-9D1B-4039-8652-09B6A3D728F8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21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758803788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811610-E609-4231-AC9B-C65A63E914F8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21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413312587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72050" y="171450"/>
            <a:ext cx="1543050" cy="4457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42900" y="171450"/>
            <a:ext cx="4514850" cy="4457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5812E7-1E6E-4AD2-9B26-8EFBE764D0FF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21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785553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oleObject" Target="../embeddings/oleObject2.bin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oleObject" Target="../embeddings/oleObject3.bin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6.png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oleObject" Target="../embeddings/oleObject4.bin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image" Target="../media/image6.png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1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oleObject" Target="../embeddings/oleObject5.bin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5" Type="http://schemas.openxmlformats.org/officeDocument/2006/relationships/image" Target="../media/image6.png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image" Target="../media/image1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oleObject" Target="../embeddings/oleObject6.bin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image" Target="../media/image1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13" Type="http://schemas.openxmlformats.org/officeDocument/2006/relationships/oleObject" Target="../embeddings/oleObject7.bin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Relationship Id="rId14" Type="http://schemas.openxmlformats.org/officeDocument/2006/relationships/image" Target="../media/image1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oleObject" Target="../embeddings/oleObject8.bin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Relationship Id="rId14" Type="http://schemas.openxmlformats.org/officeDocument/2006/relationships/image" Target="../media/image1.png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13" Type="http://schemas.openxmlformats.org/officeDocument/2006/relationships/oleObject" Target="../embeddings/oleObject9.bin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Relationship Id="rId14" Type="http://schemas.openxmlformats.org/officeDocument/2006/relationships/image" Target="../media/image1.png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13" Type="http://schemas.openxmlformats.org/officeDocument/2006/relationships/oleObject" Target="../embeddings/oleObject10.bin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Relationship Id="rId14" Type="http://schemas.openxmlformats.org/officeDocument/2006/relationships/image" Target="../media/image1.png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8.xml"/><Relationship Id="rId13" Type="http://schemas.openxmlformats.org/officeDocument/2006/relationships/oleObject" Target="../embeddings/oleObject11.bin"/><Relationship Id="rId3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7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21.xml"/><Relationship Id="rId5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9.xml"/><Relationship Id="rId14" Type="http://schemas.openxmlformats.org/officeDocument/2006/relationships/image" Target="../media/image1.png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9.xml"/><Relationship Id="rId13" Type="http://schemas.openxmlformats.org/officeDocument/2006/relationships/oleObject" Target="../embeddings/oleObject12.bin"/><Relationship Id="rId3" Type="http://schemas.openxmlformats.org/officeDocument/2006/relationships/slideLayout" Target="../slideLayouts/slideLayout124.xml"/><Relationship Id="rId7" Type="http://schemas.openxmlformats.org/officeDocument/2006/relationships/slideLayout" Target="../slideLayouts/slideLayout128.xml"/><Relationship Id="rId12" Type="http://schemas.openxmlformats.org/officeDocument/2006/relationships/theme" Target="../theme/theme12.xml"/><Relationship Id="rId2" Type="http://schemas.openxmlformats.org/officeDocument/2006/relationships/slideLayout" Target="../slideLayouts/slideLayout123.xml"/><Relationship Id="rId1" Type="http://schemas.openxmlformats.org/officeDocument/2006/relationships/slideLayout" Target="../slideLayouts/slideLayout122.xml"/><Relationship Id="rId6" Type="http://schemas.openxmlformats.org/officeDocument/2006/relationships/slideLayout" Target="../slideLayouts/slideLayout127.xml"/><Relationship Id="rId11" Type="http://schemas.openxmlformats.org/officeDocument/2006/relationships/slideLayout" Target="../slideLayouts/slideLayout132.xml"/><Relationship Id="rId5" Type="http://schemas.openxmlformats.org/officeDocument/2006/relationships/slideLayout" Target="../slideLayouts/slideLayout126.xml"/><Relationship Id="rId10" Type="http://schemas.openxmlformats.org/officeDocument/2006/relationships/slideLayout" Target="../slideLayouts/slideLayout131.xml"/><Relationship Id="rId4" Type="http://schemas.openxmlformats.org/officeDocument/2006/relationships/slideLayout" Target="../slideLayouts/slideLayout125.xml"/><Relationship Id="rId9" Type="http://schemas.openxmlformats.org/officeDocument/2006/relationships/slideLayout" Target="../slideLayouts/slideLayout130.xml"/><Relationship Id="rId14" Type="http://schemas.openxmlformats.org/officeDocument/2006/relationships/image" Target="../media/image1.png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0.xml"/><Relationship Id="rId13" Type="http://schemas.openxmlformats.org/officeDocument/2006/relationships/oleObject" Target="../embeddings/oleObject13.bin"/><Relationship Id="rId3" Type="http://schemas.openxmlformats.org/officeDocument/2006/relationships/slideLayout" Target="../slideLayouts/slideLayout135.xml"/><Relationship Id="rId7" Type="http://schemas.openxmlformats.org/officeDocument/2006/relationships/slideLayout" Target="../slideLayouts/slideLayout139.xml"/><Relationship Id="rId12" Type="http://schemas.openxmlformats.org/officeDocument/2006/relationships/theme" Target="../theme/theme13.xml"/><Relationship Id="rId2" Type="http://schemas.openxmlformats.org/officeDocument/2006/relationships/slideLayout" Target="../slideLayouts/slideLayout134.xml"/><Relationship Id="rId1" Type="http://schemas.openxmlformats.org/officeDocument/2006/relationships/slideLayout" Target="../slideLayouts/slideLayout133.xml"/><Relationship Id="rId6" Type="http://schemas.openxmlformats.org/officeDocument/2006/relationships/slideLayout" Target="../slideLayouts/slideLayout138.xml"/><Relationship Id="rId11" Type="http://schemas.openxmlformats.org/officeDocument/2006/relationships/slideLayout" Target="../slideLayouts/slideLayout143.xml"/><Relationship Id="rId5" Type="http://schemas.openxmlformats.org/officeDocument/2006/relationships/slideLayout" Target="../slideLayouts/slideLayout137.xml"/><Relationship Id="rId10" Type="http://schemas.openxmlformats.org/officeDocument/2006/relationships/slideLayout" Target="../slideLayouts/slideLayout142.xml"/><Relationship Id="rId4" Type="http://schemas.openxmlformats.org/officeDocument/2006/relationships/slideLayout" Target="../slideLayouts/slideLayout136.xml"/><Relationship Id="rId9" Type="http://schemas.openxmlformats.org/officeDocument/2006/relationships/slideLayout" Target="../slideLayouts/slideLayout141.xml"/><Relationship Id="rId14" Type="http://schemas.openxmlformats.org/officeDocument/2006/relationships/image" Target="../media/image1.png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1.xml"/><Relationship Id="rId13" Type="http://schemas.openxmlformats.org/officeDocument/2006/relationships/oleObject" Target="../embeddings/oleObject14.bin"/><Relationship Id="rId3" Type="http://schemas.openxmlformats.org/officeDocument/2006/relationships/slideLayout" Target="../slideLayouts/slideLayout146.xml"/><Relationship Id="rId7" Type="http://schemas.openxmlformats.org/officeDocument/2006/relationships/slideLayout" Target="../slideLayouts/slideLayout150.xml"/><Relationship Id="rId12" Type="http://schemas.openxmlformats.org/officeDocument/2006/relationships/theme" Target="../theme/theme14.xml"/><Relationship Id="rId2" Type="http://schemas.openxmlformats.org/officeDocument/2006/relationships/slideLayout" Target="../slideLayouts/slideLayout145.xml"/><Relationship Id="rId1" Type="http://schemas.openxmlformats.org/officeDocument/2006/relationships/slideLayout" Target="../slideLayouts/slideLayout144.xml"/><Relationship Id="rId6" Type="http://schemas.openxmlformats.org/officeDocument/2006/relationships/slideLayout" Target="../slideLayouts/slideLayout149.xml"/><Relationship Id="rId11" Type="http://schemas.openxmlformats.org/officeDocument/2006/relationships/slideLayout" Target="../slideLayouts/slideLayout154.xml"/><Relationship Id="rId5" Type="http://schemas.openxmlformats.org/officeDocument/2006/relationships/slideLayout" Target="../slideLayouts/slideLayout148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53.xml"/><Relationship Id="rId4" Type="http://schemas.openxmlformats.org/officeDocument/2006/relationships/slideLayout" Target="../slideLayouts/slideLayout147.xml"/><Relationship Id="rId9" Type="http://schemas.openxmlformats.org/officeDocument/2006/relationships/slideLayout" Target="../slideLayouts/slideLayout152.xml"/><Relationship Id="rId14" Type="http://schemas.openxmlformats.org/officeDocument/2006/relationships/image" Target="../media/image1.png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2.xml"/><Relationship Id="rId13" Type="http://schemas.openxmlformats.org/officeDocument/2006/relationships/oleObject" Target="../embeddings/oleObject15.bin"/><Relationship Id="rId3" Type="http://schemas.openxmlformats.org/officeDocument/2006/relationships/slideLayout" Target="../slideLayouts/slideLayout157.xml"/><Relationship Id="rId7" Type="http://schemas.openxmlformats.org/officeDocument/2006/relationships/slideLayout" Target="../slideLayouts/slideLayout161.xml"/><Relationship Id="rId12" Type="http://schemas.openxmlformats.org/officeDocument/2006/relationships/theme" Target="../theme/theme15.xml"/><Relationship Id="rId2" Type="http://schemas.openxmlformats.org/officeDocument/2006/relationships/slideLayout" Target="../slideLayouts/slideLayout156.xml"/><Relationship Id="rId1" Type="http://schemas.openxmlformats.org/officeDocument/2006/relationships/slideLayout" Target="../slideLayouts/slideLayout155.xml"/><Relationship Id="rId6" Type="http://schemas.openxmlformats.org/officeDocument/2006/relationships/slideLayout" Target="../slideLayouts/slideLayout160.xml"/><Relationship Id="rId11" Type="http://schemas.openxmlformats.org/officeDocument/2006/relationships/slideLayout" Target="../slideLayouts/slideLayout165.xml"/><Relationship Id="rId5" Type="http://schemas.openxmlformats.org/officeDocument/2006/relationships/slideLayout" Target="../slideLayouts/slideLayout159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64.xml"/><Relationship Id="rId4" Type="http://schemas.openxmlformats.org/officeDocument/2006/relationships/slideLayout" Target="../slideLayouts/slideLayout158.xml"/><Relationship Id="rId9" Type="http://schemas.openxmlformats.org/officeDocument/2006/relationships/slideLayout" Target="../slideLayouts/slideLayout163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Freeform 1377"/>
          <p:cNvSpPr>
            <a:spLocks noChangeArrowheads="1"/>
          </p:cNvSpPr>
          <p:nvPr/>
        </p:nvSpPr>
        <p:spPr bwMode="auto">
          <a:xfrm>
            <a:off x="-1191" y="4810126"/>
            <a:ext cx="3153966" cy="333375"/>
          </a:xfrm>
          <a:custGeom>
            <a:avLst/>
            <a:gdLst>
              <a:gd name="T0" fmla="*/ 2147483646 w 2649"/>
              <a:gd name="T1" fmla="*/ 2147483646 h 280"/>
              <a:gd name="T2" fmla="*/ 2147483646 w 2649"/>
              <a:gd name="T3" fmla="*/ 2147483646 h 280"/>
              <a:gd name="T4" fmla="*/ 2147483646 w 2649"/>
              <a:gd name="T5" fmla="*/ 0 h 280"/>
              <a:gd name="T6" fmla="*/ 0 w 2649"/>
              <a:gd name="T7" fmla="*/ 2147483646 h 280"/>
              <a:gd name="T8" fmla="*/ 2147483646 w 2649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Freeform 1378"/>
          <p:cNvSpPr>
            <a:spLocks noChangeArrowheads="1"/>
          </p:cNvSpPr>
          <p:nvPr/>
        </p:nvSpPr>
        <p:spPr bwMode="auto">
          <a:xfrm>
            <a:off x="3699273" y="4752976"/>
            <a:ext cx="3158728" cy="390525"/>
          </a:xfrm>
          <a:custGeom>
            <a:avLst/>
            <a:gdLst>
              <a:gd name="T0" fmla="*/ 0 w 2653"/>
              <a:gd name="T1" fmla="*/ 2147483646 h 328"/>
              <a:gd name="T2" fmla="*/ 2147483646 w 2653"/>
              <a:gd name="T3" fmla="*/ 2147483646 h 328"/>
              <a:gd name="T4" fmla="*/ 2147483646 w 2653"/>
              <a:gd name="T5" fmla="*/ 0 h 328"/>
              <a:gd name="T6" fmla="*/ 2147483646 w 2653"/>
              <a:gd name="T7" fmla="*/ 2147483646 h 328"/>
              <a:gd name="T8" fmla="*/ 0 w 2653"/>
              <a:gd name="T9" fmla="*/ 2147483646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028" name="Object 2073"/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3" imgW="4101587" imgH="406063" progId="Photoshop.Image.6">
                  <p:embed/>
                </p:oleObj>
              </mc:Choice>
              <mc:Fallback>
                <p:oleObj name="Image" r:id="rId13" imgW="4101587" imgH="406063" progId="Photoshop.Image.6">
                  <p:embed/>
                  <p:pic>
                    <p:nvPicPr>
                      <p:cNvPr id="0" name="Object 20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" name="Freeform 1379"/>
          <p:cNvSpPr>
            <a:spLocks noChangeArrowheads="1"/>
          </p:cNvSpPr>
          <p:nvPr/>
        </p:nvSpPr>
        <p:spPr bwMode="auto">
          <a:xfrm flipH="1">
            <a:off x="1" y="595314"/>
            <a:ext cx="2726531" cy="333375"/>
          </a:xfrm>
          <a:custGeom>
            <a:avLst/>
            <a:gdLst>
              <a:gd name="T0" fmla="*/ 0 w 2096"/>
              <a:gd name="T1" fmla="*/ 2147483646 h 280"/>
              <a:gd name="T2" fmla="*/ 2147483646 w 2096"/>
              <a:gd name="T3" fmla="*/ 2147483646 h 280"/>
              <a:gd name="T4" fmla="*/ 2147483646 w 2096"/>
              <a:gd name="T5" fmla="*/ 2147483646 h 280"/>
              <a:gd name="T6" fmla="*/ 2147483646 w 2096"/>
              <a:gd name="T7" fmla="*/ 0 h 280"/>
              <a:gd name="T8" fmla="*/ 0 w 2096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0" name="Freeform 1380"/>
          <p:cNvSpPr>
            <a:spLocks noChangeArrowheads="1"/>
          </p:cNvSpPr>
          <p:nvPr/>
        </p:nvSpPr>
        <p:spPr bwMode="auto">
          <a:xfrm>
            <a:off x="0" y="0"/>
            <a:ext cx="6858000" cy="609600"/>
          </a:xfrm>
          <a:custGeom>
            <a:avLst/>
            <a:gdLst>
              <a:gd name="T0" fmla="*/ 0 w 5760"/>
              <a:gd name="T1" fmla="*/ 2147483646 h 512"/>
              <a:gd name="T2" fmla="*/ 2147483646 w 5760"/>
              <a:gd name="T3" fmla="*/ 2147483646 h 512"/>
              <a:gd name="T4" fmla="*/ 2147483646 w 5760"/>
              <a:gd name="T5" fmla="*/ 0 h 512"/>
              <a:gd name="T6" fmla="*/ 2147483646 w 5760"/>
              <a:gd name="T7" fmla="*/ 2147483646 h 512"/>
              <a:gd name="T8" fmla="*/ 0 w 5760"/>
              <a:gd name="T9" fmla="*/ 2147483646 h 512"/>
              <a:gd name="T10" fmla="*/ 0 w 5760"/>
              <a:gd name="T11" fmla="*/ 2147483646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</a:path>
            </a:pathLst>
          </a:custGeom>
          <a:gradFill rotWithShape="1">
            <a:gsLst>
              <a:gs pos="0">
                <a:srgbClr val="143DA2"/>
              </a:gs>
              <a:gs pos="50000">
                <a:srgbClr val="091C4B"/>
              </a:gs>
              <a:gs pos="100000">
                <a:srgbClr val="143DA2"/>
              </a:gs>
              <a:gs pos="100000">
                <a:srgbClr val="143DA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1" name="Rectangle 1381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914400"/>
            <a:ext cx="6172200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  <a:endParaRPr lang="en-US" altLang="en-US"/>
          </a:p>
          <a:p>
            <a:pPr lvl="1"/>
            <a:r>
              <a:rPr lang="zh-CN" altLang="en-US"/>
              <a:t>第二级</a:t>
            </a:r>
            <a:endParaRPr lang="en-US" altLang="en-US"/>
          </a:p>
          <a:p>
            <a:pPr lvl="2"/>
            <a:r>
              <a:rPr lang="zh-CN" altLang="en-US"/>
              <a:t>第三级</a:t>
            </a:r>
            <a:endParaRPr lang="en-US" altLang="en-US"/>
          </a:p>
          <a:p>
            <a:pPr lvl="3"/>
            <a:r>
              <a:rPr lang="zh-CN" altLang="en-US"/>
              <a:t>第四级</a:t>
            </a:r>
            <a:endParaRPr lang="en-US" altLang="en-US"/>
          </a:p>
          <a:p>
            <a:pPr lvl="4"/>
            <a:r>
              <a:rPr lang="zh-CN" altLang="en-US"/>
              <a:t>第五级</a:t>
            </a:r>
            <a:endParaRPr lang="en-US" altLang="en-US"/>
          </a:p>
        </p:txBody>
      </p:sp>
      <p:sp>
        <p:nvSpPr>
          <p:cNvPr id="1048934" name="Rectangle 138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14950" y="4972050"/>
            <a:ext cx="1485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 b="1" i="1">
                <a:solidFill>
                  <a:srgbClr val="FFFFFF"/>
                </a:solidFill>
                <a:latin typeface="Arial" charset="0"/>
                <a:ea typeface="+mn-ea"/>
                <a:sym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48935" name="Rectangle 138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86100" y="5029200"/>
            <a:ext cx="62865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750" b="1" i="1">
                <a:solidFill>
                  <a:srgbClr val="692AA2"/>
                </a:solidFill>
              </a:defRPr>
            </a:lvl1pPr>
          </a:lstStyle>
          <a:p>
            <a:pPr>
              <a:defRPr/>
            </a:pPr>
            <a:fld id="{7834417B-56B6-4129-A563-4D0C061206C6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1034" name="Rectangle 1384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171450"/>
            <a:ext cx="53721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1048937" name="Rectangle 138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85750" y="4914901"/>
            <a:ext cx="1257300" cy="16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 b="1" i="1">
                <a:solidFill>
                  <a:srgbClr val="FFFFFF"/>
                </a:solidFill>
                <a:latin typeface="Verdana" pitchFamily="34" charset="0"/>
                <a:ea typeface="+mn-ea"/>
                <a:sym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36" name="Freeform 1386"/>
          <p:cNvSpPr>
            <a:spLocks noChangeArrowheads="1"/>
          </p:cNvSpPr>
          <p:nvPr/>
        </p:nvSpPr>
        <p:spPr bwMode="auto">
          <a:xfrm>
            <a:off x="3733800" y="600076"/>
            <a:ext cx="3124200" cy="333375"/>
          </a:xfrm>
          <a:custGeom>
            <a:avLst/>
            <a:gdLst>
              <a:gd name="T0" fmla="*/ 0 w 2624"/>
              <a:gd name="T1" fmla="*/ 2147483646 h 280"/>
              <a:gd name="T2" fmla="*/ 2147483646 w 2624"/>
              <a:gd name="T3" fmla="*/ 2147483646 h 280"/>
              <a:gd name="T4" fmla="*/ 2147483646 w 2624"/>
              <a:gd name="T5" fmla="*/ 2147483646 h 280"/>
              <a:gd name="T6" fmla="*/ 2147483646 w 2624"/>
              <a:gd name="T7" fmla="*/ 0 h 280"/>
              <a:gd name="T8" fmla="*/ 0 w 2624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037" name="Picture 2074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2873" y="4948238"/>
            <a:ext cx="944165" cy="165100"/>
          </a:xfrm>
          <a:prstGeom prst="rect">
            <a:avLst/>
          </a:prstGeom>
          <a:noFill/>
          <a:ln>
            <a:noFill/>
          </a:ln>
          <a:effectLst>
            <a:outerShdw dist="38099" dir="2700128" algn="tl" rotWithShape="0">
              <a:srgbClr val="000000">
                <a:alpha val="39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5pPr>
      <a:lvl6pPr marL="3429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6pPr>
      <a:lvl7pPr marL="6858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7pPr>
      <a:lvl8pPr marL="10287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8pPr>
      <a:lvl9pPr marL="13716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9pPr>
    </p:titleStyle>
    <p:bodyStyle>
      <a:lvl1pPr marL="257175" indent="-257175" algn="l" rtl="0" eaLnBrk="0" fontAlgn="base" latinLnBrk="1" hangingPunct="0">
        <a:spcBef>
          <a:spcPct val="20000"/>
        </a:spcBef>
        <a:spcAft>
          <a:spcPct val="0"/>
        </a:spcAft>
        <a:buClr>
          <a:srgbClr val="AED337"/>
        </a:buClr>
        <a:buFont typeface="Wingdings" panose="05000000000000000000" pitchFamily="2" charset="2"/>
        <a:buChar char="v"/>
        <a:defRPr sz="2100" b="1">
          <a:solidFill>
            <a:srgbClr val="143DA2"/>
          </a:solidFill>
          <a:latin typeface="+mn-lt"/>
          <a:ea typeface="+mn-ea"/>
          <a:cs typeface="+mn-cs"/>
        </a:defRPr>
      </a:lvl1pPr>
      <a:lvl2pPr marL="557213" indent="-214313" algn="l" rtl="0" eaLnBrk="0" fontAlgn="base" latinLnBrk="1" hangingPunct="0">
        <a:spcBef>
          <a:spcPct val="20000"/>
        </a:spcBef>
        <a:spcAft>
          <a:spcPct val="0"/>
        </a:spcAft>
        <a:buClr>
          <a:srgbClr val="EB592B"/>
        </a:buClr>
        <a:buFont typeface="Wingdings" panose="05000000000000000000" pitchFamily="2" charset="2"/>
        <a:buChar char="§"/>
        <a:defRPr sz="1800">
          <a:solidFill>
            <a:srgbClr val="000000"/>
          </a:solidFill>
          <a:latin typeface="Arial" charset="0"/>
          <a:ea typeface="+mn-ea"/>
        </a:defRPr>
      </a:lvl2pPr>
      <a:lvl3pPr marL="8572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•"/>
        <a:defRPr sz="1650">
          <a:solidFill>
            <a:srgbClr val="000000"/>
          </a:solidFill>
          <a:latin typeface="Arial" charset="0"/>
          <a:ea typeface="+mn-ea"/>
        </a:defRPr>
      </a:lvl3pPr>
      <a:lvl4pPr marL="12001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–"/>
        <a:defRPr sz="1500">
          <a:solidFill>
            <a:srgbClr val="000000"/>
          </a:solidFill>
          <a:latin typeface="Arial" charset="0"/>
          <a:ea typeface="+mn-ea"/>
        </a:defRPr>
      </a:lvl4pPr>
      <a:lvl5pPr marL="15430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5pPr>
      <a:lvl6pPr marL="18859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6pPr>
      <a:lvl7pPr marL="22288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7pPr>
      <a:lvl8pPr marL="25717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8pPr>
      <a:lvl9pPr marL="29146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ct 9"/>
          <p:cNvGraphicFramePr>
            <a:graphicFrameLocks noChangeAspect="1"/>
          </p:cNvGraphicFramePr>
          <p:nvPr/>
        </p:nvGraphicFramePr>
        <p:xfrm>
          <a:off x="-2381" y="-9525"/>
          <a:ext cx="3312319" cy="440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3" imgW="3415873" imgH="4546032" progId="Photoshop.Image.6">
                  <p:embed/>
                </p:oleObj>
              </mc:Choice>
              <mc:Fallback>
                <p:oleObj name="Image" r:id="rId13" imgW="3415873" imgH="4546032" progId="Photoshop.Image.6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2381" y="-9525"/>
                        <a:ext cx="3312319" cy="4408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1" name="Freeform 90"/>
          <p:cNvSpPr>
            <a:spLocks noChangeArrowheads="1"/>
          </p:cNvSpPr>
          <p:nvPr/>
        </p:nvSpPr>
        <p:spPr bwMode="auto">
          <a:xfrm>
            <a:off x="1679973" y="-11113"/>
            <a:ext cx="5187553" cy="5154613"/>
          </a:xfrm>
          <a:custGeom>
            <a:avLst/>
            <a:gdLst>
              <a:gd name="T0" fmla="*/ 2147483646 w 4357"/>
              <a:gd name="T1" fmla="*/ 0 h 4330"/>
              <a:gd name="T2" fmla="*/ 2147483646 w 4357"/>
              <a:gd name="T3" fmla="*/ 2147483646 h 4330"/>
              <a:gd name="T4" fmla="*/ 2147483646 w 4357"/>
              <a:gd name="T5" fmla="*/ 2147483646 h 4330"/>
              <a:gd name="T6" fmla="*/ 2147483646 w 4357"/>
              <a:gd name="T7" fmla="*/ 2147483646 h 4330"/>
              <a:gd name="T8" fmla="*/ 2147483646 w 4357"/>
              <a:gd name="T9" fmla="*/ 2147483646 h 4330"/>
              <a:gd name="T10" fmla="*/ 2147483646 w 4357"/>
              <a:gd name="T11" fmla="*/ 2147483646 h 4330"/>
              <a:gd name="T12" fmla="*/ 0 w 4357"/>
              <a:gd name="T13" fmla="*/ 2147483646 h 4330"/>
              <a:gd name="T14" fmla="*/ 2147483646 w 4357"/>
              <a:gd name="T15" fmla="*/ 2147483646 h 4330"/>
              <a:gd name="T16" fmla="*/ 2147483646 w 4357"/>
              <a:gd name="T17" fmla="*/ 2147483646 h 4330"/>
              <a:gd name="T18" fmla="*/ 2147483646 w 4357"/>
              <a:gd name="T19" fmla="*/ 0 h 433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4357" h="4330">
                <a:moveTo>
                  <a:pt x="189" y="0"/>
                </a:moveTo>
                <a:lnTo>
                  <a:pt x="561" y="181"/>
                </a:lnTo>
                <a:lnTo>
                  <a:pt x="943" y="489"/>
                </a:lnTo>
                <a:lnTo>
                  <a:pt x="1221" y="955"/>
                </a:lnTo>
                <a:lnTo>
                  <a:pt x="1413" y="1618"/>
                </a:lnTo>
                <a:lnTo>
                  <a:pt x="1290" y="2648"/>
                </a:lnTo>
                <a:lnTo>
                  <a:pt x="0" y="4330"/>
                </a:lnTo>
                <a:lnTo>
                  <a:pt x="4349" y="4330"/>
                </a:lnTo>
                <a:lnTo>
                  <a:pt x="4357" y="3"/>
                </a:lnTo>
                <a:lnTo>
                  <a:pt x="189" y="0"/>
                </a:lnTo>
              </a:path>
            </a:pathLst>
          </a:custGeom>
          <a:gradFill rotWithShape="1">
            <a:gsLst>
              <a:gs pos="0">
                <a:srgbClr val="5AB7EA"/>
              </a:gs>
              <a:gs pos="100000">
                <a:srgbClr val="143DA2"/>
              </a:gs>
              <a:gs pos="100000">
                <a:srgbClr val="143DA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2" name="Freeform 92"/>
          <p:cNvSpPr>
            <a:spLocks noChangeArrowheads="1"/>
          </p:cNvSpPr>
          <p:nvPr/>
        </p:nvSpPr>
        <p:spPr bwMode="auto">
          <a:xfrm>
            <a:off x="-5954" y="3346451"/>
            <a:ext cx="3092054" cy="1776413"/>
          </a:xfrm>
          <a:custGeom>
            <a:avLst/>
            <a:gdLst>
              <a:gd name="T0" fmla="*/ 0 w 2597"/>
              <a:gd name="T1" fmla="*/ 2147483646 h 1492"/>
              <a:gd name="T2" fmla="*/ 2147483646 w 2597"/>
              <a:gd name="T3" fmla="*/ 2147483646 h 1492"/>
              <a:gd name="T4" fmla="*/ 2147483646 w 2597"/>
              <a:gd name="T5" fmla="*/ 0 h 1492"/>
              <a:gd name="T6" fmla="*/ 2147483646 w 2597"/>
              <a:gd name="T7" fmla="*/ 2147483646 h 1492"/>
              <a:gd name="T8" fmla="*/ 2147483646 w 2597"/>
              <a:gd name="T9" fmla="*/ 2147483646 h 1492"/>
              <a:gd name="T10" fmla="*/ 2147483646 w 2597"/>
              <a:gd name="T11" fmla="*/ 2147483646 h 1492"/>
              <a:gd name="T12" fmla="*/ 0 w 2597"/>
              <a:gd name="T13" fmla="*/ 2147483646 h 149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597" h="1492">
                <a:moveTo>
                  <a:pt x="0" y="489"/>
                </a:moveTo>
                <a:cubicBezTo>
                  <a:pt x="247" y="671"/>
                  <a:pt x="632" y="920"/>
                  <a:pt x="1328" y="840"/>
                </a:cubicBezTo>
                <a:cubicBezTo>
                  <a:pt x="2024" y="760"/>
                  <a:pt x="2360" y="131"/>
                  <a:pt x="2488" y="0"/>
                </a:cubicBezTo>
                <a:cubicBezTo>
                  <a:pt x="2597" y="53"/>
                  <a:pt x="1792" y="1068"/>
                  <a:pt x="1712" y="1124"/>
                </a:cubicBezTo>
                <a:cubicBezTo>
                  <a:pt x="1632" y="1180"/>
                  <a:pt x="921" y="1431"/>
                  <a:pt x="636" y="1492"/>
                </a:cubicBezTo>
                <a:lnTo>
                  <a:pt x="1" y="1492"/>
                </a:lnTo>
                <a:lnTo>
                  <a:pt x="0" y="489"/>
                </a:lnTo>
              </a:path>
            </a:pathLst>
          </a:custGeom>
          <a:gradFill rotWithShape="1">
            <a:gsLst>
              <a:gs pos="0">
                <a:srgbClr val="363636"/>
              </a:gs>
              <a:gs pos="100000">
                <a:srgbClr val="DDDDDD"/>
              </a:gs>
              <a:gs pos="100000">
                <a:srgbClr val="DDDDDD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3" name="Freeform 93"/>
          <p:cNvSpPr>
            <a:spLocks noChangeArrowheads="1"/>
          </p:cNvSpPr>
          <p:nvPr/>
        </p:nvSpPr>
        <p:spPr bwMode="auto">
          <a:xfrm>
            <a:off x="-9525" y="3113088"/>
            <a:ext cx="3114675" cy="2030412"/>
          </a:xfrm>
          <a:custGeom>
            <a:avLst/>
            <a:gdLst>
              <a:gd name="T0" fmla="*/ 0 w 2576"/>
              <a:gd name="T1" fmla="*/ 2147483646 h 1688"/>
              <a:gd name="T2" fmla="*/ 0 w 2576"/>
              <a:gd name="T3" fmla="*/ 2147483646 h 1688"/>
              <a:gd name="T4" fmla="*/ 2147483646 w 2576"/>
              <a:gd name="T5" fmla="*/ 0 h 1688"/>
              <a:gd name="T6" fmla="*/ 2147483646 w 2576"/>
              <a:gd name="T7" fmla="*/ 2147483646 h 1688"/>
              <a:gd name="T8" fmla="*/ 2147483646 w 2576"/>
              <a:gd name="T9" fmla="*/ 2147483646 h 1688"/>
              <a:gd name="T10" fmla="*/ 0 w 2576"/>
              <a:gd name="T11" fmla="*/ 2147483646 h 168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576" h="1688">
                <a:moveTo>
                  <a:pt x="0" y="1688"/>
                </a:moveTo>
                <a:lnTo>
                  <a:pt x="0" y="1112"/>
                </a:lnTo>
                <a:cubicBezTo>
                  <a:pt x="1960" y="1464"/>
                  <a:pt x="2419" y="304"/>
                  <a:pt x="2576" y="0"/>
                </a:cubicBezTo>
                <a:lnTo>
                  <a:pt x="2135" y="826"/>
                </a:lnTo>
                <a:cubicBezTo>
                  <a:pt x="1618" y="1315"/>
                  <a:pt x="1286" y="1456"/>
                  <a:pt x="635" y="1688"/>
                </a:cubicBezTo>
                <a:lnTo>
                  <a:pt x="0" y="1688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155650"/>
              </a:gs>
              <a:gs pos="100000">
                <a:srgbClr val="15565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5" name="Rectangle 94"/>
          <p:cNvSpPr>
            <a:spLocks noChangeArrowheads="1"/>
          </p:cNvSpPr>
          <p:nvPr/>
        </p:nvSpPr>
        <p:spPr bwMode="auto">
          <a:xfrm>
            <a:off x="3213498" y="2951163"/>
            <a:ext cx="3644503" cy="323850"/>
          </a:xfrm>
          <a:prstGeom prst="rect">
            <a:avLst/>
          </a:prstGeom>
          <a:solidFill>
            <a:srgbClr val="5AB7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2" name="Line 95"/>
          <p:cNvSpPr>
            <a:spLocks noChangeShapeType="1"/>
          </p:cNvSpPr>
          <p:nvPr/>
        </p:nvSpPr>
        <p:spPr bwMode="auto">
          <a:xfrm>
            <a:off x="3223023" y="2952750"/>
            <a:ext cx="3644503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6" name="Line 96"/>
          <p:cNvSpPr>
            <a:spLocks noChangeShapeType="1"/>
          </p:cNvSpPr>
          <p:nvPr/>
        </p:nvSpPr>
        <p:spPr bwMode="auto">
          <a:xfrm>
            <a:off x="3213498" y="3275013"/>
            <a:ext cx="3644503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057" name="Picture 10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2241" y="4624389"/>
            <a:ext cx="452438" cy="454025"/>
          </a:xfrm>
          <a:prstGeom prst="rect">
            <a:avLst/>
          </a:prstGeom>
          <a:noFill/>
          <a:ln>
            <a:noFill/>
          </a:ln>
          <a:effectLst>
            <a:outerShdw dist="38099" dir="2700128" algn="tl" rotWithShape="0">
              <a:srgbClr val="000000">
                <a:alpha val="39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8" name="Picture 11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3019" y="4678363"/>
            <a:ext cx="1614488" cy="392112"/>
          </a:xfrm>
          <a:prstGeom prst="rect">
            <a:avLst/>
          </a:prstGeom>
          <a:noFill/>
          <a:ln>
            <a:noFill/>
          </a:ln>
          <a:effectLst>
            <a:outerShdw dist="38099" dir="2700128" algn="tl" rotWithShape="0">
              <a:srgbClr val="000000">
                <a:alpha val="39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8674" name="Rectangle 9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14950" y="4972050"/>
            <a:ext cx="1485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 b="1" i="1">
                <a:solidFill>
                  <a:srgbClr val="FFFFFF"/>
                </a:solidFill>
                <a:latin typeface="Arial" charset="0"/>
                <a:ea typeface="+mn-ea"/>
                <a:sym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48675" name="Rectangle 9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86100" y="5029200"/>
            <a:ext cx="62865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750" b="1" i="1">
                <a:solidFill>
                  <a:srgbClr val="692AA2"/>
                </a:solidFill>
              </a:defRPr>
            </a:lvl1pPr>
          </a:lstStyle>
          <a:p>
            <a:pPr>
              <a:defRPr/>
            </a:pPr>
            <a:fld id="{BE83733F-B6C4-4CA7-B77A-92E0538DBE9F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2061" name="Rectangle 100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171450"/>
            <a:ext cx="53721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1048677" name="Rectangle 10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85750" y="4914901"/>
            <a:ext cx="1257300" cy="16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 b="1" i="1">
                <a:solidFill>
                  <a:srgbClr val="FFFFFF"/>
                </a:solidFill>
                <a:latin typeface="Verdana" pitchFamily="34" charset="0"/>
                <a:ea typeface="+mn-ea"/>
                <a:sym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63" name="Freeform 91"/>
          <p:cNvSpPr>
            <a:spLocks noChangeArrowheads="1"/>
          </p:cNvSpPr>
          <p:nvPr/>
        </p:nvSpPr>
        <p:spPr bwMode="auto">
          <a:xfrm>
            <a:off x="689372" y="1"/>
            <a:ext cx="2847975" cy="5153025"/>
          </a:xfrm>
          <a:custGeom>
            <a:avLst/>
            <a:gdLst>
              <a:gd name="T0" fmla="*/ 2147483646 w 2408"/>
              <a:gd name="T1" fmla="*/ 0 h 4334"/>
              <a:gd name="T2" fmla="*/ 2147483646 w 2408"/>
              <a:gd name="T3" fmla="*/ 2147483646 h 4334"/>
              <a:gd name="T4" fmla="*/ 0 w 2408"/>
              <a:gd name="T5" fmla="*/ 2147483646 h 4334"/>
              <a:gd name="T6" fmla="*/ 2147483646 w 2408"/>
              <a:gd name="T7" fmla="*/ 2147483646 h 4334"/>
              <a:gd name="T8" fmla="*/ 2147483646 w 2408"/>
              <a:gd name="T9" fmla="*/ 2147483646 h 4334"/>
              <a:gd name="T10" fmla="*/ 2147483646 w 2408"/>
              <a:gd name="T11" fmla="*/ 2147483646 h 4334"/>
              <a:gd name="T12" fmla="*/ 2147483646 w 2408"/>
              <a:gd name="T13" fmla="*/ 0 h 433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408" h="4334">
                <a:moveTo>
                  <a:pt x="858" y="0"/>
                </a:moveTo>
                <a:cubicBezTo>
                  <a:pt x="2020" y="270"/>
                  <a:pt x="2408" y="1630"/>
                  <a:pt x="1984" y="2582"/>
                </a:cubicBezTo>
                <a:cubicBezTo>
                  <a:pt x="1560" y="3534"/>
                  <a:pt x="880" y="3975"/>
                  <a:pt x="0" y="4326"/>
                </a:cubicBezTo>
                <a:lnTo>
                  <a:pt x="1208" y="4334"/>
                </a:lnTo>
                <a:cubicBezTo>
                  <a:pt x="1520" y="4078"/>
                  <a:pt x="2144" y="3342"/>
                  <a:pt x="2272" y="2566"/>
                </a:cubicBezTo>
                <a:cubicBezTo>
                  <a:pt x="2400" y="1790"/>
                  <a:pt x="2278" y="418"/>
                  <a:pt x="998" y="2"/>
                </a:cubicBezTo>
                <a:lnTo>
                  <a:pt x="858" y="0"/>
                </a:lnTo>
              </a:path>
            </a:pathLst>
          </a:custGeom>
          <a:gradFill rotWithShape="1">
            <a:gsLst>
              <a:gs pos="0">
                <a:srgbClr val="E9F3C8"/>
              </a:gs>
              <a:gs pos="100000">
                <a:srgbClr val="AED337"/>
              </a:gs>
              <a:gs pos="100000">
                <a:srgbClr val="AED337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sldNum="0"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5pPr>
      <a:lvl6pPr marL="3429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6pPr>
      <a:lvl7pPr marL="6858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7pPr>
      <a:lvl8pPr marL="10287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8pPr>
      <a:lvl9pPr marL="13716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9pPr>
    </p:titleStyle>
    <p:bodyStyle>
      <a:lvl1pPr marL="257175" indent="-257175" algn="l" rtl="0" eaLnBrk="0" fontAlgn="base" latinLnBrk="1" hangingPunct="0">
        <a:spcBef>
          <a:spcPct val="20000"/>
        </a:spcBef>
        <a:spcAft>
          <a:spcPct val="0"/>
        </a:spcAft>
        <a:buClr>
          <a:srgbClr val="AED337"/>
        </a:buClr>
        <a:buFont typeface="Wingdings" panose="05000000000000000000" pitchFamily="2" charset="2"/>
        <a:buChar char="v"/>
        <a:defRPr sz="2100" b="1">
          <a:solidFill>
            <a:srgbClr val="143DA2"/>
          </a:solidFill>
          <a:latin typeface="+mn-lt"/>
          <a:ea typeface="+mn-ea"/>
          <a:cs typeface="+mn-cs"/>
        </a:defRPr>
      </a:lvl1pPr>
      <a:lvl2pPr marL="557213" indent="-214313" algn="l" rtl="0" eaLnBrk="0" fontAlgn="base" latinLnBrk="1" hangingPunct="0">
        <a:spcBef>
          <a:spcPct val="20000"/>
        </a:spcBef>
        <a:spcAft>
          <a:spcPct val="0"/>
        </a:spcAft>
        <a:buClr>
          <a:srgbClr val="EB592B"/>
        </a:buClr>
        <a:buFont typeface="Wingdings" panose="05000000000000000000" pitchFamily="2" charset="2"/>
        <a:buChar char="§"/>
        <a:defRPr sz="1800">
          <a:solidFill>
            <a:srgbClr val="000000"/>
          </a:solidFill>
          <a:latin typeface="Arial" charset="0"/>
          <a:ea typeface="+mn-ea"/>
        </a:defRPr>
      </a:lvl2pPr>
      <a:lvl3pPr marL="8572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•"/>
        <a:defRPr sz="1650">
          <a:solidFill>
            <a:srgbClr val="000000"/>
          </a:solidFill>
          <a:latin typeface="Arial" charset="0"/>
          <a:ea typeface="+mn-ea"/>
        </a:defRPr>
      </a:lvl3pPr>
      <a:lvl4pPr marL="12001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–"/>
        <a:defRPr sz="1500">
          <a:solidFill>
            <a:srgbClr val="000000"/>
          </a:solidFill>
          <a:latin typeface="Arial" charset="0"/>
          <a:ea typeface="+mn-ea"/>
        </a:defRPr>
      </a:lvl4pPr>
      <a:lvl5pPr marL="15430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5pPr>
      <a:lvl6pPr marL="18859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6pPr>
      <a:lvl7pPr marL="22288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7pPr>
      <a:lvl8pPr marL="25717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8pPr>
      <a:lvl9pPr marL="29146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Freeform 0"/>
          <p:cNvSpPr>
            <a:spLocks noChangeArrowheads="1"/>
          </p:cNvSpPr>
          <p:nvPr/>
        </p:nvSpPr>
        <p:spPr bwMode="auto">
          <a:xfrm>
            <a:off x="-1191" y="4810126"/>
            <a:ext cx="3153966" cy="333375"/>
          </a:xfrm>
          <a:custGeom>
            <a:avLst/>
            <a:gdLst>
              <a:gd name="T0" fmla="*/ 2147483646 w 2649"/>
              <a:gd name="T1" fmla="*/ 2147483646 h 280"/>
              <a:gd name="T2" fmla="*/ 2147483646 w 2649"/>
              <a:gd name="T3" fmla="*/ 2147483646 h 280"/>
              <a:gd name="T4" fmla="*/ 2147483646 w 2649"/>
              <a:gd name="T5" fmla="*/ 0 h 280"/>
              <a:gd name="T6" fmla="*/ 0 w 2649"/>
              <a:gd name="T7" fmla="*/ 2147483646 h 280"/>
              <a:gd name="T8" fmla="*/ 2147483646 w 2649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5" name="Freeform 1"/>
          <p:cNvSpPr>
            <a:spLocks noChangeArrowheads="1"/>
          </p:cNvSpPr>
          <p:nvPr/>
        </p:nvSpPr>
        <p:spPr bwMode="auto">
          <a:xfrm>
            <a:off x="3699273" y="4752976"/>
            <a:ext cx="3158728" cy="390525"/>
          </a:xfrm>
          <a:custGeom>
            <a:avLst/>
            <a:gdLst>
              <a:gd name="T0" fmla="*/ 0 w 2653"/>
              <a:gd name="T1" fmla="*/ 2147483646 h 328"/>
              <a:gd name="T2" fmla="*/ 2147483646 w 2653"/>
              <a:gd name="T3" fmla="*/ 2147483646 h 328"/>
              <a:gd name="T4" fmla="*/ 2147483646 w 2653"/>
              <a:gd name="T5" fmla="*/ 0 h 328"/>
              <a:gd name="T6" fmla="*/ 2147483646 w 2653"/>
              <a:gd name="T7" fmla="*/ 2147483646 h 328"/>
              <a:gd name="T8" fmla="*/ 0 w 2653"/>
              <a:gd name="T9" fmla="*/ 2147483646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076" name="Object 0"/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3" imgW="4101587" imgH="406063" progId="Photoshop.Image.6">
                  <p:embed/>
                </p:oleObj>
              </mc:Choice>
              <mc:Fallback>
                <p:oleObj name="Image" r:id="rId13" imgW="4101587" imgH="406063" progId="Photoshop.Image.6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7" name="Freeform 2"/>
          <p:cNvSpPr>
            <a:spLocks noChangeArrowheads="1"/>
          </p:cNvSpPr>
          <p:nvPr/>
        </p:nvSpPr>
        <p:spPr bwMode="auto">
          <a:xfrm flipH="1">
            <a:off x="1" y="595314"/>
            <a:ext cx="2726531" cy="333375"/>
          </a:xfrm>
          <a:custGeom>
            <a:avLst/>
            <a:gdLst>
              <a:gd name="T0" fmla="*/ 0 w 2096"/>
              <a:gd name="T1" fmla="*/ 2147483646 h 280"/>
              <a:gd name="T2" fmla="*/ 2147483646 w 2096"/>
              <a:gd name="T3" fmla="*/ 2147483646 h 280"/>
              <a:gd name="T4" fmla="*/ 2147483646 w 2096"/>
              <a:gd name="T5" fmla="*/ 2147483646 h 280"/>
              <a:gd name="T6" fmla="*/ 2147483646 w 2096"/>
              <a:gd name="T7" fmla="*/ 0 h 280"/>
              <a:gd name="T8" fmla="*/ 0 w 2096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8" name="Freeform 3"/>
          <p:cNvSpPr>
            <a:spLocks noChangeArrowheads="1"/>
          </p:cNvSpPr>
          <p:nvPr/>
        </p:nvSpPr>
        <p:spPr bwMode="auto">
          <a:xfrm>
            <a:off x="0" y="0"/>
            <a:ext cx="6858000" cy="609600"/>
          </a:xfrm>
          <a:custGeom>
            <a:avLst/>
            <a:gdLst>
              <a:gd name="T0" fmla="*/ 0 w 5760"/>
              <a:gd name="T1" fmla="*/ 2147483646 h 512"/>
              <a:gd name="T2" fmla="*/ 2147483646 w 5760"/>
              <a:gd name="T3" fmla="*/ 2147483646 h 512"/>
              <a:gd name="T4" fmla="*/ 2147483646 w 5760"/>
              <a:gd name="T5" fmla="*/ 0 h 512"/>
              <a:gd name="T6" fmla="*/ 2147483646 w 5760"/>
              <a:gd name="T7" fmla="*/ 2147483646 h 512"/>
              <a:gd name="T8" fmla="*/ 0 w 5760"/>
              <a:gd name="T9" fmla="*/ 2147483646 h 512"/>
              <a:gd name="T10" fmla="*/ 0 w 5760"/>
              <a:gd name="T11" fmla="*/ 2147483646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</a:path>
            </a:pathLst>
          </a:custGeom>
          <a:gradFill rotWithShape="1">
            <a:gsLst>
              <a:gs pos="0">
                <a:srgbClr val="143DA2"/>
              </a:gs>
              <a:gs pos="50000">
                <a:srgbClr val="091C4B"/>
              </a:gs>
              <a:gs pos="100000">
                <a:srgbClr val="143DA2"/>
              </a:gs>
              <a:gs pos="100000">
                <a:srgbClr val="143DA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9" name="Freeform 4"/>
          <p:cNvSpPr>
            <a:spLocks noChangeArrowheads="1"/>
          </p:cNvSpPr>
          <p:nvPr/>
        </p:nvSpPr>
        <p:spPr bwMode="auto">
          <a:xfrm>
            <a:off x="3733800" y="600076"/>
            <a:ext cx="3124200" cy="333375"/>
          </a:xfrm>
          <a:custGeom>
            <a:avLst/>
            <a:gdLst>
              <a:gd name="T0" fmla="*/ 0 w 2624"/>
              <a:gd name="T1" fmla="*/ 2147483646 h 280"/>
              <a:gd name="T2" fmla="*/ 2147483646 w 2624"/>
              <a:gd name="T3" fmla="*/ 2147483646 h 280"/>
              <a:gd name="T4" fmla="*/ 2147483646 w 2624"/>
              <a:gd name="T5" fmla="*/ 2147483646 h 280"/>
              <a:gd name="T6" fmla="*/ 2147483646 w 2624"/>
              <a:gd name="T7" fmla="*/ 0 h 280"/>
              <a:gd name="T8" fmla="*/ 0 w 2624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80" name="Picture 1"/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9641" y="4754563"/>
            <a:ext cx="1129903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81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914400"/>
            <a:ext cx="6172200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  <a:endParaRPr lang="en-US" altLang="en-US"/>
          </a:p>
          <a:p>
            <a:pPr lvl="1"/>
            <a:r>
              <a:rPr lang="zh-CN" altLang="en-US"/>
              <a:t>第二级</a:t>
            </a:r>
            <a:endParaRPr lang="en-US" altLang="en-US"/>
          </a:p>
          <a:p>
            <a:pPr lvl="2"/>
            <a:r>
              <a:rPr lang="zh-CN" altLang="en-US"/>
              <a:t>第三级</a:t>
            </a:r>
            <a:endParaRPr lang="en-US" altLang="en-US"/>
          </a:p>
          <a:p>
            <a:pPr lvl="3"/>
            <a:r>
              <a:rPr lang="zh-CN" altLang="en-US"/>
              <a:t>第四级</a:t>
            </a:r>
            <a:endParaRPr lang="en-US" altLang="en-US"/>
          </a:p>
          <a:p>
            <a:pPr lvl="4"/>
            <a:r>
              <a:rPr lang="zh-CN" altLang="en-US"/>
              <a:t>第五级</a:t>
            </a:r>
            <a:endParaRPr lang="en-US" altLang="en-US"/>
          </a:p>
        </p:txBody>
      </p:sp>
      <p:sp>
        <p:nvSpPr>
          <p:cNvPr id="104858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14950" y="4972050"/>
            <a:ext cx="1485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 b="1" i="1">
                <a:solidFill>
                  <a:srgbClr val="FFFFFF"/>
                </a:solidFill>
                <a:latin typeface="Arial" charset="0"/>
                <a:ea typeface="+mn-ea"/>
                <a:sym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4858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86100" y="5029200"/>
            <a:ext cx="62865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750" b="1" i="1">
                <a:solidFill>
                  <a:srgbClr val="692AA2"/>
                </a:solidFill>
              </a:defRPr>
            </a:lvl1pPr>
          </a:lstStyle>
          <a:p>
            <a:pPr>
              <a:defRPr/>
            </a:pPr>
            <a:fld id="{252CC773-B6FA-4AE9-8C03-8C40283197C9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3084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171450"/>
            <a:ext cx="53721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1048585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85750" y="4914901"/>
            <a:ext cx="1257300" cy="16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 b="1" i="1">
                <a:solidFill>
                  <a:srgbClr val="FFFFFF"/>
                </a:solidFill>
                <a:latin typeface="Verdana" pitchFamily="34" charset="0"/>
                <a:ea typeface="+mn-ea"/>
                <a:sym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5pPr>
      <a:lvl6pPr marL="3429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6pPr>
      <a:lvl7pPr marL="6858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7pPr>
      <a:lvl8pPr marL="10287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8pPr>
      <a:lvl9pPr marL="13716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9pPr>
    </p:titleStyle>
    <p:bodyStyle>
      <a:lvl1pPr marL="257175" indent="-257175" algn="l" rtl="0" eaLnBrk="0" fontAlgn="base" latinLnBrk="1" hangingPunct="0">
        <a:spcBef>
          <a:spcPct val="20000"/>
        </a:spcBef>
        <a:spcAft>
          <a:spcPct val="0"/>
        </a:spcAft>
        <a:buClr>
          <a:srgbClr val="AED337"/>
        </a:buClr>
        <a:buFont typeface="Wingdings" panose="05000000000000000000" pitchFamily="2" charset="2"/>
        <a:buChar char="v"/>
        <a:defRPr sz="2100" b="1">
          <a:solidFill>
            <a:srgbClr val="143DA2"/>
          </a:solidFill>
          <a:latin typeface="+mn-lt"/>
          <a:ea typeface="+mn-ea"/>
          <a:cs typeface="+mn-cs"/>
        </a:defRPr>
      </a:lvl1pPr>
      <a:lvl2pPr marL="557213" indent="-214313" algn="l" rtl="0" eaLnBrk="0" fontAlgn="base" latinLnBrk="1" hangingPunct="0">
        <a:spcBef>
          <a:spcPct val="20000"/>
        </a:spcBef>
        <a:spcAft>
          <a:spcPct val="0"/>
        </a:spcAft>
        <a:buClr>
          <a:srgbClr val="EB592B"/>
        </a:buClr>
        <a:buFont typeface="Wingdings" panose="05000000000000000000" pitchFamily="2" charset="2"/>
        <a:buChar char="§"/>
        <a:defRPr sz="1800">
          <a:solidFill>
            <a:srgbClr val="000000"/>
          </a:solidFill>
          <a:latin typeface="Arial" charset="0"/>
          <a:ea typeface="+mn-ea"/>
        </a:defRPr>
      </a:lvl2pPr>
      <a:lvl3pPr marL="8572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•"/>
        <a:defRPr sz="1650">
          <a:solidFill>
            <a:srgbClr val="000000"/>
          </a:solidFill>
          <a:latin typeface="Arial" charset="0"/>
          <a:ea typeface="+mn-ea"/>
        </a:defRPr>
      </a:lvl3pPr>
      <a:lvl4pPr marL="12001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–"/>
        <a:defRPr sz="1500">
          <a:solidFill>
            <a:srgbClr val="000000"/>
          </a:solidFill>
          <a:latin typeface="Arial" charset="0"/>
          <a:ea typeface="+mn-ea"/>
        </a:defRPr>
      </a:lvl4pPr>
      <a:lvl5pPr marL="15430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5pPr>
      <a:lvl6pPr marL="18859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6pPr>
      <a:lvl7pPr marL="22288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7pPr>
      <a:lvl8pPr marL="25717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8pPr>
      <a:lvl9pPr marL="29146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reeform 568"/>
          <p:cNvSpPr>
            <a:spLocks noChangeArrowheads="1"/>
          </p:cNvSpPr>
          <p:nvPr/>
        </p:nvSpPr>
        <p:spPr bwMode="auto">
          <a:xfrm>
            <a:off x="-1191" y="4810126"/>
            <a:ext cx="3153966" cy="333375"/>
          </a:xfrm>
          <a:custGeom>
            <a:avLst/>
            <a:gdLst>
              <a:gd name="T0" fmla="*/ 2147483646 w 2649"/>
              <a:gd name="T1" fmla="*/ 2147483646 h 280"/>
              <a:gd name="T2" fmla="*/ 2147483646 w 2649"/>
              <a:gd name="T3" fmla="*/ 2147483646 h 280"/>
              <a:gd name="T4" fmla="*/ 2147483646 w 2649"/>
              <a:gd name="T5" fmla="*/ 0 h 280"/>
              <a:gd name="T6" fmla="*/ 0 w 2649"/>
              <a:gd name="T7" fmla="*/ 2147483646 h 280"/>
              <a:gd name="T8" fmla="*/ 2147483646 w 2649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9" name="Freeform 569"/>
          <p:cNvSpPr>
            <a:spLocks noChangeArrowheads="1"/>
          </p:cNvSpPr>
          <p:nvPr/>
        </p:nvSpPr>
        <p:spPr bwMode="auto">
          <a:xfrm>
            <a:off x="3699273" y="4752976"/>
            <a:ext cx="3158728" cy="390525"/>
          </a:xfrm>
          <a:custGeom>
            <a:avLst/>
            <a:gdLst>
              <a:gd name="T0" fmla="*/ 0 w 2653"/>
              <a:gd name="T1" fmla="*/ 2147483646 h 328"/>
              <a:gd name="T2" fmla="*/ 2147483646 w 2653"/>
              <a:gd name="T3" fmla="*/ 2147483646 h 328"/>
              <a:gd name="T4" fmla="*/ 2147483646 w 2653"/>
              <a:gd name="T5" fmla="*/ 0 h 328"/>
              <a:gd name="T6" fmla="*/ 2147483646 w 2653"/>
              <a:gd name="T7" fmla="*/ 2147483646 h 328"/>
              <a:gd name="T8" fmla="*/ 0 w 2653"/>
              <a:gd name="T9" fmla="*/ 2147483646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100" name="Object 33"/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3" imgW="4101587" imgH="406063" progId="Photoshop.Image.6">
                  <p:embed/>
                </p:oleObj>
              </mc:Choice>
              <mc:Fallback>
                <p:oleObj name="Image" r:id="rId13" imgW="4101587" imgH="406063" progId="Photoshop.Image.6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1" name="Freeform 570"/>
          <p:cNvSpPr>
            <a:spLocks noChangeArrowheads="1"/>
          </p:cNvSpPr>
          <p:nvPr/>
        </p:nvSpPr>
        <p:spPr bwMode="auto">
          <a:xfrm flipH="1">
            <a:off x="1" y="595314"/>
            <a:ext cx="2726531" cy="333375"/>
          </a:xfrm>
          <a:custGeom>
            <a:avLst/>
            <a:gdLst>
              <a:gd name="T0" fmla="*/ 0 w 2096"/>
              <a:gd name="T1" fmla="*/ 2147483646 h 280"/>
              <a:gd name="T2" fmla="*/ 2147483646 w 2096"/>
              <a:gd name="T3" fmla="*/ 2147483646 h 280"/>
              <a:gd name="T4" fmla="*/ 2147483646 w 2096"/>
              <a:gd name="T5" fmla="*/ 2147483646 h 280"/>
              <a:gd name="T6" fmla="*/ 2147483646 w 2096"/>
              <a:gd name="T7" fmla="*/ 0 h 280"/>
              <a:gd name="T8" fmla="*/ 0 w 2096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02" name="Freeform 571"/>
          <p:cNvSpPr>
            <a:spLocks noChangeArrowheads="1"/>
          </p:cNvSpPr>
          <p:nvPr/>
        </p:nvSpPr>
        <p:spPr bwMode="auto">
          <a:xfrm>
            <a:off x="0" y="0"/>
            <a:ext cx="6858000" cy="609600"/>
          </a:xfrm>
          <a:custGeom>
            <a:avLst/>
            <a:gdLst>
              <a:gd name="T0" fmla="*/ 0 w 5760"/>
              <a:gd name="T1" fmla="*/ 2147483646 h 512"/>
              <a:gd name="T2" fmla="*/ 2147483646 w 5760"/>
              <a:gd name="T3" fmla="*/ 2147483646 h 512"/>
              <a:gd name="T4" fmla="*/ 2147483646 w 5760"/>
              <a:gd name="T5" fmla="*/ 0 h 512"/>
              <a:gd name="T6" fmla="*/ 2147483646 w 5760"/>
              <a:gd name="T7" fmla="*/ 2147483646 h 512"/>
              <a:gd name="T8" fmla="*/ 0 w 5760"/>
              <a:gd name="T9" fmla="*/ 2147483646 h 512"/>
              <a:gd name="T10" fmla="*/ 0 w 5760"/>
              <a:gd name="T11" fmla="*/ 2147483646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</a:path>
            </a:pathLst>
          </a:custGeom>
          <a:gradFill rotWithShape="1">
            <a:gsLst>
              <a:gs pos="0">
                <a:srgbClr val="143DA2"/>
              </a:gs>
              <a:gs pos="50000">
                <a:srgbClr val="091C4B"/>
              </a:gs>
              <a:gs pos="100000">
                <a:srgbClr val="143DA2"/>
              </a:gs>
              <a:gs pos="100000">
                <a:srgbClr val="143DA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03" name="Freeform 572"/>
          <p:cNvSpPr>
            <a:spLocks noChangeArrowheads="1"/>
          </p:cNvSpPr>
          <p:nvPr/>
        </p:nvSpPr>
        <p:spPr bwMode="auto">
          <a:xfrm>
            <a:off x="3733800" y="600076"/>
            <a:ext cx="3124200" cy="333375"/>
          </a:xfrm>
          <a:custGeom>
            <a:avLst/>
            <a:gdLst>
              <a:gd name="T0" fmla="*/ 0 w 2624"/>
              <a:gd name="T1" fmla="*/ 2147483646 h 280"/>
              <a:gd name="T2" fmla="*/ 2147483646 w 2624"/>
              <a:gd name="T3" fmla="*/ 2147483646 h 280"/>
              <a:gd name="T4" fmla="*/ 2147483646 w 2624"/>
              <a:gd name="T5" fmla="*/ 2147483646 h 280"/>
              <a:gd name="T6" fmla="*/ 2147483646 w 2624"/>
              <a:gd name="T7" fmla="*/ 0 h 280"/>
              <a:gd name="T8" fmla="*/ 0 w 2624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04" name="Rectangle 57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914400"/>
            <a:ext cx="6172200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  <a:endParaRPr lang="en-US" altLang="en-US"/>
          </a:p>
          <a:p>
            <a:pPr lvl="1"/>
            <a:r>
              <a:rPr lang="zh-CN" altLang="en-US"/>
              <a:t>第二级</a:t>
            </a:r>
            <a:endParaRPr lang="en-US" altLang="en-US"/>
          </a:p>
          <a:p>
            <a:pPr lvl="2"/>
            <a:r>
              <a:rPr lang="zh-CN" altLang="en-US"/>
              <a:t>第三级</a:t>
            </a:r>
            <a:endParaRPr lang="en-US" altLang="en-US"/>
          </a:p>
          <a:p>
            <a:pPr lvl="3"/>
            <a:r>
              <a:rPr lang="zh-CN" altLang="en-US"/>
              <a:t>第四级</a:t>
            </a:r>
            <a:endParaRPr lang="en-US" altLang="en-US"/>
          </a:p>
          <a:p>
            <a:pPr lvl="4"/>
            <a:r>
              <a:rPr lang="zh-CN" altLang="en-US"/>
              <a:t>第五级</a:t>
            </a:r>
            <a:endParaRPr lang="en-US" altLang="en-US"/>
          </a:p>
        </p:txBody>
      </p:sp>
      <p:sp>
        <p:nvSpPr>
          <p:cNvPr id="1049150" name="Rectangle 57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14950" y="4972050"/>
            <a:ext cx="1485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 b="1" i="1">
                <a:solidFill>
                  <a:srgbClr val="FFFFFF"/>
                </a:solidFill>
                <a:latin typeface="Arial" charset="0"/>
                <a:ea typeface="+mn-ea"/>
                <a:sym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49151" name="Rectangle 57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86100" y="5029200"/>
            <a:ext cx="62865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750" b="1" i="1">
                <a:solidFill>
                  <a:srgbClr val="692AA2"/>
                </a:solidFill>
              </a:defRPr>
            </a:lvl1pPr>
          </a:lstStyle>
          <a:p>
            <a:pPr>
              <a:defRPr/>
            </a:pPr>
            <a:fld id="{55EC2354-1E0E-470C-95FA-A00318BF63E9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4107" name="Rectangle 576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171450"/>
            <a:ext cx="53721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1049153" name="Rectangle 57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85750" y="4914901"/>
            <a:ext cx="1257300" cy="16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 b="1" i="1">
                <a:solidFill>
                  <a:srgbClr val="FFFFFF"/>
                </a:solidFill>
                <a:latin typeface="Verdana" pitchFamily="34" charset="0"/>
                <a:ea typeface="+mn-ea"/>
                <a:sym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pic>
        <p:nvPicPr>
          <p:cNvPr id="4109" name="Picture 1"/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3225" y="4784725"/>
            <a:ext cx="1129904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hf sldNum="0"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5pPr>
      <a:lvl6pPr marL="3429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6pPr>
      <a:lvl7pPr marL="6858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7pPr>
      <a:lvl8pPr marL="10287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8pPr>
      <a:lvl9pPr marL="13716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9pPr>
    </p:titleStyle>
    <p:bodyStyle>
      <a:lvl1pPr marL="257175" indent="-257175" algn="l" rtl="0" eaLnBrk="0" fontAlgn="base" latinLnBrk="1" hangingPunct="0">
        <a:spcBef>
          <a:spcPct val="20000"/>
        </a:spcBef>
        <a:spcAft>
          <a:spcPct val="0"/>
        </a:spcAft>
        <a:buClr>
          <a:srgbClr val="AED337"/>
        </a:buClr>
        <a:buFont typeface="Wingdings" panose="05000000000000000000" pitchFamily="2" charset="2"/>
        <a:buChar char="v"/>
        <a:defRPr sz="2100" b="1">
          <a:solidFill>
            <a:srgbClr val="143DA2"/>
          </a:solidFill>
          <a:latin typeface="+mn-lt"/>
          <a:ea typeface="+mn-ea"/>
          <a:cs typeface="+mn-cs"/>
        </a:defRPr>
      </a:lvl1pPr>
      <a:lvl2pPr marL="557213" indent="-214313" algn="l" rtl="0" eaLnBrk="0" fontAlgn="base" latinLnBrk="1" hangingPunct="0">
        <a:spcBef>
          <a:spcPct val="20000"/>
        </a:spcBef>
        <a:spcAft>
          <a:spcPct val="0"/>
        </a:spcAft>
        <a:buClr>
          <a:srgbClr val="EB592B"/>
        </a:buClr>
        <a:buFont typeface="Wingdings" panose="05000000000000000000" pitchFamily="2" charset="2"/>
        <a:buChar char="§"/>
        <a:defRPr sz="1800">
          <a:solidFill>
            <a:srgbClr val="000000"/>
          </a:solidFill>
          <a:latin typeface="Arial" charset="0"/>
          <a:ea typeface="+mn-ea"/>
        </a:defRPr>
      </a:lvl2pPr>
      <a:lvl3pPr marL="8572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•"/>
        <a:defRPr sz="1650">
          <a:solidFill>
            <a:srgbClr val="000000"/>
          </a:solidFill>
          <a:latin typeface="Arial" charset="0"/>
          <a:ea typeface="+mn-ea"/>
        </a:defRPr>
      </a:lvl3pPr>
      <a:lvl4pPr marL="12001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–"/>
        <a:defRPr sz="1500">
          <a:solidFill>
            <a:srgbClr val="000000"/>
          </a:solidFill>
          <a:latin typeface="Arial" charset="0"/>
          <a:ea typeface="+mn-ea"/>
        </a:defRPr>
      </a:lvl4pPr>
      <a:lvl5pPr marL="15430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5pPr>
      <a:lvl6pPr marL="18859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6pPr>
      <a:lvl7pPr marL="22288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7pPr>
      <a:lvl8pPr marL="25717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8pPr>
      <a:lvl9pPr marL="29146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Freeform 603"/>
          <p:cNvSpPr>
            <a:spLocks noChangeArrowheads="1"/>
          </p:cNvSpPr>
          <p:nvPr/>
        </p:nvSpPr>
        <p:spPr bwMode="auto">
          <a:xfrm>
            <a:off x="-1191" y="4810126"/>
            <a:ext cx="3153966" cy="333375"/>
          </a:xfrm>
          <a:custGeom>
            <a:avLst/>
            <a:gdLst>
              <a:gd name="T0" fmla="*/ 2147483646 w 2649"/>
              <a:gd name="T1" fmla="*/ 2147483646 h 280"/>
              <a:gd name="T2" fmla="*/ 2147483646 w 2649"/>
              <a:gd name="T3" fmla="*/ 2147483646 h 280"/>
              <a:gd name="T4" fmla="*/ 2147483646 w 2649"/>
              <a:gd name="T5" fmla="*/ 0 h 280"/>
              <a:gd name="T6" fmla="*/ 0 w 2649"/>
              <a:gd name="T7" fmla="*/ 2147483646 h 280"/>
              <a:gd name="T8" fmla="*/ 2147483646 w 2649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3" name="Freeform 604"/>
          <p:cNvSpPr>
            <a:spLocks noChangeArrowheads="1"/>
          </p:cNvSpPr>
          <p:nvPr/>
        </p:nvSpPr>
        <p:spPr bwMode="auto">
          <a:xfrm>
            <a:off x="3699273" y="4752976"/>
            <a:ext cx="3158728" cy="390525"/>
          </a:xfrm>
          <a:custGeom>
            <a:avLst/>
            <a:gdLst>
              <a:gd name="T0" fmla="*/ 0 w 2653"/>
              <a:gd name="T1" fmla="*/ 2147483646 h 328"/>
              <a:gd name="T2" fmla="*/ 2147483646 w 2653"/>
              <a:gd name="T3" fmla="*/ 2147483646 h 328"/>
              <a:gd name="T4" fmla="*/ 2147483646 w 2653"/>
              <a:gd name="T5" fmla="*/ 0 h 328"/>
              <a:gd name="T6" fmla="*/ 2147483646 w 2653"/>
              <a:gd name="T7" fmla="*/ 2147483646 h 328"/>
              <a:gd name="T8" fmla="*/ 0 w 2653"/>
              <a:gd name="T9" fmla="*/ 2147483646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124" name="Object 35"/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3" imgW="4101587" imgH="406063" progId="Photoshop.Image.6">
                  <p:embed/>
                </p:oleObj>
              </mc:Choice>
              <mc:Fallback>
                <p:oleObj name="Image" r:id="rId13" imgW="4101587" imgH="406063" progId="Photoshop.Image.6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5" name="Freeform 605"/>
          <p:cNvSpPr>
            <a:spLocks noChangeArrowheads="1"/>
          </p:cNvSpPr>
          <p:nvPr/>
        </p:nvSpPr>
        <p:spPr bwMode="auto">
          <a:xfrm flipH="1">
            <a:off x="1" y="595314"/>
            <a:ext cx="2726531" cy="333375"/>
          </a:xfrm>
          <a:custGeom>
            <a:avLst/>
            <a:gdLst>
              <a:gd name="T0" fmla="*/ 0 w 2096"/>
              <a:gd name="T1" fmla="*/ 2147483646 h 280"/>
              <a:gd name="T2" fmla="*/ 2147483646 w 2096"/>
              <a:gd name="T3" fmla="*/ 2147483646 h 280"/>
              <a:gd name="T4" fmla="*/ 2147483646 w 2096"/>
              <a:gd name="T5" fmla="*/ 2147483646 h 280"/>
              <a:gd name="T6" fmla="*/ 2147483646 w 2096"/>
              <a:gd name="T7" fmla="*/ 0 h 280"/>
              <a:gd name="T8" fmla="*/ 0 w 2096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6" name="Freeform 606"/>
          <p:cNvSpPr>
            <a:spLocks noChangeArrowheads="1"/>
          </p:cNvSpPr>
          <p:nvPr/>
        </p:nvSpPr>
        <p:spPr bwMode="auto">
          <a:xfrm>
            <a:off x="0" y="0"/>
            <a:ext cx="6858000" cy="609600"/>
          </a:xfrm>
          <a:custGeom>
            <a:avLst/>
            <a:gdLst>
              <a:gd name="T0" fmla="*/ 0 w 5760"/>
              <a:gd name="T1" fmla="*/ 2147483646 h 512"/>
              <a:gd name="T2" fmla="*/ 2147483646 w 5760"/>
              <a:gd name="T3" fmla="*/ 2147483646 h 512"/>
              <a:gd name="T4" fmla="*/ 2147483646 w 5760"/>
              <a:gd name="T5" fmla="*/ 0 h 512"/>
              <a:gd name="T6" fmla="*/ 2147483646 w 5760"/>
              <a:gd name="T7" fmla="*/ 2147483646 h 512"/>
              <a:gd name="T8" fmla="*/ 0 w 5760"/>
              <a:gd name="T9" fmla="*/ 2147483646 h 512"/>
              <a:gd name="T10" fmla="*/ 0 w 5760"/>
              <a:gd name="T11" fmla="*/ 2147483646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</a:path>
            </a:pathLst>
          </a:custGeom>
          <a:gradFill rotWithShape="1">
            <a:gsLst>
              <a:gs pos="0">
                <a:srgbClr val="143DA2"/>
              </a:gs>
              <a:gs pos="50000">
                <a:srgbClr val="091C4B"/>
              </a:gs>
              <a:gs pos="100000">
                <a:srgbClr val="143DA2"/>
              </a:gs>
              <a:gs pos="100000">
                <a:srgbClr val="143DA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7" name="Freeform 607"/>
          <p:cNvSpPr>
            <a:spLocks noChangeArrowheads="1"/>
          </p:cNvSpPr>
          <p:nvPr/>
        </p:nvSpPr>
        <p:spPr bwMode="auto">
          <a:xfrm>
            <a:off x="3733800" y="600076"/>
            <a:ext cx="3124200" cy="333375"/>
          </a:xfrm>
          <a:custGeom>
            <a:avLst/>
            <a:gdLst>
              <a:gd name="T0" fmla="*/ 0 w 2624"/>
              <a:gd name="T1" fmla="*/ 2147483646 h 280"/>
              <a:gd name="T2" fmla="*/ 2147483646 w 2624"/>
              <a:gd name="T3" fmla="*/ 2147483646 h 280"/>
              <a:gd name="T4" fmla="*/ 2147483646 w 2624"/>
              <a:gd name="T5" fmla="*/ 2147483646 h 280"/>
              <a:gd name="T6" fmla="*/ 2147483646 w 2624"/>
              <a:gd name="T7" fmla="*/ 0 h 280"/>
              <a:gd name="T8" fmla="*/ 0 w 2624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8" name="Rectangle 608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914400"/>
            <a:ext cx="6172200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  <a:endParaRPr lang="en-US" altLang="en-US"/>
          </a:p>
          <a:p>
            <a:pPr lvl="1"/>
            <a:r>
              <a:rPr lang="zh-CN" altLang="en-US"/>
              <a:t>第二级</a:t>
            </a:r>
            <a:endParaRPr lang="en-US" altLang="en-US"/>
          </a:p>
          <a:p>
            <a:pPr lvl="2"/>
            <a:r>
              <a:rPr lang="zh-CN" altLang="en-US"/>
              <a:t>第三级</a:t>
            </a:r>
            <a:endParaRPr lang="en-US" altLang="en-US"/>
          </a:p>
          <a:p>
            <a:pPr lvl="3"/>
            <a:r>
              <a:rPr lang="zh-CN" altLang="en-US"/>
              <a:t>第四级</a:t>
            </a:r>
            <a:endParaRPr lang="en-US" altLang="en-US"/>
          </a:p>
          <a:p>
            <a:pPr lvl="4"/>
            <a:r>
              <a:rPr lang="zh-CN" altLang="en-US"/>
              <a:t>第五级</a:t>
            </a:r>
            <a:endParaRPr lang="en-US" altLang="en-US"/>
          </a:p>
        </p:txBody>
      </p:sp>
      <p:sp>
        <p:nvSpPr>
          <p:cNvPr id="1049185" name="Rectangle 60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14950" y="4972050"/>
            <a:ext cx="1485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 b="1" i="1">
                <a:solidFill>
                  <a:srgbClr val="FFFFFF"/>
                </a:solidFill>
                <a:latin typeface="Arial" charset="0"/>
                <a:ea typeface="+mn-ea"/>
                <a:sym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49186" name="Rectangle 6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86100" y="5029200"/>
            <a:ext cx="62865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750" b="1" i="1">
                <a:solidFill>
                  <a:srgbClr val="692AA2"/>
                </a:solidFill>
              </a:defRPr>
            </a:lvl1pPr>
          </a:lstStyle>
          <a:p>
            <a:pPr>
              <a:defRPr/>
            </a:pPr>
            <a:fld id="{6B7D8976-6470-45B1-A688-D6E59515CAFF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5131" name="Rectangle 611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171450"/>
            <a:ext cx="53721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1049188" name="Rectangle 61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85750" y="4914901"/>
            <a:ext cx="1257300" cy="16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 b="1" i="1">
                <a:solidFill>
                  <a:srgbClr val="FFFFFF"/>
                </a:solidFill>
                <a:latin typeface="Verdana" pitchFamily="34" charset="0"/>
                <a:ea typeface="+mn-ea"/>
                <a:sym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pic>
        <p:nvPicPr>
          <p:cNvPr id="5133" name="Picture 1"/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3225" y="4770438"/>
            <a:ext cx="1129904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hf sldNum="0"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5pPr>
      <a:lvl6pPr marL="3429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6pPr>
      <a:lvl7pPr marL="6858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7pPr>
      <a:lvl8pPr marL="10287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8pPr>
      <a:lvl9pPr marL="13716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9pPr>
    </p:titleStyle>
    <p:bodyStyle>
      <a:lvl1pPr marL="257175" indent="-257175" algn="l" rtl="0" eaLnBrk="0" fontAlgn="base" latinLnBrk="1" hangingPunct="0">
        <a:spcBef>
          <a:spcPct val="20000"/>
        </a:spcBef>
        <a:spcAft>
          <a:spcPct val="0"/>
        </a:spcAft>
        <a:buClr>
          <a:srgbClr val="AED337"/>
        </a:buClr>
        <a:buFont typeface="Wingdings" panose="05000000000000000000" pitchFamily="2" charset="2"/>
        <a:buChar char="v"/>
        <a:defRPr sz="2100" b="1">
          <a:solidFill>
            <a:srgbClr val="143DA2"/>
          </a:solidFill>
          <a:latin typeface="+mn-lt"/>
          <a:ea typeface="+mn-ea"/>
          <a:cs typeface="+mn-cs"/>
        </a:defRPr>
      </a:lvl1pPr>
      <a:lvl2pPr marL="557213" indent="-214313" algn="l" rtl="0" eaLnBrk="0" fontAlgn="base" latinLnBrk="1" hangingPunct="0">
        <a:spcBef>
          <a:spcPct val="20000"/>
        </a:spcBef>
        <a:spcAft>
          <a:spcPct val="0"/>
        </a:spcAft>
        <a:buClr>
          <a:srgbClr val="EB592B"/>
        </a:buClr>
        <a:buFont typeface="Wingdings" panose="05000000000000000000" pitchFamily="2" charset="2"/>
        <a:buChar char="§"/>
        <a:defRPr sz="1800">
          <a:solidFill>
            <a:srgbClr val="000000"/>
          </a:solidFill>
          <a:latin typeface="Arial" charset="0"/>
          <a:ea typeface="+mn-ea"/>
        </a:defRPr>
      </a:lvl2pPr>
      <a:lvl3pPr marL="8572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•"/>
        <a:defRPr sz="1650">
          <a:solidFill>
            <a:srgbClr val="000000"/>
          </a:solidFill>
          <a:latin typeface="Arial" charset="0"/>
          <a:ea typeface="+mn-ea"/>
        </a:defRPr>
      </a:lvl3pPr>
      <a:lvl4pPr marL="12001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–"/>
        <a:defRPr sz="1500">
          <a:solidFill>
            <a:srgbClr val="000000"/>
          </a:solidFill>
          <a:latin typeface="Arial" charset="0"/>
          <a:ea typeface="+mn-ea"/>
        </a:defRPr>
      </a:lvl4pPr>
      <a:lvl5pPr marL="15430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5pPr>
      <a:lvl6pPr marL="18859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6pPr>
      <a:lvl7pPr marL="22288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7pPr>
      <a:lvl8pPr marL="25717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8pPr>
      <a:lvl9pPr marL="29146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reeform 388"/>
          <p:cNvSpPr>
            <a:spLocks noChangeArrowheads="1"/>
          </p:cNvSpPr>
          <p:nvPr/>
        </p:nvSpPr>
        <p:spPr bwMode="auto">
          <a:xfrm>
            <a:off x="-1191" y="4810126"/>
            <a:ext cx="3153966" cy="333375"/>
          </a:xfrm>
          <a:custGeom>
            <a:avLst/>
            <a:gdLst>
              <a:gd name="T0" fmla="*/ 2147483646 w 2649"/>
              <a:gd name="T1" fmla="*/ 2147483646 h 280"/>
              <a:gd name="T2" fmla="*/ 2147483646 w 2649"/>
              <a:gd name="T3" fmla="*/ 2147483646 h 280"/>
              <a:gd name="T4" fmla="*/ 2147483646 w 2649"/>
              <a:gd name="T5" fmla="*/ 0 h 280"/>
              <a:gd name="T6" fmla="*/ 0 w 2649"/>
              <a:gd name="T7" fmla="*/ 2147483646 h 280"/>
              <a:gd name="T8" fmla="*/ 2147483646 w 2649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7" name="Freeform 389"/>
          <p:cNvSpPr>
            <a:spLocks noChangeArrowheads="1"/>
          </p:cNvSpPr>
          <p:nvPr/>
        </p:nvSpPr>
        <p:spPr bwMode="auto">
          <a:xfrm>
            <a:off x="3699273" y="4752976"/>
            <a:ext cx="3158728" cy="390525"/>
          </a:xfrm>
          <a:custGeom>
            <a:avLst/>
            <a:gdLst>
              <a:gd name="T0" fmla="*/ 0 w 2653"/>
              <a:gd name="T1" fmla="*/ 2147483646 h 328"/>
              <a:gd name="T2" fmla="*/ 2147483646 w 2653"/>
              <a:gd name="T3" fmla="*/ 2147483646 h 328"/>
              <a:gd name="T4" fmla="*/ 2147483646 w 2653"/>
              <a:gd name="T5" fmla="*/ 0 h 328"/>
              <a:gd name="T6" fmla="*/ 2147483646 w 2653"/>
              <a:gd name="T7" fmla="*/ 2147483646 h 328"/>
              <a:gd name="T8" fmla="*/ 0 w 2653"/>
              <a:gd name="T9" fmla="*/ 2147483646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148" name="Object 27"/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3" imgW="4101587" imgH="406063" progId="Photoshop.Image.6">
                  <p:embed/>
                </p:oleObj>
              </mc:Choice>
              <mc:Fallback>
                <p:oleObj name="Image" r:id="rId13" imgW="4101587" imgH="406063" progId="Photoshop.Image.6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9" name="Freeform 390"/>
          <p:cNvSpPr>
            <a:spLocks noChangeArrowheads="1"/>
          </p:cNvSpPr>
          <p:nvPr/>
        </p:nvSpPr>
        <p:spPr bwMode="auto">
          <a:xfrm flipH="1">
            <a:off x="1" y="595314"/>
            <a:ext cx="2726531" cy="333375"/>
          </a:xfrm>
          <a:custGeom>
            <a:avLst/>
            <a:gdLst>
              <a:gd name="T0" fmla="*/ 0 w 2096"/>
              <a:gd name="T1" fmla="*/ 2147483646 h 280"/>
              <a:gd name="T2" fmla="*/ 2147483646 w 2096"/>
              <a:gd name="T3" fmla="*/ 2147483646 h 280"/>
              <a:gd name="T4" fmla="*/ 2147483646 w 2096"/>
              <a:gd name="T5" fmla="*/ 2147483646 h 280"/>
              <a:gd name="T6" fmla="*/ 2147483646 w 2096"/>
              <a:gd name="T7" fmla="*/ 0 h 280"/>
              <a:gd name="T8" fmla="*/ 0 w 2096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50" name="Freeform 391"/>
          <p:cNvSpPr>
            <a:spLocks noChangeArrowheads="1"/>
          </p:cNvSpPr>
          <p:nvPr/>
        </p:nvSpPr>
        <p:spPr bwMode="auto">
          <a:xfrm>
            <a:off x="0" y="0"/>
            <a:ext cx="6858000" cy="609600"/>
          </a:xfrm>
          <a:custGeom>
            <a:avLst/>
            <a:gdLst>
              <a:gd name="T0" fmla="*/ 0 w 5760"/>
              <a:gd name="T1" fmla="*/ 2147483646 h 512"/>
              <a:gd name="T2" fmla="*/ 2147483646 w 5760"/>
              <a:gd name="T3" fmla="*/ 2147483646 h 512"/>
              <a:gd name="T4" fmla="*/ 2147483646 w 5760"/>
              <a:gd name="T5" fmla="*/ 0 h 512"/>
              <a:gd name="T6" fmla="*/ 2147483646 w 5760"/>
              <a:gd name="T7" fmla="*/ 2147483646 h 512"/>
              <a:gd name="T8" fmla="*/ 0 w 5760"/>
              <a:gd name="T9" fmla="*/ 2147483646 h 512"/>
              <a:gd name="T10" fmla="*/ 0 w 5760"/>
              <a:gd name="T11" fmla="*/ 2147483646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</a:path>
            </a:pathLst>
          </a:custGeom>
          <a:gradFill rotWithShape="1">
            <a:gsLst>
              <a:gs pos="0">
                <a:srgbClr val="143DA2"/>
              </a:gs>
              <a:gs pos="50000">
                <a:srgbClr val="091C4B"/>
              </a:gs>
              <a:gs pos="100000">
                <a:srgbClr val="143DA2"/>
              </a:gs>
              <a:gs pos="100000">
                <a:srgbClr val="143DA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51" name="Freeform 392"/>
          <p:cNvSpPr>
            <a:spLocks noChangeArrowheads="1"/>
          </p:cNvSpPr>
          <p:nvPr/>
        </p:nvSpPr>
        <p:spPr bwMode="auto">
          <a:xfrm>
            <a:off x="3733800" y="600076"/>
            <a:ext cx="3124200" cy="333375"/>
          </a:xfrm>
          <a:custGeom>
            <a:avLst/>
            <a:gdLst>
              <a:gd name="T0" fmla="*/ 0 w 2624"/>
              <a:gd name="T1" fmla="*/ 2147483646 h 280"/>
              <a:gd name="T2" fmla="*/ 2147483646 w 2624"/>
              <a:gd name="T3" fmla="*/ 2147483646 h 280"/>
              <a:gd name="T4" fmla="*/ 2147483646 w 2624"/>
              <a:gd name="T5" fmla="*/ 2147483646 h 280"/>
              <a:gd name="T6" fmla="*/ 2147483646 w 2624"/>
              <a:gd name="T7" fmla="*/ 0 h 280"/>
              <a:gd name="T8" fmla="*/ 0 w 2624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52" name="Rectangle 39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914400"/>
            <a:ext cx="6172200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  <a:endParaRPr lang="en-US" altLang="en-US"/>
          </a:p>
          <a:p>
            <a:pPr lvl="1"/>
            <a:r>
              <a:rPr lang="zh-CN" altLang="en-US"/>
              <a:t>第二级</a:t>
            </a:r>
            <a:endParaRPr lang="en-US" altLang="en-US"/>
          </a:p>
          <a:p>
            <a:pPr lvl="2"/>
            <a:r>
              <a:rPr lang="zh-CN" altLang="en-US"/>
              <a:t>第三级</a:t>
            </a:r>
            <a:endParaRPr lang="en-US" altLang="en-US"/>
          </a:p>
          <a:p>
            <a:pPr lvl="3"/>
            <a:r>
              <a:rPr lang="zh-CN" altLang="en-US"/>
              <a:t>第四级</a:t>
            </a:r>
            <a:endParaRPr lang="en-US" altLang="en-US"/>
          </a:p>
          <a:p>
            <a:pPr lvl="4"/>
            <a:r>
              <a:rPr lang="zh-CN" altLang="en-US"/>
              <a:t>第五级</a:t>
            </a:r>
            <a:endParaRPr lang="en-US" altLang="en-US"/>
          </a:p>
        </p:txBody>
      </p:sp>
      <p:sp>
        <p:nvSpPr>
          <p:cNvPr id="1048970" name="Rectangle 39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14950" y="4972050"/>
            <a:ext cx="1485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 b="1" i="1">
                <a:solidFill>
                  <a:srgbClr val="FFFFFF"/>
                </a:solidFill>
                <a:latin typeface="Arial" charset="0"/>
                <a:ea typeface="+mn-ea"/>
                <a:sym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48971" name="Rectangle 39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86100" y="5029200"/>
            <a:ext cx="62865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750" b="1" i="1">
                <a:solidFill>
                  <a:srgbClr val="692AA2"/>
                </a:solidFill>
              </a:defRPr>
            </a:lvl1pPr>
          </a:lstStyle>
          <a:p>
            <a:pPr>
              <a:defRPr/>
            </a:pPr>
            <a:fld id="{8153964F-479F-4B83-805E-D20F261C1238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155" name="Rectangle 396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171450"/>
            <a:ext cx="53721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1048973" name="Rectangle 39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85750" y="4914901"/>
            <a:ext cx="1257300" cy="16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 b="1" i="1">
                <a:solidFill>
                  <a:srgbClr val="FFFFFF"/>
                </a:solidFill>
                <a:latin typeface="Verdana" pitchFamily="34" charset="0"/>
                <a:ea typeface="+mn-ea"/>
                <a:sym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</p:sldLayoutIdLst>
  <p:hf sldNum="0"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5pPr>
      <a:lvl6pPr marL="3429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6pPr>
      <a:lvl7pPr marL="6858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7pPr>
      <a:lvl8pPr marL="10287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8pPr>
      <a:lvl9pPr marL="13716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9pPr>
    </p:titleStyle>
    <p:bodyStyle>
      <a:lvl1pPr marL="257175" indent="-257175" algn="l" rtl="0" eaLnBrk="0" fontAlgn="base" latinLnBrk="1" hangingPunct="0">
        <a:spcBef>
          <a:spcPct val="20000"/>
        </a:spcBef>
        <a:spcAft>
          <a:spcPct val="0"/>
        </a:spcAft>
        <a:buClr>
          <a:srgbClr val="AED337"/>
        </a:buClr>
        <a:buFont typeface="Wingdings" panose="05000000000000000000" pitchFamily="2" charset="2"/>
        <a:buChar char="v"/>
        <a:defRPr sz="2100" b="1">
          <a:solidFill>
            <a:srgbClr val="143DA2"/>
          </a:solidFill>
          <a:latin typeface="+mn-lt"/>
          <a:ea typeface="+mn-ea"/>
          <a:cs typeface="+mn-cs"/>
        </a:defRPr>
      </a:lvl1pPr>
      <a:lvl2pPr marL="557213" indent="-214313" algn="l" rtl="0" eaLnBrk="0" fontAlgn="base" latinLnBrk="1" hangingPunct="0">
        <a:spcBef>
          <a:spcPct val="20000"/>
        </a:spcBef>
        <a:spcAft>
          <a:spcPct val="0"/>
        </a:spcAft>
        <a:buClr>
          <a:srgbClr val="EB592B"/>
        </a:buClr>
        <a:buFont typeface="Wingdings" panose="05000000000000000000" pitchFamily="2" charset="2"/>
        <a:buChar char="§"/>
        <a:defRPr sz="1800">
          <a:solidFill>
            <a:srgbClr val="000000"/>
          </a:solidFill>
          <a:latin typeface="Arial" charset="0"/>
          <a:ea typeface="+mn-ea"/>
        </a:defRPr>
      </a:lvl2pPr>
      <a:lvl3pPr marL="8572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•"/>
        <a:defRPr sz="1650">
          <a:solidFill>
            <a:srgbClr val="000000"/>
          </a:solidFill>
          <a:latin typeface="Arial" charset="0"/>
          <a:ea typeface="+mn-ea"/>
        </a:defRPr>
      </a:lvl3pPr>
      <a:lvl4pPr marL="12001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–"/>
        <a:defRPr sz="1500">
          <a:solidFill>
            <a:srgbClr val="000000"/>
          </a:solidFill>
          <a:latin typeface="Arial" charset="0"/>
          <a:ea typeface="+mn-ea"/>
        </a:defRPr>
      </a:lvl4pPr>
      <a:lvl5pPr marL="15430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5pPr>
      <a:lvl6pPr marL="18859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6pPr>
      <a:lvl7pPr marL="22288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7pPr>
      <a:lvl8pPr marL="25717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8pPr>
      <a:lvl9pPr marL="29146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reeform 423"/>
          <p:cNvSpPr>
            <a:spLocks noChangeArrowheads="1"/>
          </p:cNvSpPr>
          <p:nvPr/>
        </p:nvSpPr>
        <p:spPr bwMode="auto">
          <a:xfrm>
            <a:off x="-1191" y="4810126"/>
            <a:ext cx="3153966" cy="333375"/>
          </a:xfrm>
          <a:custGeom>
            <a:avLst/>
            <a:gdLst>
              <a:gd name="T0" fmla="*/ 2147483646 w 2649"/>
              <a:gd name="T1" fmla="*/ 2147483646 h 280"/>
              <a:gd name="T2" fmla="*/ 2147483646 w 2649"/>
              <a:gd name="T3" fmla="*/ 2147483646 h 280"/>
              <a:gd name="T4" fmla="*/ 2147483646 w 2649"/>
              <a:gd name="T5" fmla="*/ 0 h 280"/>
              <a:gd name="T6" fmla="*/ 0 w 2649"/>
              <a:gd name="T7" fmla="*/ 2147483646 h 280"/>
              <a:gd name="T8" fmla="*/ 2147483646 w 2649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1" name="Freeform 424"/>
          <p:cNvSpPr>
            <a:spLocks noChangeArrowheads="1"/>
          </p:cNvSpPr>
          <p:nvPr/>
        </p:nvSpPr>
        <p:spPr bwMode="auto">
          <a:xfrm>
            <a:off x="3699273" y="4752976"/>
            <a:ext cx="3158728" cy="390525"/>
          </a:xfrm>
          <a:custGeom>
            <a:avLst/>
            <a:gdLst>
              <a:gd name="T0" fmla="*/ 0 w 2653"/>
              <a:gd name="T1" fmla="*/ 2147483646 h 328"/>
              <a:gd name="T2" fmla="*/ 2147483646 w 2653"/>
              <a:gd name="T3" fmla="*/ 2147483646 h 328"/>
              <a:gd name="T4" fmla="*/ 2147483646 w 2653"/>
              <a:gd name="T5" fmla="*/ 0 h 328"/>
              <a:gd name="T6" fmla="*/ 2147483646 w 2653"/>
              <a:gd name="T7" fmla="*/ 2147483646 h 328"/>
              <a:gd name="T8" fmla="*/ 0 w 2653"/>
              <a:gd name="T9" fmla="*/ 2147483646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172" name="Object 29"/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3" imgW="4101587" imgH="406063" progId="Photoshop.Image.6">
                  <p:embed/>
                </p:oleObj>
              </mc:Choice>
              <mc:Fallback>
                <p:oleObj name="Image" r:id="rId13" imgW="4101587" imgH="406063" progId="Photoshop.Image.6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3" name="Freeform 425"/>
          <p:cNvSpPr>
            <a:spLocks noChangeArrowheads="1"/>
          </p:cNvSpPr>
          <p:nvPr/>
        </p:nvSpPr>
        <p:spPr bwMode="auto">
          <a:xfrm flipH="1">
            <a:off x="1" y="595314"/>
            <a:ext cx="2726531" cy="333375"/>
          </a:xfrm>
          <a:custGeom>
            <a:avLst/>
            <a:gdLst>
              <a:gd name="T0" fmla="*/ 0 w 2096"/>
              <a:gd name="T1" fmla="*/ 2147483646 h 280"/>
              <a:gd name="T2" fmla="*/ 2147483646 w 2096"/>
              <a:gd name="T3" fmla="*/ 2147483646 h 280"/>
              <a:gd name="T4" fmla="*/ 2147483646 w 2096"/>
              <a:gd name="T5" fmla="*/ 2147483646 h 280"/>
              <a:gd name="T6" fmla="*/ 2147483646 w 2096"/>
              <a:gd name="T7" fmla="*/ 0 h 280"/>
              <a:gd name="T8" fmla="*/ 0 w 2096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4" name="Freeform 426"/>
          <p:cNvSpPr>
            <a:spLocks noChangeArrowheads="1"/>
          </p:cNvSpPr>
          <p:nvPr/>
        </p:nvSpPr>
        <p:spPr bwMode="auto">
          <a:xfrm>
            <a:off x="0" y="0"/>
            <a:ext cx="6858000" cy="609600"/>
          </a:xfrm>
          <a:custGeom>
            <a:avLst/>
            <a:gdLst>
              <a:gd name="T0" fmla="*/ 0 w 5760"/>
              <a:gd name="T1" fmla="*/ 2147483646 h 512"/>
              <a:gd name="T2" fmla="*/ 2147483646 w 5760"/>
              <a:gd name="T3" fmla="*/ 2147483646 h 512"/>
              <a:gd name="T4" fmla="*/ 2147483646 w 5760"/>
              <a:gd name="T5" fmla="*/ 0 h 512"/>
              <a:gd name="T6" fmla="*/ 2147483646 w 5760"/>
              <a:gd name="T7" fmla="*/ 2147483646 h 512"/>
              <a:gd name="T8" fmla="*/ 0 w 5760"/>
              <a:gd name="T9" fmla="*/ 2147483646 h 512"/>
              <a:gd name="T10" fmla="*/ 0 w 5760"/>
              <a:gd name="T11" fmla="*/ 2147483646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</a:path>
            </a:pathLst>
          </a:custGeom>
          <a:gradFill rotWithShape="1">
            <a:gsLst>
              <a:gs pos="0">
                <a:srgbClr val="143DA2"/>
              </a:gs>
              <a:gs pos="50000">
                <a:srgbClr val="091C4B"/>
              </a:gs>
              <a:gs pos="100000">
                <a:srgbClr val="143DA2"/>
              </a:gs>
              <a:gs pos="100000">
                <a:srgbClr val="143DA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5" name="Freeform 427"/>
          <p:cNvSpPr>
            <a:spLocks noChangeArrowheads="1"/>
          </p:cNvSpPr>
          <p:nvPr/>
        </p:nvSpPr>
        <p:spPr bwMode="auto">
          <a:xfrm>
            <a:off x="3733800" y="600076"/>
            <a:ext cx="3124200" cy="333375"/>
          </a:xfrm>
          <a:custGeom>
            <a:avLst/>
            <a:gdLst>
              <a:gd name="T0" fmla="*/ 0 w 2624"/>
              <a:gd name="T1" fmla="*/ 2147483646 h 280"/>
              <a:gd name="T2" fmla="*/ 2147483646 w 2624"/>
              <a:gd name="T3" fmla="*/ 2147483646 h 280"/>
              <a:gd name="T4" fmla="*/ 2147483646 w 2624"/>
              <a:gd name="T5" fmla="*/ 2147483646 h 280"/>
              <a:gd name="T6" fmla="*/ 2147483646 w 2624"/>
              <a:gd name="T7" fmla="*/ 0 h 280"/>
              <a:gd name="T8" fmla="*/ 0 w 2624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6" name="Rectangle 428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914400"/>
            <a:ext cx="6172200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  <a:endParaRPr lang="en-US" altLang="en-US"/>
          </a:p>
          <a:p>
            <a:pPr lvl="1"/>
            <a:r>
              <a:rPr lang="zh-CN" altLang="en-US"/>
              <a:t>第二级</a:t>
            </a:r>
            <a:endParaRPr lang="en-US" altLang="en-US"/>
          </a:p>
          <a:p>
            <a:pPr lvl="2"/>
            <a:r>
              <a:rPr lang="zh-CN" altLang="en-US"/>
              <a:t>第三级</a:t>
            </a:r>
            <a:endParaRPr lang="en-US" altLang="en-US"/>
          </a:p>
          <a:p>
            <a:pPr lvl="3"/>
            <a:r>
              <a:rPr lang="zh-CN" altLang="en-US"/>
              <a:t>第四级</a:t>
            </a:r>
            <a:endParaRPr lang="en-US" altLang="en-US"/>
          </a:p>
          <a:p>
            <a:pPr lvl="4"/>
            <a:r>
              <a:rPr lang="zh-CN" altLang="en-US"/>
              <a:t>第五级</a:t>
            </a:r>
            <a:endParaRPr lang="en-US" altLang="en-US"/>
          </a:p>
        </p:txBody>
      </p:sp>
      <p:sp>
        <p:nvSpPr>
          <p:cNvPr id="1049005" name="Rectangle 42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14950" y="4972050"/>
            <a:ext cx="1485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 b="1" i="1">
                <a:solidFill>
                  <a:srgbClr val="FFFFFF"/>
                </a:solidFill>
                <a:latin typeface="Arial" charset="0"/>
                <a:ea typeface="+mn-ea"/>
                <a:sym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49006" name="Rectangle 43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86100" y="5029200"/>
            <a:ext cx="62865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750" b="1" i="1">
                <a:solidFill>
                  <a:srgbClr val="692AA2"/>
                </a:solidFill>
              </a:defRPr>
            </a:lvl1pPr>
          </a:lstStyle>
          <a:p>
            <a:pPr>
              <a:defRPr/>
            </a:pPr>
            <a:fld id="{7534FC7F-618F-4692-954E-ABF7DA231AA9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179" name="Rectangle 431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171450"/>
            <a:ext cx="53721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1049008" name="Rectangle 43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85750" y="4914901"/>
            <a:ext cx="1257300" cy="16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 b="1" i="1">
                <a:solidFill>
                  <a:srgbClr val="FFFFFF"/>
                </a:solidFill>
                <a:latin typeface="Verdana" pitchFamily="34" charset="0"/>
                <a:ea typeface="+mn-ea"/>
                <a:sym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</p:sldLayoutIdLst>
  <p:hf sldNum="0"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5pPr>
      <a:lvl6pPr marL="3429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6pPr>
      <a:lvl7pPr marL="6858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7pPr>
      <a:lvl8pPr marL="10287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8pPr>
      <a:lvl9pPr marL="13716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9pPr>
    </p:titleStyle>
    <p:bodyStyle>
      <a:lvl1pPr marL="257175" indent="-257175" algn="l" rtl="0" eaLnBrk="0" fontAlgn="base" latinLnBrk="1" hangingPunct="0">
        <a:spcBef>
          <a:spcPct val="20000"/>
        </a:spcBef>
        <a:spcAft>
          <a:spcPct val="0"/>
        </a:spcAft>
        <a:buClr>
          <a:srgbClr val="AED337"/>
        </a:buClr>
        <a:buFont typeface="Wingdings" panose="05000000000000000000" pitchFamily="2" charset="2"/>
        <a:buChar char="v"/>
        <a:defRPr sz="2100" b="1">
          <a:solidFill>
            <a:srgbClr val="143DA2"/>
          </a:solidFill>
          <a:latin typeface="+mn-lt"/>
          <a:ea typeface="+mn-ea"/>
          <a:cs typeface="+mn-cs"/>
        </a:defRPr>
      </a:lvl1pPr>
      <a:lvl2pPr marL="557213" indent="-214313" algn="l" rtl="0" eaLnBrk="0" fontAlgn="base" latinLnBrk="1" hangingPunct="0">
        <a:spcBef>
          <a:spcPct val="20000"/>
        </a:spcBef>
        <a:spcAft>
          <a:spcPct val="0"/>
        </a:spcAft>
        <a:buClr>
          <a:srgbClr val="EB592B"/>
        </a:buClr>
        <a:buFont typeface="Wingdings" panose="05000000000000000000" pitchFamily="2" charset="2"/>
        <a:buChar char="§"/>
        <a:defRPr sz="1800">
          <a:solidFill>
            <a:srgbClr val="000000"/>
          </a:solidFill>
          <a:latin typeface="Arial" charset="0"/>
          <a:ea typeface="+mn-ea"/>
        </a:defRPr>
      </a:lvl2pPr>
      <a:lvl3pPr marL="8572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•"/>
        <a:defRPr sz="1650">
          <a:solidFill>
            <a:srgbClr val="000000"/>
          </a:solidFill>
          <a:latin typeface="Arial" charset="0"/>
          <a:ea typeface="+mn-ea"/>
        </a:defRPr>
      </a:lvl3pPr>
      <a:lvl4pPr marL="12001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–"/>
        <a:defRPr sz="1500">
          <a:solidFill>
            <a:srgbClr val="000000"/>
          </a:solidFill>
          <a:latin typeface="Arial" charset="0"/>
          <a:ea typeface="+mn-ea"/>
        </a:defRPr>
      </a:lvl4pPr>
      <a:lvl5pPr marL="15430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5pPr>
      <a:lvl6pPr marL="18859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6pPr>
      <a:lvl7pPr marL="22288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7pPr>
      <a:lvl8pPr marL="25717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8pPr>
      <a:lvl9pPr marL="29146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reeform 65"/>
          <p:cNvSpPr>
            <a:spLocks noChangeArrowheads="1"/>
          </p:cNvSpPr>
          <p:nvPr/>
        </p:nvSpPr>
        <p:spPr bwMode="auto">
          <a:xfrm>
            <a:off x="-1191" y="4810126"/>
            <a:ext cx="3153966" cy="333375"/>
          </a:xfrm>
          <a:custGeom>
            <a:avLst/>
            <a:gdLst>
              <a:gd name="T0" fmla="*/ 2147483646 w 2649"/>
              <a:gd name="T1" fmla="*/ 2147483646 h 280"/>
              <a:gd name="T2" fmla="*/ 2147483646 w 2649"/>
              <a:gd name="T3" fmla="*/ 2147483646 h 280"/>
              <a:gd name="T4" fmla="*/ 2147483646 w 2649"/>
              <a:gd name="T5" fmla="*/ 0 h 280"/>
              <a:gd name="T6" fmla="*/ 0 w 2649"/>
              <a:gd name="T7" fmla="*/ 2147483646 h 280"/>
              <a:gd name="T8" fmla="*/ 2147483646 w 2649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5" name="Freeform 66"/>
          <p:cNvSpPr>
            <a:spLocks noChangeArrowheads="1"/>
          </p:cNvSpPr>
          <p:nvPr/>
        </p:nvSpPr>
        <p:spPr bwMode="auto">
          <a:xfrm>
            <a:off x="3699273" y="4752976"/>
            <a:ext cx="3158728" cy="390525"/>
          </a:xfrm>
          <a:custGeom>
            <a:avLst/>
            <a:gdLst>
              <a:gd name="T0" fmla="*/ 0 w 2653"/>
              <a:gd name="T1" fmla="*/ 2147483646 h 328"/>
              <a:gd name="T2" fmla="*/ 2147483646 w 2653"/>
              <a:gd name="T3" fmla="*/ 2147483646 h 328"/>
              <a:gd name="T4" fmla="*/ 2147483646 w 2653"/>
              <a:gd name="T5" fmla="*/ 0 h 328"/>
              <a:gd name="T6" fmla="*/ 2147483646 w 2653"/>
              <a:gd name="T7" fmla="*/ 2147483646 h 328"/>
              <a:gd name="T8" fmla="*/ 0 w 2653"/>
              <a:gd name="T9" fmla="*/ 2147483646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196" name="Object 4"/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3" imgW="4101587" imgH="406063" progId="Photoshop.Image.6">
                  <p:embed/>
                </p:oleObj>
              </mc:Choice>
              <mc:Fallback>
                <p:oleObj name="Image" r:id="rId13" imgW="4101587" imgH="406063" progId="Photoshop.Image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7" name="Freeform 67"/>
          <p:cNvSpPr>
            <a:spLocks noChangeArrowheads="1"/>
          </p:cNvSpPr>
          <p:nvPr/>
        </p:nvSpPr>
        <p:spPr bwMode="auto">
          <a:xfrm flipH="1">
            <a:off x="1" y="595314"/>
            <a:ext cx="2726531" cy="333375"/>
          </a:xfrm>
          <a:custGeom>
            <a:avLst/>
            <a:gdLst>
              <a:gd name="T0" fmla="*/ 0 w 2096"/>
              <a:gd name="T1" fmla="*/ 2147483646 h 280"/>
              <a:gd name="T2" fmla="*/ 2147483646 w 2096"/>
              <a:gd name="T3" fmla="*/ 2147483646 h 280"/>
              <a:gd name="T4" fmla="*/ 2147483646 w 2096"/>
              <a:gd name="T5" fmla="*/ 2147483646 h 280"/>
              <a:gd name="T6" fmla="*/ 2147483646 w 2096"/>
              <a:gd name="T7" fmla="*/ 0 h 280"/>
              <a:gd name="T8" fmla="*/ 0 w 2096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8" name="Freeform 68"/>
          <p:cNvSpPr>
            <a:spLocks noChangeArrowheads="1"/>
          </p:cNvSpPr>
          <p:nvPr/>
        </p:nvSpPr>
        <p:spPr bwMode="auto">
          <a:xfrm>
            <a:off x="0" y="0"/>
            <a:ext cx="6858000" cy="609600"/>
          </a:xfrm>
          <a:custGeom>
            <a:avLst/>
            <a:gdLst>
              <a:gd name="T0" fmla="*/ 0 w 5760"/>
              <a:gd name="T1" fmla="*/ 2147483646 h 512"/>
              <a:gd name="T2" fmla="*/ 2147483646 w 5760"/>
              <a:gd name="T3" fmla="*/ 2147483646 h 512"/>
              <a:gd name="T4" fmla="*/ 2147483646 w 5760"/>
              <a:gd name="T5" fmla="*/ 0 h 512"/>
              <a:gd name="T6" fmla="*/ 2147483646 w 5760"/>
              <a:gd name="T7" fmla="*/ 2147483646 h 512"/>
              <a:gd name="T8" fmla="*/ 0 w 5760"/>
              <a:gd name="T9" fmla="*/ 2147483646 h 512"/>
              <a:gd name="T10" fmla="*/ 0 w 5760"/>
              <a:gd name="T11" fmla="*/ 2147483646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</a:path>
            </a:pathLst>
          </a:custGeom>
          <a:gradFill rotWithShape="1">
            <a:gsLst>
              <a:gs pos="0">
                <a:srgbClr val="143DA2"/>
              </a:gs>
              <a:gs pos="50000">
                <a:srgbClr val="091C4B"/>
              </a:gs>
              <a:gs pos="100000">
                <a:srgbClr val="143DA2"/>
              </a:gs>
              <a:gs pos="100000">
                <a:srgbClr val="143DA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9" name="Freeform 69"/>
          <p:cNvSpPr>
            <a:spLocks noChangeArrowheads="1"/>
          </p:cNvSpPr>
          <p:nvPr/>
        </p:nvSpPr>
        <p:spPr bwMode="auto">
          <a:xfrm>
            <a:off x="3733800" y="600076"/>
            <a:ext cx="3124200" cy="333375"/>
          </a:xfrm>
          <a:custGeom>
            <a:avLst/>
            <a:gdLst>
              <a:gd name="T0" fmla="*/ 0 w 2624"/>
              <a:gd name="T1" fmla="*/ 2147483646 h 280"/>
              <a:gd name="T2" fmla="*/ 2147483646 w 2624"/>
              <a:gd name="T3" fmla="*/ 2147483646 h 280"/>
              <a:gd name="T4" fmla="*/ 2147483646 w 2624"/>
              <a:gd name="T5" fmla="*/ 2147483646 h 280"/>
              <a:gd name="T6" fmla="*/ 2147483646 w 2624"/>
              <a:gd name="T7" fmla="*/ 0 h 280"/>
              <a:gd name="T8" fmla="*/ 0 w 2624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0" name="Rectangle 70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914400"/>
            <a:ext cx="6172200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  <a:endParaRPr lang="en-US" altLang="en-US"/>
          </a:p>
          <a:p>
            <a:pPr lvl="1"/>
            <a:r>
              <a:rPr lang="zh-CN" altLang="en-US"/>
              <a:t>第二级</a:t>
            </a:r>
            <a:endParaRPr lang="en-US" altLang="en-US"/>
          </a:p>
          <a:p>
            <a:pPr lvl="2"/>
            <a:r>
              <a:rPr lang="zh-CN" altLang="en-US"/>
              <a:t>第三级</a:t>
            </a:r>
            <a:endParaRPr lang="en-US" altLang="en-US"/>
          </a:p>
          <a:p>
            <a:pPr lvl="3"/>
            <a:r>
              <a:rPr lang="zh-CN" altLang="en-US"/>
              <a:t>第四级</a:t>
            </a:r>
            <a:endParaRPr lang="en-US" altLang="en-US"/>
          </a:p>
          <a:p>
            <a:pPr lvl="4"/>
            <a:r>
              <a:rPr lang="zh-CN" altLang="en-US"/>
              <a:t>第五级</a:t>
            </a:r>
            <a:endParaRPr lang="en-US" altLang="en-US"/>
          </a:p>
        </p:txBody>
      </p:sp>
      <p:sp>
        <p:nvSpPr>
          <p:cNvPr id="1048647" name="Rectangle 7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14950" y="4972050"/>
            <a:ext cx="1485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 b="1" i="1">
                <a:solidFill>
                  <a:srgbClr val="FFFFFF"/>
                </a:solidFill>
                <a:latin typeface="Arial" charset="0"/>
                <a:ea typeface="+mn-ea"/>
                <a:sym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48648" name="Rectangle 7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86100" y="5029200"/>
            <a:ext cx="62865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750" b="1" i="1">
                <a:solidFill>
                  <a:srgbClr val="692AA2"/>
                </a:solidFill>
              </a:defRPr>
            </a:lvl1pPr>
          </a:lstStyle>
          <a:p>
            <a:pPr>
              <a:defRPr/>
            </a:pPr>
            <a:fld id="{A2958559-C0CE-4F3A-BE08-A0BDF58D2327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8203" name="Rectangle 73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171450"/>
            <a:ext cx="53721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1048650" name="Rectangle 7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85750" y="4914901"/>
            <a:ext cx="1257300" cy="16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 b="1" i="1">
                <a:solidFill>
                  <a:srgbClr val="FFFFFF"/>
                </a:solidFill>
                <a:latin typeface="Verdana" pitchFamily="34" charset="0"/>
                <a:ea typeface="+mn-ea"/>
                <a:sym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</p:sldLayoutIdLst>
  <p:hf sldNum="0"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5pPr>
      <a:lvl6pPr marL="3429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6pPr>
      <a:lvl7pPr marL="6858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7pPr>
      <a:lvl8pPr marL="10287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8pPr>
      <a:lvl9pPr marL="13716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9pPr>
    </p:titleStyle>
    <p:bodyStyle>
      <a:lvl1pPr marL="257175" indent="-257175" algn="l" rtl="0" eaLnBrk="0" fontAlgn="base" latinLnBrk="1" hangingPunct="0">
        <a:spcBef>
          <a:spcPct val="20000"/>
        </a:spcBef>
        <a:spcAft>
          <a:spcPct val="0"/>
        </a:spcAft>
        <a:buClr>
          <a:srgbClr val="AED337"/>
        </a:buClr>
        <a:buFont typeface="Wingdings" panose="05000000000000000000" pitchFamily="2" charset="2"/>
        <a:buChar char="v"/>
        <a:defRPr sz="2100" b="1">
          <a:solidFill>
            <a:srgbClr val="143DA2"/>
          </a:solidFill>
          <a:latin typeface="+mn-lt"/>
          <a:ea typeface="+mn-ea"/>
          <a:cs typeface="+mn-cs"/>
        </a:defRPr>
      </a:lvl1pPr>
      <a:lvl2pPr marL="557213" indent="-214313" algn="l" rtl="0" eaLnBrk="0" fontAlgn="base" latinLnBrk="1" hangingPunct="0">
        <a:spcBef>
          <a:spcPct val="20000"/>
        </a:spcBef>
        <a:spcAft>
          <a:spcPct val="0"/>
        </a:spcAft>
        <a:buClr>
          <a:srgbClr val="EB592B"/>
        </a:buClr>
        <a:buFont typeface="Wingdings" panose="05000000000000000000" pitchFamily="2" charset="2"/>
        <a:buChar char="§"/>
        <a:defRPr sz="1800">
          <a:solidFill>
            <a:srgbClr val="000000"/>
          </a:solidFill>
          <a:latin typeface="Arial" charset="0"/>
          <a:ea typeface="+mn-ea"/>
        </a:defRPr>
      </a:lvl2pPr>
      <a:lvl3pPr marL="8572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•"/>
        <a:defRPr sz="1650">
          <a:solidFill>
            <a:srgbClr val="000000"/>
          </a:solidFill>
          <a:latin typeface="Arial" charset="0"/>
          <a:ea typeface="+mn-ea"/>
        </a:defRPr>
      </a:lvl3pPr>
      <a:lvl4pPr marL="12001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–"/>
        <a:defRPr sz="1500">
          <a:solidFill>
            <a:srgbClr val="000000"/>
          </a:solidFill>
          <a:latin typeface="Arial" charset="0"/>
          <a:ea typeface="+mn-ea"/>
        </a:defRPr>
      </a:lvl4pPr>
      <a:lvl5pPr marL="15430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5pPr>
      <a:lvl6pPr marL="18859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6pPr>
      <a:lvl7pPr marL="22288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7pPr>
      <a:lvl8pPr marL="25717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8pPr>
      <a:lvl9pPr marL="29146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reeform 483"/>
          <p:cNvSpPr>
            <a:spLocks noChangeArrowheads="1"/>
          </p:cNvSpPr>
          <p:nvPr/>
        </p:nvSpPr>
        <p:spPr bwMode="auto">
          <a:xfrm>
            <a:off x="-1191" y="4810126"/>
            <a:ext cx="3153966" cy="333375"/>
          </a:xfrm>
          <a:custGeom>
            <a:avLst/>
            <a:gdLst>
              <a:gd name="T0" fmla="*/ 2147483646 w 2649"/>
              <a:gd name="T1" fmla="*/ 2147483646 h 280"/>
              <a:gd name="T2" fmla="*/ 2147483646 w 2649"/>
              <a:gd name="T3" fmla="*/ 2147483646 h 280"/>
              <a:gd name="T4" fmla="*/ 2147483646 w 2649"/>
              <a:gd name="T5" fmla="*/ 0 h 280"/>
              <a:gd name="T6" fmla="*/ 0 w 2649"/>
              <a:gd name="T7" fmla="*/ 2147483646 h 280"/>
              <a:gd name="T8" fmla="*/ 2147483646 w 2649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9" name="Freeform 484"/>
          <p:cNvSpPr>
            <a:spLocks noChangeArrowheads="1"/>
          </p:cNvSpPr>
          <p:nvPr/>
        </p:nvSpPr>
        <p:spPr bwMode="auto">
          <a:xfrm>
            <a:off x="3699273" y="4752976"/>
            <a:ext cx="3158728" cy="390525"/>
          </a:xfrm>
          <a:custGeom>
            <a:avLst/>
            <a:gdLst>
              <a:gd name="T0" fmla="*/ 0 w 2653"/>
              <a:gd name="T1" fmla="*/ 2147483646 h 328"/>
              <a:gd name="T2" fmla="*/ 2147483646 w 2653"/>
              <a:gd name="T3" fmla="*/ 2147483646 h 328"/>
              <a:gd name="T4" fmla="*/ 2147483646 w 2653"/>
              <a:gd name="T5" fmla="*/ 0 h 328"/>
              <a:gd name="T6" fmla="*/ 2147483646 w 2653"/>
              <a:gd name="T7" fmla="*/ 2147483646 h 328"/>
              <a:gd name="T8" fmla="*/ 0 w 2653"/>
              <a:gd name="T9" fmla="*/ 2147483646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220" name="Object 31"/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3" imgW="4101587" imgH="406063" progId="Photoshop.Image.6">
                  <p:embed/>
                </p:oleObj>
              </mc:Choice>
              <mc:Fallback>
                <p:oleObj name="Image" r:id="rId13" imgW="4101587" imgH="406063" progId="Photoshop.Image.6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1" name="Freeform 485"/>
          <p:cNvSpPr>
            <a:spLocks noChangeArrowheads="1"/>
          </p:cNvSpPr>
          <p:nvPr/>
        </p:nvSpPr>
        <p:spPr bwMode="auto">
          <a:xfrm flipH="1">
            <a:off x="1" y="595314"/>
            <a:ext cx="2726531" cy="333375"/>
          </a:xfrm>
          <a:custGeom>
            <a:avLst/>
            <a:gdLst>
              <a:gd name="T0" fmla="*/ 0 w 2096"/>
              <a:gd name="T1" fmla="*/ 2147483646 h 280"/>
              <a:gd name="T2" fmla="*/ 2147483646 w 2096"/>
              <a:gd name="T3" fmla="*/ 2147483646 h 280"/>
              <a:gd name="T4" fmla="*/ 2147483646 w 2096"/>
              <a:gd name="T5" fmla="*/ 2147483646 h 280"/>
              <a:gd name="T6" fmla="*/ 2147483646 w 2096"/>
              <a:gd name="T7" fmla="*/ 0 h 280"/>
              <a:gd name="T8" fmla="*/ 0 w 2096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2" name="Freeform 486"/>
          <p:cNvSpPr>
            <a:spLocks noChangeArrowheads="1"/>
          </p:cNvSpPr>
          <p:nvPr/>
        </p:nvSpPr>
        <p:spPr bwMode="auto">
          <a:xfrm>
            <a:off x="0" y="0"/>
            <a:ext cx="6858000" cy="609600"/>
          </a:xfrm>
          <a:custGeom>
            <a:avLst/>
            <a:gdLst>
              <a:gd name="T0" fmla="*/ 0 w 5760"/>
              <a:gd name="T1" fmla="*/ 2147483646 h 512"/>
              <a:gd name="T2" fmla="*/ 2147483646 w 5760"/>
              <a:gd name="T3" fmla="*/ 2147483646 h 512"/>
              <a:gd name="T4" fmla="*/ 2147483646 w 5760"/>
              <a:gd name="T5" fmla="*/ 0 h 512"/>
              <a:gd name="T6" fmla="*/ 2147483646 w 5760"/>
              <a:gd name="T7" fmla="*/ 2147483646 h 512"/>
              <a:gd name="T8" fmla="*/ 0 w 5760"/>
              <a:gd name="T9" fmla="*/ 2147483646 h 512"/>
              <a:gd name="T10" fmla="*/ 0 w 5760"/>
              <a:gd name="T11" fmla="*/ 2147483646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</a:path>
            </a:pathLst>
          </a:custGeom>
          <a:gradFill rotWithShape="1">
            <a:gsLst>
              <a:gs pos="0">
                <a:srgbClr val="143DA2"/>
              </a:gs>
              <a:gs pos="50000">
                <a:srgbClr val="091C4B"/>
              </a:gs>
              <a:gs pos="100000">
                <a:srgbClr val="143DA2"/>
              </a:gs>
              <a:gs pos="100000">
                <a:srgbClr val="143DA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3" name="Freeform 487"/>
          <p:cNvSpPr>
            <a:spLocks noChangeArrowheads="1"/>
          </p:cNvSpPr>
          <p:nvPr/>
        </p:nvSpPr>
        <p:spPr bwMode="auto">
          <a:xfrm>
            <a:off x="3733800" y="600076"/>
            <a:ext cx="3124200" cy="333375"/>
          </a:xfrm>
          <a:custGeom>
            <a:avLst/>
            <a:gdLst>
              <a:gd name="T0" fmla="*/ 0 w 2624"/>
              <a:gd name="T1" fmla="*/ 2147483646 h 280"/>
              <a:gd name="T2" fmla="*/ 2147483646 w 2624"/>
              <a:gd name="T3" fmla="*/ 2147483646 h 280"/>
              <a:gd name="T4" fmla="*/ 2147483646 w 2624"/>
              <a:gd name="T5" fmla="*/ 2147483646 h 280"/>
              <a:gd name="T6" fmla="*/ 2147483646 w 2624"/>
              <a:gd name="T7" fmla="*/ 0 h 280"/>
              <a:gd name="T8" fmla="*/ 0 w 2624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4" name="Rectangle 488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914400"/>
            <a:ext cx="6172200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  <a:endParaRPr lang="en-US" altLang="en-US"/>
          </a:p>
          <a:p>
            <a:pPr lvl="1"/>
            <a:r>
              <a:rPr lang="zh-CN" altLang="en-US"/>
              <a:t>第二级</a:t>
            </a:r>
            <a:endParaRPr lang="en-US" altLang="en-US"/>
          </a:p>
          <a:p>
            <a:pPr lvl="2"/>
            <a:r>
              <a:rPr lang="zh-CN" altLang="en-US"/>
              <a:t>第三级</a:t>
            </a:r>
            <a:endParaRPr lang="en-US" altLang="en-US"/>
          </a:p>
          <a:p>
            <a:pPr lvl="3"/>
            <a:r>
              <a:rPr lang="zh-CN" altLang="en-US"/>
              <a:t>第四级</a:t>
            </a:r>
            <a:endParaRPr lang="en-US" altLang="en-US"/>
          </a:p>
          <a:p>
            <a:pPr lvl="4"/>
            <a:r>
              <a:rPr lang="zh-CN" altLang="en-US"/>
              <a:t>第五级</a:t>
            </a:r>
            <a:endParaRPr lang="en-US" altLang="en-US"/>
          </a:p>
        </p:txBody>
      </p:sp>
      <p:sp>
        <p:nvSpPr>
          <p:cNvPr id="1049065" name="Rectangle 48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14950" y="4972050"/>
            <a:ext cx="1485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 b="1" i="1">
                <a:solidFill>
                  <a:srgbClr val="FFFFFF"/>
                </a:solidFill>
                <a:latin typeface="Arial" charset="0"/>
                <a:ea typeface="+mn-ea"/>
                <a:sym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49066" name="Rectangle 49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86100" y="5029200"/>
            <a:ext cx="62865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750" b="1" i="1">
                <a:solidFill>
                  <a:srgbClr val="692AA2"/>
                </a:solidFill>
              </a:defRPr>
            </a:lvl1pPr>
          </a:lstStyle>
          <a:p>
            <a:pPr>
              <a:defRPr/>
            </a:pPr>
            <a:fld id="{0AEBEEF4-1BEE-422E-B32D-820F62BFFA5A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9227" name="Rectangle 491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171450"/>
            <a:ext cx="53721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1049068" name="Rectangle 49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85750" y="4914901"/>
            <a:ext cx="1257300" cy="16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 b="1" i="1">
                <a:solidFill>
                  <a:srgbClr val="FFFFFF"/>
                </a:solidFill>
                <a:latin typeface="Verdana" pitchFamily="34" charset="0"/>
                <a:ea typeface="+mn-ea"/>
                <a:sym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hf sldNum="0"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5pPr>
      <a:lvl6pPr marL="3429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6pPr>
      <a:lvl7pPr marL="6858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7pPr>
      <a:lvl8pPr marL="10287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8pPr>
      <a:lvl9pPr marL="13716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9pPr>
    </p:titleStyle>
    <p:bodyStyle>
      <a:lvl1pPr marL="257175" indent="-257175" algn="l" rtl="0" eaLnBrk="0" fontAlgn="base" latinLnBrk="1" hangingPunct="0">
        <a:spcBef>
          <a:spcPct val="20000"/>
        </a:spcBef>
        <a:spcAft>
          <a:spcPct val="0"/>
        </a:spcAft>
        <a:buClr>
          <a:srgbClr val="AED337"/>
        </a:buClr>
        <a:buFont typeface="Wingdings" panose="05000000000000000000" pitchFamily="2" charset="2"/>
        <a:buChar char="v"/>
        <a:defRPr sz="2100" b="1">
          <a:solidFill>
            <a:srgbClr val="143DA2"/>
          </a:solidFill>
          <a:latin typeface="+mn-lt"/>
          <a:ea typeface="+mn-ea"/>
          <a:cs typeface="+mn-cs"/>
        </a:defRPr>
      </a:lvl1pPr>
      <a:lvl2pPr marL="557213" indent="-214313" algn="l" rtl="0" eaLnBrk="0" fontAlgn="base" latinLnBrk="1" hangingPunct="0">
        <a:spcBef>
          <a:spcPct val="20000"/>
        </a:spcBef>
        <a:spcAft>
          <a:spcPct val="0"/>
        </a:spcAft>
        <a:buClr>
          <a:srgbClr val="EB592B"/>
        </a:buClr>
        <a:buFont typeface="Wingdings" panose="05000000000000000000" pitchFamily="2" charset="2"/>
        <a:buChar char="§"/>
        <a:defRPr sz="1800">
          <a:solidFill>
            <a:srgbClr val="000000"/>
          </a:solidFill>
          <a:latin typeface="Arial" charset="0"/>
          <a:ea typeface="+mn-ea"/>
        </a:defRPr>
      </a:lvl2pPr>
      <a:lvl3pPr marL="8572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•"/>
        <a:defRPr sz="1650">
          <a:solidFill>
            <a:srgbClr val="000000"/>
          </a:solidFill>
          <a:latin typeface="Arial" charset="0"/>
          <a:ea typeface="+mn-ea"/>
        </a:defRPr>
      </a:lvl3pPr>
      <a:lvl4pPr marL="12001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–"/>
        <a:defRPr sz="1500">
          <a:solidFill>
            <a:srgbClr val="000000"/>
          </a:solidFill>
          <a:latin typeface="Arial" charset="0"/>
          <a:ea typeface="+mn-ea"/>
        </a:defRPr>
      </a:lvl4pPr>
      <a:lvl5pPr marL="15430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5pPr>
      <a:lvl6pPr marL="18859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6pPr>
      <a:lvl7pPr marL="22288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7pPr>
      <a:lvl8pPr marL="25717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8pPr>
      <a:lvl9pPr marL="29146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reeform 248"/>
          <p:cNvSpPr>
            <a:spLocks noChangeArrowheads="1"/>
          </p:cNvSpPr>
          <p:nvPr/>
        </p:nvSpPr>
        <p:spPr bwMode="auto">
          <a:xfrm>
            <a:off x="-1191" y="4810126"/>
            <a:ext cx="3153966" cy="333375"/>
          </a:xfrm>
          <a:custGeom>
            <a:avLst/>
            <a:gdLst>
              <a:gd name="T0" fmla="*/ 2147483646 w 2649"/>
              <a:gd name="T1" fmla="*/ 2147483646 h 280"/>
              <a:gd name="T2" fmla="*/ 2147483646 w 2649"/>
              <a:gd name="T3" fmla="*/ 2147483646 h 280"/>
              <a:gd name="T4" fmla="*/ 2147483646 w 2649"/>
              <a:gd name="T5" fmla="*/ 0 h 280"/>
              <a:gd name="T6" fmla="*/ 0 w 2649"/>
              <a:gd name="T7" fmla="*/ 2147483646 h 280"/>
              <a:gd name="T8" fmla="*/ 2147483646 w 2649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3" name="Freeform 249"/>
          <p:cNvSpPr>
            <a:spLocks noChangeArrowheads="1"/>
          </p:cNvSpPr>
          <p:nvPr/>
        </p:nvSpPr>
        <p:spPr bwMode="auto">
          <a:xfrm>
            <a:off x="3699273" y="4752976"/>
            <a:ext cx="3158728" cy="390525"/>
          </a:xfrm>
          <a:custGeom>
            <a:avLst/>
            <a:gdLst>
              <a:gd name="T0" fmla="*/ 0 w 2653"/>
              <a:gd name="T1" fmla="*/ 2147483646 h 328"/>
              <a:gd name="T2" fmla="*/ 2147483646 w 2653"/>
              <a:gd name="T3" fmla="*/ 2147483646 h 328"/>
              <a:gd name="T4" fmla="*/ 2147483646 w 2653"/>
              <a:gd name="T5" fmla="*/ 0 h 328"/>
              <a:gd name="T6" fmla="*/ 2147483646 w 2653"/>
              <a:gd name="T7" fmla="*/ 2147483646 h 328"/>
              <a:gd name="T8" fmla="*/ 0 w 2653"/>
              <a:gd name="T9" fmla="*/ 2147483646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0244" name="Object 19"/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3" imgW="4101587" imgH="406063" progId="Photoshop.Image.6">
                  <p:embed/>
                </p:oleObj>
              </mc:Choice>
              <mc:Fallback>
                <p:oleObj name="Image" r:id="rId13" imgW="4101587" imgH="406063" progId="Photoshop.Image.6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Freeform 250"/>
          <p:cNvSpPr>
            <a:spLocks noChangeArrowheads="1"/>
          </p:cNvSpPr>
          <p:nvPr/>
        </p:nvSpPr>
        <p:spPr bwMode="auto">
          <a:xfrm flipH="1">
            <a:off x="1" y="595314"/>
            <a:ext cx="2726531" cy="333375"/>
          </a:xfrm>
          <a:custGeom>
            <a:avLst/>
            <a:gdLst>
              <a:gd name="T0" fmla="*/ 0 w 2096"/>
              <a:gd name="T1" fmla="*/ 2147483646 h 280"/>
              <a:gd name="T2" fmla="*/ 2147483646 w 2096"/>
              <a:gd name="T3" fmla="*/ 2147483646 h 280"/>
              <a:gd name="T4" fmla="*/ 2147483646 w 2096"/>
              <a:gd name="T5" fmla="*/ 2147483646 h 280"/>
              <a:gd name="T6" fmla="*/ 2147483646 w 2096"/>
              <a:gd name="T7" fmla="*/ 0 h 280"/>
              <a:gd name="T8" fmla="*/ 0 w 2096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6" name="Freeform 251"/>
          <p:cNvSpPr>
            <a:spLocks noChangeArrowheads="1"/>
          </p:cNvSpPr>
          <p:nvPr/>
        </p:nvSpPr>
        <p:spPr bwMode="auto">
          <a:xfrm>
            <a:off x="0" y="0"/>
            <a:ext cx="6858000" cy="609600"/>
          </a:xfrm>
          <a:custGeom>
            <a:avLst/>
            <a:gdLst>
              <a:gd name="T0" fmla="*/ 0 w 5760"/>
              <a:gd name="T1" fmla="*/ 2147483646 h 512"/>
              <a:gd name="T2" fmla="*/ 2147483646 w 5760"/>
              <a:gd name="T3" fmla="*/ 2147483646 h 512"/>
              <a:gd name="T4" fmla="*/ 2147483646 w 5760"/>
              <a:gd name="T5" fmla="*/ 0 h 512"/>
              <a:gd name="T6" fmla="*/ 2147483646 w 5760"/>
              <a:gd name="T7" fmla="*/ 2147483646 h 512"/>
              <a:gd name="T8" fmla="*/ 0 w 5760"/>
              <a:gd name="T9" fmla="*/ 2147483646 h 512"/>
              <a:gd name="T10" fmla="*/ 0 w 5760"/>
              <a:gd name="T11" fmla="*/ 2147483646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</a:path>
            </a:pathLst>
          </a:custGeom>
          <a:gradFill rotWithShape="1">
            <a:gsLst>
              <a:gs pos="0">
                <a:srgbClr val="143DA2"/>
              </a:gs>
              <a:gs pos="50000">
                <a:srgbClr val="091C4B"/>
              </a:gs>
              <a:gs pos="100000">
                <a:srgbClr val="143DA2"/>
              </a:gs>
              <a:gs pos="100000">
                <a:srgbClr val="143DA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7" name="Freeform 252"/>
          <p:cNvSpPr>
            <a:spLocks noChangeArrowheads="1"/>
          </p:cNvSpPr>
          <p:nvPr/>
        </p:nvSpPr>
        <p:spPr bwMode="auto">
          <a:xfrm>
            <a:off x="3733800" y="600076"/>
            <a:ext cx="3124200" cy="333375"/>
          </a:xfrm>
          <a:custGeom>
            <a:avLst/>
            <a:gdLst>
              <a:gd name="T0" fmla="*/ 0 w 2624"/>
              <a:gd name="T1" fmla="*/ 2147483646 h 280"/>
              <a:gd name="T2" fmla="*/ 2147483646 w 2624"/>
              <a:gd name="T3" fmla="*/ 2147483646 h 280"/>
              <a:gd name="T4" fmla="*/ 2147483646 w 2624"/>
              <a:gd name="T5" fmla="*/ 2147483646 h 280"/>
              <a:gd name="T6" fmla="*/ 2147483646 w 2624"/>
              <a:gd name="T7" fmla="*/ 0 h 280"/>
              <a:gd name="T8" fmla="*/ 0 w 2624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8" name="Rectangle 25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914400"/>
            <a:ext cx="6172200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  <a:endParaRPr lang="en-US" altLang="en-US"/>
          </a:p>
          <a:p>
            <a:pPr lvl="1"/>
            <a:r>
              <a:rPr lang="zh-CN" altLang="en-US"/>
              <a:t>第二级</a:t>
            </a:r>
            <a:endParaRPr lang="en-US" altLang="en-US"/>
          </a:p>
          <a:p>
            <a:pPr lvl="2"/>
            <a:r>
              <a:rPr lang="zh-CN" altLang="en-US"/>
              <a:t>第三级</a:t>
            </a:r>
            <a:endParaRPr lang="en-US" altLang="en-US"/>
          </a:p>
          <a:p>
            <a:pPr lvl="3"/>
            <a:r>
              <a:rPr lang="zh-CN" altLang="en-US"/>
              <a:t>第四级</a:t>
            </a:r>
            <a:endParaRPr lang="en-US" altLang="en-US"/>
          </a:p>
          <a:p>
            <a:pPr lvl="4"/>
            <a:r>
              <a:rPr lang="zh-CN" altLang="en-US"/>
              <a:t>第五级</a:t>
            </a:r>
            <a:endParaRPr lang="en-US" altLang="en-US"/>
          </a:p>
        </p:txBody>
      </p:sp>
      <p:sp>
        <p:nvSpPr>
          <p:cNvPr id="1048830" name="Rectangle 25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14950" y="4972050"/>
            <a:ext cx="1485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 b="1" i="1">
                <a:solidFill>
                  <a:srgbClr val="FFFFFF"/>
                </a:solidFill>
                <a:latin typeface="Arial" charset="0"/>
                <a:ea typeface="+mn-ea"/>
                <a:sym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48831" name="Rectangle 25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86100" y="5029200"/>
            <a:ext cx="62865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750" b="1" i="1">
                <a:solidFill>
                  <a:srgbClr val="692AA2"/>
                </a:solidFill>
              </a:defRPr>
            </a:lvl1pPr>
          </a:lstStyle>
          <a:p>
            <a:pPr>
              <a:defRPr/>
            </a:pPr>
            <a:fld id="{6E8B15B0-F7E9-4BE8-95A2-F0A8FC770D6F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10251" name="Rectangle 256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171450"/>
            <a:ext cx="53721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1048833" name="Rectangle 25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85750" y="4914901"/>
            <a:ext cx="1257300" cy="16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 b="1" i="1">
                <a:solidFill>
                  <a:srgbClr val="FFFFFF"/>
                </a:solidFill>
                <a:latin typeface="Verdana" pitchFamily="34" charset="0"/>
                <a:ea typeface="+mn-ea"/>
                <a:sym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</p:sldLayoutIdLst>
  <p:hf sldNum="0"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5pPr>
      <a:lvl6pPr marL="3429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6pPr>
      <a:lvl7pPr marL="6858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7pPr>
      <a:lvl8pPr marL="10287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8pPr>
      <a:lvl9pPr marL="13716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9pPr>
    </p:titleStyle>
    <p:bodyStyle>
      <a:lvl1pPr marL="257175" indent="-257175" algn="l" rtl="0" eaLnBrk="0" fontAlgn="base" latinLnBrk="1" hangingPunct="0">
        <a:spcBef>
          <a:spcPct val="20000"/>
        </a:spcBef>
        <a:spcAft>
          <a:spcPct val="0"/>
        </a:spcAft>
        <a:buClr>
          <a:srgbClr val="AED337"/>
        </a:buClr>
        <a:buFont typeface="Wingdings" panose="05000000000000000000" pitchFamily="2" charset="2"/>
        <a:buChar char="v"/>
        <a:defRPr sz="2100" b="1">
          <a:solidFill>
            <a:srgbClr val="143DA2"/>
          </a:solidFill>
          <a:latin typeface="+mn-lt"/>
          <a:ea typeface="+mn-ea"/>
          <a:cs typeface="+mn-cs"/>
        </a:defRPr>
      </a:lvl1pPr>
      <a:lvl2pPr marL="557213" indent="-214313" algn="l" rtl="0" eaLnBrk="0" fontAlgn="base" latinLnBrk="1" hangingPunct="0">
        <a:spcBef>
          <a:spcPct val="20000"/>
        </a:spcBef>
        <a:spcAft>
          <a:spcPct val="0"/>
        </a:spcAft>
        <a:buClr>
          <a:srgbClr val="EB592B"/>
        </a:buClr>
        <a:buFont typeface="Wingdings" panose="05000000000000000000" pitchFamily="2" charset="2"/>
        <a:buChar char="§"/>
        <a:defRPr sz="1800">
          <a:solidFill>
            <a:srgbClr val="000000"/>
          </a:solidFill>
          <a:latin typeface="Arial" charset="0"/>
          <a:ea typeface="+mn-ea"/>
        </a:defRPr>
      </a:lvl2pPr>
      <a:lvl3pPr marL="8572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•"/>
        <a:defRPr sz="1650">
          <a:solidFill>
            <a:srgbClr val="000000"/>
          </a:solidFill>
          <a:latin typeface="Arial" charset="0"/>
          <a:ea typeface="+mn-ea"/>
        </a:defRPr>
      </a:lvl3pPr>
      <a:lvl4pPr marL="12001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–"/>
        <a:defRPr sz="1500">
          <a:solidFill>
            <a:srgbClr val="000000"/>
          </a:solidFill>
          <a:latin typeface="Arial" charset="0"/>
          <a:ea typeface="+mn-ea"/>
        </a:defRPr>
      </a:lvl4pPr>
      <a:lvl5pPr marL="15430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5pPr>
      <a:lvl6pPr marL="18859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6pPr>
      <a:lvl7pPr marL="22288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7pPr>
      <a:lvl8pPr marL="25717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8pPr>
      <a:lvl9pPr marL="29146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reeform 213"/>
          <p:cNvSpPr>
            <a:spLocks noChangeArrowheads="1"/>
          </p:cNvSpPr>
          <p:nvPr/>
        </p:nvSpPr>
        <p:spPr bwMode="auto">
          <a:xfrm>
            <a:off x="-1191" y="4810126"/>
            <a:ext cx="3153966" cy="333375"/>
          </a:xfrm>
          <a:custGeom>
            <a:avLst/>
            <a:gdLst>
              <a:gd name="T0" fmla="*/ 2147483646 w 2649"/>
              <a:gd name="T1" fmla="*/ 2147483646 h 280"/>
              <a:gd name="T2" fmla="*/ 2147483646 w 2649"/>
              <a:gd name="T3" fmla="*/ 2147483646 h 280"/>
              <a:gd name="T4" fmla="*/ 2147483646 w 2649"/>
              <a:gd name="T5" fmla="*/ 0 h 280"/>
              <a:gd name="T6" fmla="*/ 0 w 2649"/>
              <a:gd name="T7" fmla="*/ 2147483646 h 280"/>
              <a:gd name="T8" fmla="*/ 2147483646 w 2649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67" name="Freeform 214"/>
          <p:cNvSpPr>
            <a:spLocks noChangeArrowheads="1"/>
          </p:cNvSpPr>
          <p:nvPr/>
        </p:nvSpPr>
        <p:spPr bwMode="auto">
          <a:xfrm>
            <a:off x="3699273" y="4752976"/>
            <a:ext cx="3158728" cy="390525"/>
          </a:xfrm>
          <a:custGeom>
            <a:avLst/>
            <a:gdLst>
              <a:gd name="T0" fmla="*/ 0 w 2653"/>
              <a:gd name="T1" fmla="*/ 2147483646 h 328"/>
              <a:gd name="T2" fmla="*/ 2147483646 w 2653"/>
              <a:gd name="T3" fmla="*/ 2147483646 h 328"/>
              <a:gd name="T4" fmla="*/ 2147483646 w 2653"/>
              <a:gd name="T5" fmla="*/ 0 h 328"/>
              <a:gd name="T6" fmla="*/ 2147483646 w 2653"/>
              <a:gd name="T7" fmla="*/ 2147483646 h 328"/>
              <a:gd name="T8" fmla="*/ 0 w 2653"/>
              <a:gd name="T9" fmla="*/ 2147483646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1268" name="Object 17"/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3" imgW="4101587" imgH="406063" progId="Photoshop.Image.6">
                  <p:embed/>
                </p:oleObj>
              </mc:Choice>
              <mc:Fallback>
                <p:oleObj name="Image" r:id="rId13" imgW="4101587" imgH="406063" progId="Photoshop.Image.6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9" name="Freeform 215"/>
          <p:cNvSpPr>
            <a:spLocks noChangeArrowheads="1"/>
          </p:cNvSpPr>
          <p:nvPr/>
        </p:nvSpPr>
        <p:spPr bwMode="auto">
          <a:xfrm flipH="1">
            <a:off x="1" y="595314"/>
            <a:ext cx="2726531" cy="333375"/>
          </a:xfrm>
          <a:custGeom>
            <a:avLst/>
            <a:gdLst>
              <a:gd name="T0" fmla="*/ 0 w 2096"/>
              <a:gd name="T1" fmla="*/ 2147483646 h 280"/>
              <a:gd name="T2" fmla="*/ 2147483646 w 2096"/>
              <a:gd name="T3" fmla="*/ 2147483646 h 280"/>
              <a:gd name="T4" fmla="*/ 2147483646 w 2096"/>
              <a:gd name="T5" fmla="*/ 2147483646 h 280"/>
              <a:gd name="T6" fmla="*/ 2147483646 w 2096"/>
              <a:gd name="T7" fmla="*/ 0 h 280"/>
              <a:gd name="T8" fmla="*/ 0 w 2096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70" name="Freeform 216"/>
          <p:cNvSpPr>
            <a:spLocks noChangeArrowheads="1"/>
          </p:cNvSpPr>
          <p:nvPr/>
        </p:nvSpPr>
        <p:spPr bwMode="auto">
          <a:xfrm>
            <a:off x="0" y="0"/>
            <a:ext cx="6858000" cy="609600"/>
          </a:xfrm>
          <a:custGeom>
            <a:avLst/>
            <a:gdLst>
              <a:gd name="T0" fmla="*/ 0 w 5760"/>
              <a:gd name="T1" fmla="*/ 2147483646 h 512"/>
              <a:gd name="T2" fmla="*/ 2147483646 w 5760"/>
              <a:gd name="T3" fmla="*/ 2147483646 h 512"/>
              <a:gd name="T4" fmla="*/ 2147483646 w 5760"/>
              <a:gd name="T5" fmla="*/ 0 h 512"/>
              <a:gd name="T6" fmla="*/ 2147483646 w 5760"/>
              <a:gd name="T7" fmla="*/ 2147483646 h 512"/>
              <a:gd name="T8" fmla="*/ 0 w 5760"/>
              <a:gd name="T9" fmla="*/ 2147483646 h 512"/>
              <a:gd name="T10" fmla="*/ 0 w 5760"/>
              <a:gd name="T11" fmla="*/ 2147483646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</a:path>
            </a:pathLst>
          </a:custGeom>
          <a:gradFill rotWithShape="1">
            <a:gsLst>
              <a:gs pos="0">
                <a:srgbClr val="143DA2"/>
              </a:gs>
              <a:gs pos="50000">
                <a:srgbClr val="091C4B"/>
              </a:gs>
              <a:gs pos="100000">
                <a:srgbClr val="143DA2"/>
              </a:gs>
              <a:gs pos="100000">
                <a:srgbClr val="143DA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71" name="Freeform 217"/>
          <p:cNvSpPr>
            <a:spLocks noChangeArrowheads="1"/>
          </p:cNvSpPr>
          <p:nvPr/>
        </p:nvSpPr>
        <p:spPr bwMode="auto">
          <a:xfrm>
            <a:off x="3733800" y="600076"/>
            <a:ext cx="3124200" cy="333375"/>
          </a:xfrm>
          <a:custGeom>
            <a:avLst/>
            <a:gdLst>
              <a:gd name="T0" fmla="*/ 0 w 2624"/>
              <a:gd name="T1" fmla="*/ 2147483646 h 280"/>
              <a:gd name="T2" fmla="*/ 2147483646 w 2624"/>
              <a:gd name="T3" fmla="*/ 2147483646 h 280"/>
              <a:gd name="T4" fmla="*/ 2147483646 w 2624"/>
              <a:gd name="T5" fmla="*/ 2147483646 h 280"/>
              <a:gd name="T6" fmla="*/ 2147483646 w 2624"/>
              <a:gd name="T7" fmla="*/ 0 h 280"/>
              <a:gd name="T8" fmla="*/ 0 w 2624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72" name="Rectangle 2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914400"/>
            <a:ext cx="6172200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  <a:endParaRPr lang="en-US" altLang="en-US"/>
          </a:p>
          <a:p>
            <a:pPr lvl="1"/>
            <a:r>
              <a:rPr lang="zh-CN" altLang="en-US"/>
              <a:t>第二级</a:t>
            </a:r>
            <a:endParaRPr lang="en-US" altLang="en-US"/>
          </a:p>
          <a:p>
            <a:pPr lvl="2"/>
            <a:r>
              <a:rPr lang="zh-CN" altLang="en-US"/>
              <a:t>第三级</a:t>
            </a:r>
            <a:endParaRPr lang="en-US" altLang="en-US"/>
          </a:p>
          <a:p>
            <a:pPr lvl="3"/>
            <a:r>
              <a:rPr lang="zh-CN" altLang="en-US"/>
              <a:t>第四级</a:t>
            </a:r>
            <a:endParaRPr lang="en-US" altLang="en-US"/>
          </a:p>
          <a:p>
            <a:pPr lvl="4"/>
            <a:r>
              <a:rPr lang="zh-CN" altLang="en-US"/>
              <a:t>第五级</a:t>
            </a:r>
            <a:endParaRPr lang="en-US" altLang="en-US"/>
          </a:p>
        </p:txBody>
      </p:sp>
      <p:sp>
        <p:nvSpPr>
          <p:cNvPr id="1048795" name="Rectangle 21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14950" y="4972050"/>
            <a:ext cx="1485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 b="1" i="1">
                <a:solidFill>
                  <a:srgbClr val="FFFFFF"/>
                </a:solidFill>
                <a:latin typeface="Arial" charset="0"/>
                <a:ea typeface="+mn-ea"/>
                <a:sym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48796" name="Rectangle 22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86100" y="5029200"/>
            <a:ext cx="62865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750" b="1" i="1">
                <a:solidFill>
                  <a:srgbClr val="692AA2"/>
                </a:solidFill>
              </a:defRPr>
            </a:lvl1pPr>
          </a:lstStyle>
          <a:p>
            <a:pPr>
              <a:defRPr/>
            </a:pPr>
            <a:fld id="{C067CBB0-6DBD-4CA3-B1E5-CCD774DB597B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11275" name="Rectangle 221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171450"/>
            <a:ext cx="53721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1048798" name="Rectangle 22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85750" y="4914901"/>
            <a:ext cx="1257300" cy="16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 b="1" i="1">
                <a:solidFill>
                  <a:srgbClr val="FFFFFF"/>
                </a:solidFill>
                <a:latin typeface="Verdana" pitchFamily="34" charset="0"/>
                <a:ea typeface="+mn-ea"/>
                <a:sym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</p:sldLayoutIdLst>
  <p:hf sldNum="0"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5pPr>
      <a:lvl6pPr marL="3429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6pPr>
      <a:lvl7pPr marL="6858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7pPr>
      <a:lvl8pPr marL="10287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8pPr>
      <a:lvl9pPr marL="13716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9pPr>
    </p:titleStyle>
    <p:bodyStyle>
      <a:lvl1pPr marL="257175" indent="-257175" algn="l" rtl="0" eaLnBrk="0" fontAlgn="base" latinLnBrk="1" hangingPunct="0">
        <a:spcBef>
          <a:spcPct val="20000"/>
        </a:spcBef>
        <a:spcAft>
          <a:spcPct val="0"/>
        </a:spcAft>
        <a:buClr>
          <a:srgbClr val="AED337"/>
        </a:buClr>
        <a:buFont typeface="Wingdings" panose="05000000000000000000" pitchFamily="2" charset="2"/>
        <a:buChar char="v"/>
        <a:defRPr sz="2100" b="1">
          <a:solidFill>
            <a:srgbClr val="143DA2"/>
          </a:solidFill>
          <a:latin typeface="+mn-lt"/>
          <a:ea typeface="+mn-ea"/>
          <a:cs typeface="+mn-cs"/>
        </a:defRPr>
      </a:lvl1pPr>
      <a:lvl2pPr marL="557213" indent="-214313" algn="l" rtl="0" eaLnBrk="0" fontAlgn="base" latinLnBrk="1" hangingPunct="0">
        <a:spcBef>
          <a:spcPct val="20000"/>
        </a:spcBef>
        <a:spcAft>
          <a:spcPct val="0"/>
        </a:spcAft>
        <a:buClr>
          <a:srgbClr val="EB592B"/>
        </a:buClr>
        <a:buFont typeface="Wingdings" panose="05000000000000000000" pitchFamily="2" charset="2"/>
        <a:buChar char="§"/>
        <a:defRPr sz="1800">
          <a:solidFill>
            <a:srgbClr val="000000"/>
          </a:solidFill>
          <a:latin typeface="Arial" charset="0"/>
          <a:ea typeface="+mn-ea"/>
        </a:defRPr>
      </a:lvl2pPr>
      <a:lvl3pPr marL="8572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•"/>
        <a:defRPr sz="1650">
          <a:solidFill>
            <a:srgbClr val="000000"/>
          </a:solidFill>
          <a:latin typeface="Arial" charset="0"/>
          <a:ea typeface="+mn-ea"/>
        </a:defRPr>
      </a:lvl3pPr>
      <a:lvl4pPr marL="12001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–"/>
        <a:defRPr sz="1500">
          <a:solidFill>
            <a:srgbClr val="000000"/>
          </a:solidFill>
          <a:latin typeface="Arial" charset="0"/>
          <a:ea typeface="+mn-ea"/>
        </a:defRPr>
      </a:lvl4pPr>
      <a:lvl5pPr marL="15430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5pPr>
      <a:lvl6pPr marL="18859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6pPr>
      <a:lvl7pPr marL="22288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7pPr>
      <a:lvl8pPr marL="25717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8pPr>
      <a:lvl9pPr marL="29146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reeform 318"/>
          <p:cNvSpPr>
            <a:spLocks noChangeArrowheads="1"/>
          </p:cNvSpPr>
          <p:nvPr/>
        </p:nvSpPr>
        <p:spPr bwMode="auto">
          <a:xfrm>
            <a:off x="-1191" y="4810126"/>
            <a:ext cx="3153966" cy="333375"/>
          </a:xfrm>
          <a:custGeom>
            <a:avLst/>
            <a:gdLst>
              <a:gd name="T0" fmla="*/ 2147483646 w 2649"/>
              <a:gd name="T1" fmla="*/ 2147483646 h 280"/>
              <a:gd name="T2" fmla="*/ 2147483646 w 2649"/>
              <a:gd name="T3" fmla="*/ 2147483646 h 280"/>
              <a:gd name="T4" fmla="*/ 2147483646 w 2649"/>
              <a:gd name="T5" fmla="*/ 0 h 280"/>
              <a:gd name="T6" fmla="*/ 0 w 2649"/>
              <a:gd name="T7" fmla="*/ 2147483646 h 280"/>
              <a:gd name="T8" fmla="*/ 2147483646 w 2649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1" name="Freeform 319"/>
          <p:cNvSpPr>
            <a:spLocks noChangeArrowheads="1"/>
          </p:cNvSpPr>
          <p:nvPr/>
        </p:nvSpPr>
        <p:spPr bwMode="auto">
          <a:xfrm>
            <a:off x="3699273" y="4752976"/>
            <a:ext cx="3158728" cy="390525"/>
          </a:xfrm>
          <a:custGeom>
            <a:avLst/>
            <a:gdLst>
              <a:gd name="T0" fmla="*/ 0 w 2653"/>
              <a:gd name="T1" fmla="*/ 2147483646 h 328"/>
              <a:gd name="T2" fmla="*/ 2147483646 w 2653"/>
              <a:gd name="T3" fmla="*/ 2147483646 h 328"/>
              <a:gd name="T4" fmla="*/ 2147483646 w 2653"/>
              <a:gd name="T5" fmla="*/ 0 h 328"/>
              <a:gd name="T6" fmla="*/ 2147483646 w 2653"/>
              <a:gd name="T7" fmla="*/ 2147483646 h 328"/>
              <a:gd name="T8" fmla="*/ 0 w 2653"/>
              <a:gd name="T9" fmla="*/ 2147483646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2292" name="Object 23"/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3" imgW="4101587" imgH="406063" progId="Photoshop.Image.6">
                  <p:embed/>
                </p:oleObj>
              </mc:Choice>
              <mc:Fallback>
                <p:oleObj name="Image" r:id="rId13" imgW="4101587" imgH="406063" progId="Photoshop.Image.6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3" name="Freeform 320"/>
          <p:cNvSpPr>
            <a:spLocks noChangeArrowheads="1"/>
          </p:cNvSpPr>
          <p:nvPr/>
        </p:nvSpPr>
        <p:spPr bwMode="auto">
          <a:xfrm flipH="1">
            <a:off x="1" y="595314"/>
            <a:ext cx="2726531" cy="333375"/>
          </a:xfrm>
          <a:custGeom>
            <a:avLst/>
            <a:gdLst>
              <a:gd name="T0" fmla="*/ 0 w 2096"/>
              <a:gd name="T1" fmla="*/ 2147483646 h 280"/>
              <a:gd name="T2" fmla="*/ 2147483646 w 2096"/>
              <a:gd name="T3" fmla="*/ 2147483646 h 280"/>
              <a:gd name="T4" fmla="*/ 2147483646 w 2096"/>
              <a:gd name="T5" fmla="*/ 2147483646 h 280"/>
              <a:gd name="T6" fmla="*/ 2147483646 w 2096"/>
              <a:gd name="T7" fmla="*/ 0 h 280"/>
              <a:gd name="T8" fmla="*/ 0 w 2096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4" name="Freeform 321"/>
          <p:cNvSpPr>
            <a:spLocks noChangeArrowheads="1"/>
          </p:cNvSpPr>
          <p:nvPr/>
        </p:nvSpPr>
        <p:spPr bwMode="auto">
          <a:xfrm>
            <a:off x="0" y="0"/>
            <a:ext cx="6858000" cy="609600"/>
          </a:xfrm>
          <a:custGeom>
            <a:avLst/>
            <a:gdLst>
              <a:gd name="T0" fmla="*/ 0 w 5760"/>
              <a:gd name="T1" fmla="*/ 2147483646 h 512"/>
              <a:gd name="T2" fmla="*/ 2147483646 w 5760"/>
              <a:gd name="T3" fmla="*/ 2147483646 h 512"/>
              <a:gd name="T4" fmla="*/ 2147483646 w 5760"/>
              <a:gd name="T5" fmla="*/ 0 h 512"/>
              <a:gd name="T6" fmla="*/ 2147483646 w 5760"/>
              <a:gd name="T7" fmla="*/ 2147483646 h 512"/>
              <a:gd name="T8" fmla="*/ 0 w 5760"/>
              <a:gd name="T9" fmla="*/ 2147483646 h 512"/>
              <a:gd name="T10" fmla="*/ 0 w 5760"/>
              <a:gd name="T11" fmla="*/ 2147483646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</a:path>
            </a:pathLst>
          </a:custGeom>
          <a:gradFill rotWithShape="1">
            <a:gsLst>
              <a:gs pos="0">
                <a:srgbClr val="143DA2"/>
              </a:gs>
              <a:gs pos="50000">
                <a:srgbClr val="091C4B"/>
              </a:gs>
              <a:gs pos="100000">
                <a:srgbClr val="143DA2"/>
              </a:gs>
              <a:gs pos="100000">
                <a:srgbClr val="143DA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5" name="Freeform 322"/>
          <p:cNvSpPr>
            <a:spLocks noChangeArrowheads="1"/>
          </p:cNvSpPr>
          <p:nvPr/>
        </p:nvSpPr>
        <p:spPr bwMode="auto">
          <a:xfrm>
            <a:off x="3733800" y="600076"/>
            <a:ext cx="3124200" cy="333375"/>
          </a:xfrm>
          <a:custGeom>
            <a:avLst/>
            <a:gdLst>
              <a:gd name="T0" fmla="*/ 0 w 2624"/>
              <a:gd name="T1" fmla="*/ 2147483646 h 280"/>
              <a:gd name="T2" fmla="*/ 2147483646 w 2624"/>
              <a:gd name="T3" fmla="*/ 2147483646 h 280"/>
              <a:gd name="T4" fmla="*/ 2147483646 w 2624"/>
              <a:gd name="T5" fmla="*/ 2147483646 h 280"/>
              <a:gd name="T6" fmla="*/ 2147483646 w 2624"/>
              <a:gd name="T7" fmla="*/ 0 h 280"/>
              <a:gd name="T8" fmla="*/ 0 w 2624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6" name="Rectangle 3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914400"/>
            <a:ext cx="6172200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  <a:endParaRPr lang="en-US" altLang="en-US"/>
          </a:p>
          <a:p>
            <a:pPr lvl="1"/>
            <a:r>
              <a:rPr lang="zh-CN" altLang="en-US"/>
              <a:t>第二级</a:t>
            </a:r>
            <a:endParaRPr lang="en-US" altLang="en-US"/>
          </a:p>
          <a:p>
            <a:pPr lvl="2"/>
            <a:r>
              <a:rPr lang="zh-CN" altLang="en-US"/>
              <a:t>第三级</a:t>
            </a:r>
            <a:endParaRPr lang="en-US" altLang="en-US"/>
          </a:p>
          <a:p>
            <a:pPr lvl="3"/>
            <a:r>
              <a:rPr lang="zh-CN" altLang="en-US"/>
              <a:t>第四级</a:t>
            </a:r>
            <a:endParaRPr lang="en-US" altLang="en-US"/>
          </a:p>
          <a:p>
            <a:pPr lvl="4"/>
            <a:r>
              <a:rPr lang="zh-CN" altLang="en-US"/>
              <a:t>第五级</a:t>
            </a:r>
            <a:endParaRPr lang="en-US" altLang="en-US"/>
          </a:p>
        </p:txBody>
      </p:sp>
      <p:sp>
        <p:nvSpPr>
          <p:cNvPr id="1048900" name="Rectangle 32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14950" y="4972050"/>
            <a:ext cx="1485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 b="1" i="1">
                <a:solidFill>
                  <a:srgbClr val="FFFFFF"/>
                </a:solidFill>
                <a:latin typeface="Arial" charset="0"/>
                <a:ea typeface="+mn-ea"/>
                <a:sym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48901" name="Rectangle 32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86100" y="5029200"/>
            <a:ext cx="62865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750" b="1" i="1">
                <a:solidFill>
                  <a:srgbClr val="692AA2"/>
                </a:solidFill>
              </a:defRPr>
            </a:lvl1pPr>
          </a:lstStyle>
          <a:p>
            <a:pPr>
              <a:defRPr/>
            </a:pPr>
            <a:fld id="{D0DDE3B0-0B46-4CA7-9546-7ED987A13A20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12299" name="Rectangle 326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171450"/>
            <a:ext cx="53721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1048903" name="Rectangle 32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85750" y="4914901"/>
            <a:ext cx="1257300" cy="16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 b="1" i="1">
                <a:solidFill>
                  <a:srgbClr val="FFFFFF"/>
                </a:solidFill>
                <a:latin typeface="Verdana" pitchFamily="34" charset="0"/>
                <a:ea typeface="+mn-ea"/>
                <a:sym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</p:sldLayoutIdLst>
  <p:hf sldNum="0"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5pPr>
      <a:lvl6pPr marL="3429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6pPr>
      <a:lvl7pPr marL="6858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7pPr>
      <a:lvl8pPr marL="10287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8pPr>
      <a:lvl9pPr marL="13716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9pPr>
    </p:titleStyle>
    <p:bodyStyle>
      <a:lvl1pPr marL="257175" indent="-257175" algn="l" rtl="0" eaLnBrk="0" fontAlgn="base" latinLnBrk="1" hangingPunct="0">
        <a:spcBef>
          <a:spcPct val="20000"/>
        </a:spcBef>
        <a:spcAft>
          <a:spcPct val="0"/>
        </a:spcAft>
        <a:buClr>
          <a:srgbClr val="AED337"/>
        </a:buClr>
        <a:buFont typeface="Wingdings" panose="05000000000000000000" pitchFamily="2" charset="2"/>
        <a:buChar char="v"/>
        <a:defRPr sz="2100" b="1">
          <a:solidFill>
            <a:srgbClr val="143DA2"/>
          </a:solidFill>
          <a:latin typeface="+mn-lt"/>
          <a:ea typeface="+mn-ea"/>
          <a:cs typeface="+mn-cs"/>
        </a:defRPr>
      </a:lvl1pPr>
      <a:lvl2pPr marL="557213" indent="-214313" algn="l" rtl="0" eaLnBrk="0" fontAlgn="base" latinLnBrk="1" hangingPunct="0">
        <a:spcBef>
          <a:spcPct val="20000"/>
        </a:spcBef>
        <a:spcAft>
          <a:spcPct val="0"/>
        </a:spcAft>
        <a:buClr>
          <a:srgbClr val="EB592B"/>
        </a:buClr>
        <a:buFont typeface="Wingdings" panose="05000000000000000000" pitchFamily="2" charset="2"/>
        <a:buChar char="§"/>
        <a:defRPr sz="1800">
          <a:solidFill>
            <a:srgbClr val="000000"/>
          </a:solidFill>
          <a:latin typeface="Arial" charset="0"/>
          <a:ea typeface="+mn-ea"/>
        </a:defRPr>
      </a:lvl2pPr>
      <a:lvl3pPr marL="8572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•"/>
        <a:defRPr sz="1650">
          <a:solidFill>
            <a:srgbClr val="000000"/>
          </a:solidFill>
          <a:latin typeface="Arial" charset="0"/>
          <a:ea typeface="+mn-ea"/>
        </a:defRPr>
      </a:lvl3pPr>
      <a:lvl4pPr marL="12001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–"/>
        <a:defRPr sz="1500">
          <a:solidFill>
            <a:srgbClr val="000000"/>
          </a:solidFill>
          <a:latin typeface="Arial" charset="0"/>
          <a:ea typeface="+mn-ea"/>
        </a:defRPr>
      </a:lvl4pPr>
      <a:lvl5pPr marL="15430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5pPr>
      <a:lvl6pPr marL="18859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6pPr>
      <a:lvl7pPr marL="22288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7pPr>
      <a:lvl8pPr marL="25717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8pPr>
      <a:lvl9pPr marL="29146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reeform 283"/>
          <p:cNvSpPr>
            <a:spLocks noChangeArrowheads="1"/>
          </p:cNvSpPr>
          <p:nvPr/>
        </p:nvSpPr>
        <p:spPr bwMode="auto">
          <a:xfrm>
            <a:off x="-1191" y="4810126"/>
            <a:ext cx="3153966" cy="333375"/>
          </a:xfrm>
          <a:custGeom>
            <a:avLst/>
            <a:gdLst>
              <a:gd name="T0" fmla="*/ 2147483646 w 2649"/>
              <a:gd name="T1" fmla="*/ 2147483646 h 280"/>
              <a:gd name="T2" fmla="*/ 2147483646 w 2649"/>
              <a:gd name="T3" fmla="*/ 2147483646 h 280"/>
              <a:gd name="T4" fmla="*/ 2147483646 w 2649"/>
              <a:gd name="T5" fmla="*/ 0 h 280"/>
              <a:gd name="T6" fmla="*/ 0 w 2649"/>
              <a:gd name="T7" fmla="*/ 2147483646 h 280"/>
              <a:gd name="T8" fmla="*/ 2147483646 w 2649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5" name="Freeform 284"/>
          <p:cNvSpPr>
            <a:spLocks noChangeArrowheads="1"/>
          </p:cNvSpPr>
          <p:nvPr/>
        </p:nvSpPr>
        <p:spPr bwMode="auto">
          <a:xfrm>
            <a:off x="3699273" y="4752976"/>
            <a:ext cx="3158728" cy="390525"/>
          </a:xfrm>
          <a:custGeom>
            <a:avLst/>
            <a:gdLst>
              <a:gd name="T0" fmla="*/ 0 w 2653"/>
              <a:gd name="T1" fmla="*/ 2147483646 h 328"/>
              <a:gd name="T2" fmla="*/ 2147483646 w 2653"/>
              <a:gd name="T3" fmla="*/ 2147483646 h 328"/>
              <a:gd name="T4" fmla="*/ 2147483646 w 2653"/>
              <a:gd name="T5" fmla="*/ 0 h 328"/>
              <a:gd name="T6" fmla="*/ 2147483646 w 2653"/>
              <a:gd name="T7" fmla="*/ 2147483646 h 328"/>
              <a:gd name="T8" fmla="*/ 0 w 2653"/>
              <a:gd name="T9" fmla="*/ 2147483646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3316" name="Object 21"/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3" imgW="4101587" imgH="406063" progId="Photoshop.Image.6">
                  <p:embed/>
                </p:oleObj>
              </mc:Choice>
              <mc:Fallback>
                <p:oleObj name="Image" r:id="rId13" imgW="4101587" imgH="406063" progId="Photoshop.Image.6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7" name="Freeform 285"/>
          <p:cNvSpPr>
            <a:spLocks noChangeArrowheads="1"/>
          </p:cNvSpPr>
          <p:nvPr/>
        </p:nvSpPr>
        <p:spPr bwMode="auto">
          <a:xfrm flipH="1">
            <a:off x="1" y="595314"/>
            <a:ext cx="2726531" cy="333375"/>
          </a:xfrm>
          <a:custGeom>
            <a:avLst/>
            <a:gdLst>
              <a:gd name="T0" fmla="*/ 0 w 2096"/>
              <a:gd name="T1" fmla="*/ 2147483646 h 280"/>
              <a:gd name="T2" fmla="*/ 2147483646 w 2096"/>
              <a:gd name="T3" fmla="*/ 2147483646 h 280"/>
              <a:gd name="T4" fmla="*/ 2147483646 w 2096"/>
              <a:gd name="T5" fmla="*/ 2147483646 h 280"/>
              <a:gd name="T6" fmla="*/ 2147483646 w 2096"/>
              <a:gd name="T7" fmla="*/ 0 h 280"/>
              <a:gd name="T8" fmla="*/ 0 w 2096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8" name="Freeform 286"/>
          <p:cNvSpPr>
            <a:spLocks noChangeArrowheads="1"/>
          </p:cNvSpPr>
          <p:nvPr/>
        </p:nvSpPr>
        <p:spPr bwMode="auto">
          <a:xfrm>
            <a:off x="0" y="0"/>
            <a:ext cx="6858000" cy="609600"/>
          </a:xfrm>
          <a:custGeom>
            <a:avLst/>
            <a:gdLst>
              <a:gd name="T0" fmla="*/ 0 w 5760"/>
              <a:gd name="T1" fmla="*/ 2147483646 h 512"/>
              <a:gd name="T2" fmla="*/ 2147483646 w 5760"/>
              <a:gd name="T3" fmla="*/ 2147483646 h 512"/>
              <a:gd name="T4" fmla="*/ 2147483646 w 5760"/>
              <a:gd name="T5" fmla="*/ 0 h 512"/>
              <a:gd name="T6" fmla="*/ 2147483646 w 5760"/>
              <a:gd name="T7" fmla="*/ 2147483646 h 512"/>
              <a:gd name="T8" fmla="*/ 0 w 5760"/>
              <a:gd name="T9" fmla="*/ 2147483646 h 512"/>
              <a:gd name="T10" fmla="*/ 0 w 5760"/>
              <a:gd name="T11" fmla="*/ 2147483646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</a:path>
            </a:pathLst>
          </a:custGeom>
          <a:gradFill rotWithShape="1">
            <a:gsLst>
              <a:gs pos="0">
                <a:srgbClr val="143DA2"/>
              </a:gs>
              <a:gs pos="50000">
                <a:srgbClr val="091C4B"/>
              </a:gs>
              <a:gs pos="100000">
                <a:srgbClr val="143DA2"/>
              </a:gs>
              <a:gs pos="100000">
                <a:srgbClr val="143DA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9" name="Freeform 287"/>
          <p:cNvSpPr>
            <a:spLocks noChangeArrowheads="1"/>
          </p:cNvSpPr>
          <p:nvPr/>
        </p:nvSpPr>
        <p:spPr bwMode="auto">
          <a:xfrm>
            <a:off x="3733800" y="600076"/>
            <a:ext cx="3124200" cy="333375"/>
          </a:xfrm>
          <a:custGeom>
            <a:avLst/>
            <a:gdLst>
              <a:gd name="T0" fmla="*/ 0 w 2624"/>
              <a:gd name="T1" fmla="*/ 2147483646 h 280"/>
              <a:gd name="T2" fmla="*/ 2147483646 w 2624"/>
              <a:gd name="T3" fmla="*/ 2147483646 h 280"/>
              <a:gd name="T4" fmla="*/ 2147483646 w 2624"/>
              <a:gd name="T5" fmla="*/ 2147483646 h 280"/>
              <a:gd name="T6" fmla="*/ 2147483646 w 2624"/>
              <a:gd name="T7" fmla="*/ 0 h 280"/>
              <a:gd name="T8" fmla="*/ 0 w 2624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20" name="Rectangle 288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914400"/>
            <a:ext cx="6172200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  <a:endParaRPr lang="en-US" altLang="en-US"/>
          </a:p>
          <a:p>
            <a:pPr lvl="1"/>
            <a:r>
              <a:rPr lang="zh-CN" altLang="en-US"/>
              <a:t>第二级</a:t>
            </a:r>
            <a:endParaRPr lang="en-US" altLang="en-US"/>
          </a:p>
          <a:p>
            <a:pPr lvl="2"/>
            <a:r>
              <a:rPr lang="zh-CN" altLang="en-US"/>
              <a:t>第三级</a:t>
            </a:r>
            <a:endParaRPr lang="en-US" altLang="en-US"/>
          </a:p>
          <a:p>
            <a:pPr lvl="3"/>
            <a:r>
              <a:rPr lang="zh-CN" altLang="en-US"/>
              <a:t>第四级</a:t>
            </a:r>
            <a:endParaRPr lang="en-US" altLang="en-US"/>
          </a:p>
          <a:p>
            <a:pPr lvl="4"/>
            <a:r>
              <a:rPr lang="zh-CN" altLang="en-US"/>
              <a:t>第五级</a:t>
            </a:r>
            <a:endParaRPr lang="en-US" altLang="en-US"/>
          </a:p>
        </p:txBody>
      </p:sp>
      <p:sp>
        <p:nvSpPr>
          <p:cNvPr id="1048865" name="Rectangle 28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14950" y="4972050"/>
            <a:ext cx="1485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 b="1" i="1">
                <a:solidFill>
                  <a:srgbClr val="FFFFFF"/>
                </a:solidFill>
                <a:latin typeface="Arial" charset="0"/>
                <a:ea typeface="+mn-ea"/>
                <a:sym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48866" name="Rectangle 29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86100" y="5029200"/>
            <a:ext cx="62865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750" b="1" i="1">
                <a:solidFill>
                  <a:srgbClr val="692AA2"/>
                </a:solidFill>
              </a:defRPr>
            </a:lvl1pPr>
          </a:lstStyle>
          <a:p>
            <a:pPr>
              <a:defRPr/>
            </a:pPr>
            <a:fld id="{D2C8F8F4-0985-48F2-AAB1-C86D9257A879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13323" name="Rectangle 291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171450"/>
            <a:ext cx="53721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1048868" name="Rectangle 29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85750" y="4914901"/>
            <a:ext cx="1257300" cy="16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 b="1" i="1">
                <a:solidFill>
                  <a:srgbClr val="FFFFFF"/>
                </a:solidFill>
                <a:latin typeface="Verdana" pitchFamily="34" charset="0"/>
                <a:ea typeface="+mn-ea"/>
                <a:sym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796" r:id="rId2"/>
    <p:sldLayoutId id="2147483797" r:id="rId3"/>
    <p:sldLayoutId id="2147483798" r:id="rId4"/>
    <p:sldLayoutId id="2147483799" r:id="rId5"/>
    <p:sldLayoutId id="2147483800" r:id="rId6"/>
    <p:sldLayoutId id="2147483801" r:id="rId7"/>
    <p:sldLayoutId id="2147483802" r:id="rId8"/>
    <p:sldLayoutId id="2147483803" r:id="rId9"/>
    <p:sldLayoutId id="2147483804" r:id="rId10"/>
    <p:sldLayoutId id="2147483805" r:id="rId11"/>
  </p:sldLayoutIdLst>
  <p:hf sldNum="0"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5pPr>
      <a:lvl6pPr marL="3429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6pPr>
      <a:lvl7pPr marL="6858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7pPr>
      <a:lvl8pPr marL="10287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8pPr>
      <a:lvl9pPr marL="13716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9pPr>
    </p:titleStyle>
    <p:bodyStyle>
      <a:lvl1pPr marL="257175" indent="-257175" algn="l" rtl="0" eaLnBrk="0" fontAlgn="base" latinLnBrk="1" hangingPunct="0">
        <a:spcBef>
          <a:spcPct val="20000"/>
        </a:spcBef>
        <a:spcAft>
          <a:spcPct val="0"/>
        </a:spcAft>
        <a:buClr>
          <a:srgbClr val="AED337"/>
        </a:buClr>
        <a:buFont typeface="Wingdings" panose="05000000000000000000" pitchFamily="2" charset="2"/>
        <a:buChar char="v"/>
        <a:defRPr sz="2100" b="1">
          <a:solidFill>
            <a:srgbClr val="143DA2"/>
          </a:solidFill>
          <a:latin typeface="+mn-lt"/>
          <a:ea typeface="+mn-ea"/>
          <a:cs typeface="+mn-cs"/>
        </a:defRPr>
      </a:lvl1pPr>
      <a:lvl2pPr marL="557213" indent="-214313" algn="l" rtl="0" eaLnBrk="0" fontAlgn="base" latinLnBrk="1" hangingPunct="0">
        <a:spcBef>
          <a:spcPct val="20000"/>
        </a:spcBef>
        <a:spcAft>
          <a:spcPct val="0"/>
        </a:spcAft>
        <a:buClr>
          <a:srgbClr val="EB592B"/>
        </a:buClr>
        <a:buFont typeface="Wingdings" panose="05000000000000000000" pitchFamily="2" charset="2"/>
        <a:buChar char="§"/>
        <a:defRPr sz="1800">
          <a:solidFill>
            <a:srgbClr val="000000"/>
          </a:solidFill>
          <a:latin typeface="Arial" charset="0"/>
          <a:ea typeface="+mn-ea"/>
        </a:defRPr>
      </a:lvl2pPr>
      <a:lvl3pPr marL="8572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•"/>
        <a:defRPr sz="1650">
          <a:solidFill>
            <a:srgbClr val="000000"/>
          </a:solidFill>
          <a:latin typeface="Arial" charset="0"/>
          <a:ea typeface="+mn-ea"/>
        </a:defRPr>
      </a:lvl3pPr>
      <a:lvl4pPr marL="12001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–"/>
        <a:defRPr sz="1500">
          <a:solidFill>
            <a:srgbClr val="000000"/>
          </a:solidFill>
          <a:latin typeface="Arial" charset="0"/>
          <a:ea typeface="+mn-ea"/>
        </a:defRPr>
      </a:lvl4pPr>
      <a:lvl5pPr marL="15430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5pPr>
      <a:lvl6pPr marL="18859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6pPr>
      <a:lvl7pPr marL="22288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7pPr>
      <a:lvl8pPr marL="25717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8pPr>
      <a:lvl9pPr marL="29146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reeform 178"/>
          <p:cNvSpPr>
            <a:spLocks noChangeArrowheads="1"/>
          </p:cNvSpPr>
          <p:nvPr/>
        </p:nvSpPr>
        <p:spPr bwMode="auto">
          <a:xfrm>
            <a:off x="-1191" y="4810126"/>
            <a:ext cx="3153966" cy="333375"/>
          </a:xfrm>
          <a:custGeom>
            <a:avLst/>
            <a:gdLst>
              <a:gd name="T0" fmla="*/ 2147483646 w 2649"/>
              <a:gd name="T1" fmla="*/ 2147483646 h 280"/>
              <a:gd name="T2" fmla="*/ 2147483646 w 2649"/>
              <a:gd name="T3" fmla="*/ 2147483646 h 280"/>
              <a:gd name="T4" fmla="*/ 2147483646 w 2649"/>
              <a:gd name="T5" fmla="*/ 0 h 280"/>
              <a:gd name="T6" fmla="*/ 0 w 2649"/>
              <a:gd name="T7" fmla="*/ 2147483646 h 280"/>
              <a:gd name="T8" fmla="*/ 2147483646 w 2649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39" name="Freeform 179"/>
          <p:cNvSpPr>
            <a:spLocks noChangeArrowheads="1"/>
          </p:cNvSpPr>
          <p:nvPr/>
        </p:nvSpPr>
        <p:spPr bwMode="auto">
          <a:xfrm>
            <a:off x="3699273" y="4752976"/>
            <a:ext cx="3158728" cy="390525"/>
          </a:xfrm>
          <a:custGeom>
            <a:avLst/>
            <a:gdLst>
              <a:gd name="T0" fmla="*/ 0 w 2653"/>
              <a:gd name="T1" fmla="*/ 2147483646 h 328"/>
              <a:gd name="T2" fmla="*/ 2147483646 w 2653"/>
              <a:gd name="T3" fmla="*/ 2147483646 h 328"/>
              <a:gd name="T4" fmla="*/ 2147483646 w 2653"/>
              <a:gd name="T5" fmla="*/ 0 h 328"/>
              <a:gd name="T6" fmla="*/ 2147483646 w 2653"/>
              <a:gd name="T7" fmla="*/ 2147483646 h 328"/>
              <a:gd name="T8" fmla="*/ 0 w 2653"/>
              <a:gd name="T9" fmla="*/ 2147483646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4340" name="Object 15"/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3" imgW="4101587" imgH="406063" progId="Photoshop.Image.6">
                  <p:embed/>
                </p:oleObj>
              </mc:Choice>
              <mc:Fallback>
                <p:oleObj name="Image" r:id="rId13" imgW="4101587" imgH="406063" progId="Photoshop.Image.6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1" name="Freeform 180"/>
          <p:cNvSpPr>
            <a:spLocks noChangeArrowheads="1"/>
          </p:cNvSpPr>
          <p:nvPr/>
        </p:nvSpPr>
        <p:spPr bwMode="auto">
          <a:xfrm flipH="1">
            <a:off x="1" y="595314"/>
            <a:ext cx="2726531" cy="333375"/>
          </a:xfrm>
          <a:custGeom>
            <a:avLst/>
            <a:gdLst>
              <a:gd name="T0" fmla="*/ 0 w 2096"/>
              <a:gd name="T1" fmla="*/ 2147483646 h 280"/>
              <a:gd name="T2" fmla="*/ 2147483646 w 2096"/>
              <a:gd name="T3" fmla="*/ 2147483646 h 280"/>
              <a:gd name="T4" fmla="*/ 2147483646 w 2096"/>
              <a:gd name="T5" fmla="*/ 2147483646 h 280"/>
              <a:gd name="T6" fmla="*/ 2147483646 w 2096"/>
              <a:gd name="T7" fmla="*/ 0 h 280"/>
              <a:gd name="T8" fmla="*/ 0 w 2096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2" name="Freeform 181"/>
          <p:cNvSpPr>
            <a:spLocks noChangeArrowheads="1"/>
          </p:cNvSpPr>
          <p:nvPr/>
        </p:nvSpPr>
        <p:spPr bwMode="auto">
          <a:xfrm>
            <a:off x="0" y="0"/>
            <a:ext cx="6858000" cy="609600"/>
          </a:xfrm>
          <a:custGeom>
            <a:avLst/>
            <a:gdLst>
              <a:gd name="T0" fmla="*/ 0 w 5760"/>
              <a:gd name="T1" fmla="*/ 2147483646 h 512"/>
              <a:gd name="T2" fmla="*/ 2147483646 w 5760"/>
              <a:gd name="T3" fmla="*/ 2147483646 h 512"/>
              <a:gd name="T4" fmla="*/ 2147483646 w 5760"/>
              <a:gd name="T5" fmla="*/ 0 h 512"/>
              <a:gd name="T6" fmla="*/ 2147483646 w 5760"/>
              <a:gd name="T7" fmla="*/ 2147483646 h 512"/>
              <a:gd name="T8" fmla="*/ 0 w 5760"/>
              <a:gd name="T9" fmla="*/ 2147483646 h 512"/>
              <a:gd name="T10" fmla="*/ 0 w 5760"/>
              <a:gd name="T11" fmla="*/ 2147483646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</a:path>
            </a:pathLst>
          </a:custGeom>
          <a:gradFill rotWithShape="1">
            <a:gsLst>
              <a:gs pos="0">
                <a:srgbClr val="143DA2"/>
              </a:gs>
              <a:gs pos="50000">
                <a:srgbClr val="091C4B"/>
              </a:gs>
              <a:gs pos="100000">
                <a:srgbClr val="143DA2"/>
              </a:gs>
              <a:gs pos="100000">
                <a:srgbClr val="143DA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3" name="Freeform 182"/>
          <p:cNvSpPr>
            <a:spLocks noChangeArrowheads="1"/>
          </p:cNvSpPr>
          <p:nvPr/>
        </p:nvSpPr>
        <p:spPr bwMode="auto">
          <a:xfrm>
            <a:off x="3733800" y="600076"/>
            <a:ext cx="3124200" cy="333375"/>
          </a:xfrm>
          <a:custGeom>
            <a:avLst/>
            <a:gdLst>
              <a:gd name="T0" fmla="*/ 0 w 2624"/>
              <a:gd name="T1" fmla="*/ 2147483646 h 280"/>
              <a:gd name="T2" fmla="*/ 2147483646 w 2624"/>
              <a:gd name="T3" fmla="*/ 2147483646 h 280"/>
              <a:gd name="T4" fmla="*/ 2147483646 w 2624"/>
              <a:gd name="T5" fmla="*/ 2147483646 h 280"/>
              <a:gd name="T6" fmla="*/ 2147483646 w 2624"/>
              <a:gd name="T7" fmla="*/ 0 h 280"/>
              <a:gd name="T8" fmla="*/ 0 w 2624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4344" name="Picture 16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2873" y="4948238"/>
            <a:ext cx="944165" cy="165100"/>
          </a:xfrm>
          <a:prstGeom prst="rect">
            <a:avLst/>
          </a:prstGeom>
          <a:noFill/>
          <a:ln>
            <a:noFill/>
          </a:ln>
          <a:effectLst>
            <a:outerShdw dist="38099" dir="2700128" algn="tl" rotWithShape="0">
              <a:srgbClr val="000000">
                <a:alpha val="39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5" name="Rectangle 18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914400"/>
            <a:ext cx="6172200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  <a:endParaRPr lang="en-US" altLang="en-US"/>
          </a:p>
          <a:p>
            <a:pPr lvl="1"/>
            <a:r>
              <a:rPr lang="zh-CN" altLang="en-US"/>
              <a:t>第二级</a:t>
            </a:r>
            <a:endParaRPr lang="en-US" altLang="en-US"/>
          </a:p>
          <a:p>
            <a:pPr lvl="2"/>
            <a:r>
              <a:rPr lang="zh-CN" altLang="en-US"/>
              <a:t>第三级</a:t>
            </a:r>
            <a:endParaRPr lang="en-US" altLang="en-US"/>
          </a:p>
          <a:p>
            <a:pPr lvl="3"/>
            <a:r>
              <a:rPr lang="zh-CN" altLang="en-US"/>
              <a:t>第四级</a:t>
            </a:r>
            <a:endParaRPr lang="en-US" altLang="en-US"/>
          </a:p>
          <a:p>
            <a:pPr lvl="4"/>
            <a:r>
              <a:rPr lang="zh-CN" altLang="en-US"/>
              <a:t>第五级</a:t>
            </a:r>
            <a:endParaRPr lang="en-US" altLang="en-US"/>
          </a:p>
        </p:txBody>
      </p:sp>
      <p:sp>
        <p:nvSpPr>
          <p:cNvPr id="1048760" name="Rectangle 18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14950" y="4972050"/>
            <a:ext cx="1485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 b="1" i="1">
                <a:solidFill>
                  <a:srgbClr val="FFFFFF"/>
                </a:solidFill>
                <a:latin typeface="Arial" charset="0"/>
                <a:ea typeface="+mn-ea"/>
                <a:sym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48761" name="Rectangle 18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86100" y="5029200"/>
            <a:ext cx="62865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750" b="1" i="1">
                <a:solidFill>
                  <a:srgbClr val="692AA2"/>
                </a:solidFill>
              </a:defRPr>
            </a:lvl1pPr>
          </a:lstStyle>
          <a:p>
            <a:pPr>
              <a:defRPr/>
            </a:pPr>
            <a:fld id="{67A43DFB-878A-492C-AF7B-B538FD3D11FD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14348" name="Rectangle 186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171450"/>
            <a:ext cx="53721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1048763" name="Rectangle 18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85750" y="4914901"/>
            <a:ext cx="1257300" cy="16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 b="1" i="1">
                <a:solidFill>
                  <a:srgbClr val="FFFFFF"/>
                </a:solidFill>
                <a:latin typeface="Verdana" pitchFamily="34" charset="0"/>
                <a:ea typeface="+mn-ea"/>
                <a:sym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</p:sldLayoutIdLst>
  <p:hf sldNum="0"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5pPr>
      <a:lvl6pPr marL="3429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6pPr>
      <a:lvl7pPr marL="6858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7pPr>
      <a:lvl8pPr marL="10287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8pPr>
      <a:lvl9pPr marL="13716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9pPr>
    </p:titleStyle>
    <p:bodyStyle>
      <a:lvl1pPr marL="257175" indent="-257175" algn="l" rtl="0" eaLnBrk="0" fontAlgn="base" latinLnBrk="1" hangingPunct="0">
        <a:spcBef>
          <a:spcPct val="20000"/>
        </a:spcBef>
        <a:spcAft>
          <a:spcPct val="0"/>
        </a:spcAft>
        <a:buClr>
          <a:srgbClr val="AED337"/>
        </a:buClr>
        <a:buFont typeface="Wingdings" panose="05000000000000000000" pitchFamily="2" charset="2"/>
        <a:buChar char="v"/>
        <a:defRPr sz="2100" b="1">
          <a:solidFill>
            <a:srgbClr val="143DA2"/>
          </a:solidFill>
          <a:latin typeface="+mn-lt"/>
          <a:ea typeface="+mn-ea"/>
          <a:cs typeface="+mn-cs"/>
        </a:defRPr>
      </a:lvl1pPr>
      <a:lvl2pPr marL="557213" indent="-214313" algn="l" rtl="0" eaLnBrk="0" fontAlgn="base" latinLnBrk="1" hangingPunct="0">
        <a:spcBef>
          <a:spcPct val="20000"/>
        </a:spcBef>
        <a:spcAft>
          <a:spcPct val="0"/>
        </a:spcAft>
        <a:buClr>
          <a:srgbClr val="EB592B"/>
        </a:buClr>
        <a:buFont typeface="Wingdings" panose="05000000000000000000" pitchFamily="2" charset="2"/>
        <a:buChar char="§"/>
        <a:defRPr sz="1800">
          <a:solidFill>
            <a:srgbClr val="000000"/>
          </a:solidFill>
          <a:latin typeface="Arial" charset="0"/>
          <a:ea typeface="+mn-ea"/>
        </a:defRPr>
      </a:lvl2pPr>
      <a:lvl3pPr marL="8572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•"/>
        <a:defRPr sz="1650">
          <a:solidFill>
            <a:srgbClr val="000000"/>
          </a:solidFill>
          <a:latin typeface="Arial" charset="0"/>
          <a:ea typeface="+mn-ea"/>
        </a:defRPr>
      </a:lvl3pPr>
      <a:lvl4pPr marL="12001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–"/>
        <a:defRPr sz="1500">
          <a:solidFill>
            <a:srgbClr val="000000"/>
          </a:solidFill>
          <a:latin typeface="Arial" charset="0"/>
          <a:ea typeface="+mn-ea"/>
        </a:defRPr>
      </a:lvl4pPr>
      <a:lvl5pPr marL="15430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5pPr>
      <a:lvl6pPr marL="18859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6pPr>
      <a:lvl7pPr marL="22288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7pPr>
      <a:lvl8pPr marL="25717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8pPr>
      <a:lvl9pPr marL="29146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reeform 12"/>
          <p:cNvSpPr>
            <a:spLocks noChangeArrowheads="1"/>
          </p:cNvSpPr>
          <p:nvPr/>
        </p:nvSpPr>
        <p:spPr bwMode="auto">
          <a:xfrm>
            <a:off x="-1191" y="4810126"/>
            <a:ext cx="3153966" cy="333375"/>
          </a:xfrm>
          <a:custGeom>
            <a:avLst/>
            <a:gdLst>
              <a:gd name="T0" fmla="*/ 2147483646 w 2649"/>
              <a:gd name="T1" fmla="*/ 2147483646 h 280"/>
              <a:gd name="T2" fmla="*/ 2147483646 w 2649"/>
              <a:gd name="T3" fmla="*/ 2147483646 h 280"/>
              <a:gd name="T4" fmla="*/ 2147483646 w 2649"/>
              <a:gd name="T5" fmla="*/ 0 h 280"/>
              <a:gd name="T6" fmla="*/ 0 w 2649"/>
              <a:gd name="T7" fmla="*/ 2147483646 h 280"/>
              <a:gd name="T8" fmla="*/ 2147483646 w 2649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3" name="Freeform 13"/>
          <p:cNvSpPr>
            <a:spLocks noChangeArrowheads="1"/>
          </p:cNvSpPr>
          <p:nvPr/>
        </p:nvSpPr>
        <p:spPr bwMode="auto">
          <a:xfrm>
            <a:off x="3699273" y="4752976"/>
            <a:ext cx="3158728" cy="390525"/>
          </a:xfrm>
          <a:custGeom>
            <a:avLst/>
            <a:gdLst>
              <a:gd name="T0" fmla="*/ 0 w 2653"/>
              <a:gd name="T1" fmla="*/ 2147483646 h 328"/>
              <a:gd name="T2" fmla="*/ 2147483646 w 2653"/>
              <a:gd name="T3" fmla="*/ 2147483646 h 328"/>
              <a:gd name="T4" fmla="*/ 2147483646 w 2653"/>
              <a:gd name="T5" fmla="*/ 0 h 328"/>
              <a:gd name="T6" fmla="*/ 2147483646 w 2653"/>
              <a:gd name="T7" fmla="*/ 2147483646 h 328"/>
              <a:gd name="T8" fmla="*/ 0 w 2653"/>
              <a:gd name="T9" fmla="*/ 2147483646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5364" name="Object 2"/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3" imgW="4101587" imgH="406063" progId="Photoshop.Image.6">
                  <p:embed/>
                </p:oleObj>
              </mc:Choice>
              <mc:Fallback>
                <p:oleObj name="Image" r:id="rId13" imgW="4101587" imgH="406063" progId="Photoshop.Image.6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5" name="Freeform 14"/>
          <p:cNvSpPr>
            <a:spLocks noChangeArrowheads="1"/>
          </p:cNvSpPr>
          <p:nvPr/>
        </p:nvSpPr>
        <p:spPr bwMode="auto">
          <a:xfrm flipH="1">
            <a:off x="1" y="595314"/>
            <a:ext cx="2726531" cy="333375"/>
          </a:xfrm>
          <a:custGeom>
            <a:avLst/>
            <a:gdLst>
              <a:gd name="T0" fmla="*/ 0 w 2096"/>
              <a:gd name="T1" fmla="*/ 2147483646 h 280"/>
              <a:gd name="T2" fmla="*/ 2147483646 w 2096"/>
              <a:gd name="T3" fmla="*/ 2147483646 h 280"/>
              <a:gd name="T4" fmla="*/ 2147483646 w 2096"/>
              <a:gd name="T5" fmla="*/ 2147483646 h 280"/>
              <a:gd name="T6" fmla="*/ 2147483646 w 2096"/>
              <a:gd name="T7" fmla="*/ 0 h 280"/>
              <a:gd name="T8" fmla="*/ 0 w 2096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6" name="Freeform 15"/>
          <p:cNvSpPr>
            <a:spLocks noChangeArrowheads="1"/>
          </p:cNvSpPr>
          <p:nvPr/>
        </p:nvSpPr>
        <p:spPr bwMode="auto">
          <a:xfrm>
            <a:off x="0" y="0"/>
            <a:ext cx="6858000" cy="609600"/>
          </a:xfrm>
          <a:custGeom>
            <a:avLst/>
            <a:gdLst>
              <a:gd name="T0" fmla="*/ 0 w 5760"/>
              <a:gd name="T1" fmla="*/ 2147483646 h 512"/>
              <a:gd name="T2" fmla="*/ 2147483646 w 5760"/>
              <a:gd name="T3" fmla="*/ 2147483646 h 512"/>
              <a:gd name="T4" fmla="*/ 2147483646 w 5760"/>
              <a:gd name="T5" fmla="*/ 0 h 512"/>
              <a:gd name="T6" fmla="*/ 2147483646 w 5760"/>
              <a:gd name="T7" fmla="*/ 2147483646 h 512"/>
              <a:gd name="T8" fmla="*/ 0 w 5760"/>
              <a:gd name="T9" fmla="*/ 2147483646 h 512"/>
              <a:gd name="T10" fmla="*/ 0 w 5760"/>
              <a:gd name="T11" fmla="*/ 2147483646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</a:path>
            </a:pathLst>
          </a:custGeom>
          <a:gradFill rotWithShape="1">
            <a:gsLst>
              <a:gs pos="0">
                <a:srgbClr val="143DA2"/>
              </a:gs>
              <a:gs pos="50000">
                <a:srgbClr val="091C4B"/>
              </a:gs>
              <a:gs pos="100000">
                <a:srgbClr val="143DA2"/>
              </a:gs>
              <a:gs pos="100000">
                <a:srgbClr val="143DA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7" name="Freeform 16"/>
          <p:cNvSpPr>
            <a:spLocks noChangeArrowheads="1"/>
          </p:cNvSpPr>
          <p:nvPr/>
        </p:nvSpPr>
        <p:spPr bwMode="auto">
          <a:xfrm>
            <a:off x="3733800" y="600076"/>
            <a:ext cx="3124200" cy="333375"/>
          </a:xfrm>
          <a:custGeom>
            <a:avLst/>
            <a:gdLst>
              <a:gd name="T0" fmla="*/ 0 w 2624"/>
              <a:gd name="T1" fmla="*/ 2147483646 h 280"/>
              <a:gd name="T2" fmla="*/ 2147483646 w 2624"/>
              <a:gd name="T3" fmla="*/ 2147483646 h 280"/>
              <a:gd name="T4" fmla="*/ 2147483646 w 2624"/>
              <a:gd name="T5" fmla="*/ 2147483646 h 280"/>
              <a:gd name="T6" fmla="*/ 2147483646 w 2624"/>
              <a:gd name="T7" fmla="*/ 0 h 280"/>
              <a:gd name="T8" fmla="*/ 0 w 2624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5368" name="Picture 3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2873" y="4948238"/>
            <a:ext cx="944165" cy="165100"/>
          </a:xfrm>
          <a:prstGeom prst="rect">
            <a:avLst/>
          </a:prstGeom>
          <a:noFill/>
          <a:ln>
            <a:noFill/>
          </a:ln>
          <a:effectLst>
            <a:outerShdw dist="38099" dir="2700128" algn="tl" rotWithShape="0">
              <a:srgbClr val="000000">
                <a:alpha val="39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9" name="Rectangle 17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914400"/>
            <a:ext cx="6172200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  <a:endParaRPr lang="en-US" altLang="en-US"/>
          </a:p>
          <a:p>
            <a:pPr lvl="1"/>
            <a:r>
              <a:rPr lang="zh-CN" altLang="en-US"/>
              <a:t>第二级</a:t>
            </a:r>
            <a:endParaRPr lang="en-US" altLang="en-US"/>
          </a:p>
          <a:p>
            <a:pPr lvl="2"/>
            <a:r>
              <a:rPr lang="zh-CN" altLang="en-US"/>
              <a:t>第三级</a:t>
            </a:r>
            <a:endParaRPr lang="en-US" altLang="en-US"/>
          </a:p>
          <a:p>
            <a:pPr lvl="3"/>
            <a:r>
              <a:rPr lang="zh-CN" altLang="en-US"/>
              <a:t>第四级</a:t>
            </a:r>
            <a:endParaRPr lang="en-US" altLang="en-US"/>
          </a:p>
          <a:p>
            <a:pPr lvl="4"/>
            <a:r>
              <a:rPr lang="zh-CN" altLang="en-US"/>
              <a:t>第五级</a:t>
            </a:r>
            <a:endParaRPr lang="en-US" altLang="en-US"/>
          </a:p>
        </p:txBody>
      </p:sp>
      <p:sp>
        <p:nvSpPr>
          <p:cNvPr id="1048594" name="Rectangle 1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14950" y="4972050"/>
            <a:ext cx="1485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 b="1" i="1">
                <a:solidFill>
                  <a:srgbClr val="FFFFFF"/>
                </a:solidFill>
                <a:latin typeface="Arial" charset="0"/>
                <a:ea typeface="+mn-ea"/>
                <a:sym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48595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86100" y="5029200"/>
            <a:ext cx="62865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750" b="1" i="1">
                <a:solidFill>
                  <a:srgbClr val="692AA2"/>
                </a:solidFill>
              </a:defRPr>
            </a:lvl1pPr>
          </a:lstStyle>
          <a:p>
            <a:pPr>
              <a:defRPr/>
            </a:pPr>
            <a:fld id="{5D4EF2CD-C7A1-4A2F-A02C-DE0FEF2B7A0F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15372" name="Rectangle 20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171450"/>
            <a:ext cx="53721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1048597" name="Rectangle 2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85750" y="4914901"/>
            <a:ext cx="1257300" cy="16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 b="1" i="1">
                <a:solidFill>
                  <a:srgbClr val="FFFFFF"/>
                </a:solidFill>
                <a:latin typeface="Verdana" pitchFamily="34" charset="0"/>
                <a:ea typeface="+mn-ea"/>
                <a:sym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hf sldNum="0"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5pPr>
      <a:lvl6pPr marL="3429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6pPr>
      <a:lvl7pPr marL="6858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7pPr>
      <a:lvl8pPr marL="10287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8pPr>
      <a:lvl9pPr marL="13716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9pPr>
    </p:titleStyle>
    <p:bodyStyle>
      <a:lvl1pPr marL="257175" indent="-257175" algn="l" rtl="0" eaLnBrk="0" fontAlgn="base" latinLnBrk="1" hangingPunct="0">
        <a:spcBef>
          <a:spcPct val="20000"/>
        </a:spcBef>
        <a:spcAft>
          <a:spcPct val="0"/>
        </a:spcAft>
        <a:buClr>
          <a:srgbClr val="AED337"/>
        </a:buClr>
        <a:buFont typeface="Wingdings" panose="05000000000000000000" pitchFamily="2" charset="2"/>
        <a:buChar char="v"/>
        <a:defRPr sz="2100" b="1">
          <a:solidFill>
            <a:srgbClr val="143DA2"/>
          </a:solidFill>
          <a:latin typeface="+mn-lt"/>
          <a:ea typeface="+mn-ea"/>
          <a:cs typeface="+mn-cs"/>
        </a:defRPr>
      </a:lvl1pPr>
      <a:lvl2pPr marL="557213" indent="-214313" algn="l" rtl="0" eaLnBrk="0" fontAlgn="base" latinLnBrk="1" hangingPunct="0">
        <a:spcBef>
          <a:spcPct val="20000"/>
        </a:spcBef>
        <a:spcAft>
          <a:spcPct val="0"/>
        </a:spcAft>
        <a:buClr>
          <a:srgbClr val="EB592B"/>
        </a:buClr>
        <a:buFont typeface="Wingdings" panose="05000000000000000000" pitchFamily="2" charset="2"/>
        <a:buChar char="§"/>
        <a:defRPr sz="1800">
          <a:solidFill>
            <a:srgbClr val="000000"/>
          </a:solidFill>
          <a:latin typeface="Arial" charset="0"/>
          <a:ea typeface="+mn-ea"/>
        </a:defRPr>
      </a:lvl2pPr>
      <a:lvl3pPr marL="8572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•"/>
        <a:defRPr sz="1650">
          <a:solidFill>
            <a:srgbClr val="000000"/>
          </a:solidFill>
          <a:latin typeface="Arial" charset="0"/>
          <a:ea typeface="+mn-ea"/>
        </a:defRPr>
      </a:lvl3pPr>
      <a:lvl4pPr marL="12001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–"/>
        <a:defRPr sz="1500">
          <a:solidFill>
            <a:srgbClr val="000000"/>
          </a:solidFill>
          <a:latin typeface="Arial" charset="0"/>
          <a:ea typeface="+mn-ea"/>
        </a:defRPr>
      </a:lvl4pPr>
      <a:lvl5pPr marL="15430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5pPr>
      <a:lvl6pPr marL="18859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6pPr>
      <a:lvl7pPr marL="22288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7pPr>
      <a:lvl8pPr marL="25717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8pPr>
      <a:lvl9pPr marL="29146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9.png"/><Relationship Id="rId4" Type="http://schemas.openxmlformats.org/officeDocument/2006/relationships/oleObject" Target="../embeddings/oleObject17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13" Type="http://schemas.openxmlformats.org/officeDocument/2006/relationships/image" Target="../media/image17.wmf"/><Relationship Id="rId3" Type="http://schemas.openxmlformats.org/officeDocument/2006/relationships/image" Target="../media/image12.png"/><Relationship Id="rId7" Type="http://schemas.openxmlformats.org/officeDocument/2006/relationships/image" Target="../media/image14.wmf"/><Relationship Id="rId12" Type="http://schemas.openxmlformats.org/officeDocument/2006/relationships/oleObject" Target="../embeddings/oleObject24.bin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4.xml"/><Relationship Id="rId6" Type="http://schemas.openxmlformats.org/officeDocument/2006/relationships/oleObject" Target="../embeddings/oleObject21.bin"/><Relationship Id="rId11" Type="http://schemas.openxmlformats.org/officeDocument/2006/relationships/image" Target="../media/image16.png"/><Relationship Id="rId5" Type="http://schemas.openxmlformats.org/officeDocument/2006/relationships/image" Target="../media/image13.wmf"/><Relationship Id="rId10" Type="http://schemas.openxmlformats.org/officeDocument/2006/relationships/oleObject" Target="../embeddings/oleObject23.bin"/><Relationship Id="rId4" Type="http://schemas.openxmlformats.org/officeDocument/2006/relationships/oleObject" Target="../embeddings/oleObject20.bin"/><Relationship Id="rId9" Type="http://schemas.openxmlformats.org/officeDocument/2006/relationships/image" Target="../media/image15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4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42"/>
          <p:cNvSpPr>
            <a:spLocks noGrp="1" noChangeArrowheads="1"/>
          </p:cNvSpPr>
          <p:nvPr>
            <p:ph type="subTitle" idx="4294967295"/>
          </p:nvPr>
        </p:nvSpPr>
        <p:spPr bwMode="auto">
          <a:xfrm>
            <a:off x="3501008" y="2931790"/>
            <a:ext cx="3186113" cy="259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algn="ctr" eaLnBrk="1" latinLnBrk="0" hangingPunct="1">
              <a:buNone/>
            </a:pPr>
            <a:r>
              <a:rPr lang="en-US" altLang="zh-CN" sz="1800" b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2.2 </a:t>
            </a:r>
            <a:r>
              <a:rPr lang="zh-CN" altLang="en-US" sz="1800" b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电压比较器电路设计</a:t>
            </a:r>
            <a:endParaRPr lang="zh-CN" altLang="zh-CN" sz="1800" b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4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latinLnBrk="0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rPr>
              <a:t>内    容</a:t>
            </a:r>
            <a:endParaRPr lang="zh-CN" altLang="zh-CN"/>
          </a:p>
        </p:txBody>
      </p:sp>
      <p:grpSp>
        <p:nvGrpSpPr>
          <p:cNvPr id="19459" name="Group -480"/>
          <p:cNvGrpSpPr>
            <a:grpSpLocks/>
          </p:cNvGrpSpPr>
          <p:nvPr/>
        </p:nvGrpSpPr>
        <p:grpSpPr bwMode="auto">
          <a:xfrm>
            <a:off x="1485900" y="1395416"/>
            <a:ext cx="5890022" cy="425947"/>
            <a:chOff x="1248" y="1199"/>
            <a:chExt cx="4947" cy="477"/>
          </a:xfrm>
        </p:grpSpPr>
        <p:grpSp>
          <p:nvGrpSpPr>
            <p:cNvPr id="19492" name="Group -478"/>
            <p:cNvGrpSpPr>
              <a:grpSpLocks/>
            </p:cNvGrpSpPr>
            <p:nvPr/>
          </p:nvGrpSpPr>
          <p:grpSpPr bwMode="auto">
            <a:xfrm>
              <a:off x="1248" y="1200"/>
              <a:ext cx="480" cy="419"/>
              <a:chOff x="1110" y="2656"/>
              <a:chExt cx="1549" cy="1351"/>
            </a:xfrm>
          </p:grpSpPr>
          <p:sp>
            <p:nvSpPr>
              <p:cNvPr id="19496" name="AutoShape 146"/>
              <p:cNvSpPr>
                <a:spLocks noChangeArrowheads="1"/>
              </p:cNvSpPr>
              <p:nvPr/>
            </p:nvSpPr>
            <p:spPr bwMode="auto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lr>
                    <a:srgbClr val="AED337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rgbClr val="143DA2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EB592B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latinLnBrk="0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350" b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9497" name="AutoShape 148"/>
              <p:cNvSpPr>
                <a:spLocks/>
              </p:cNvSpPr>
              <p:nvPr/>
            </p:nvSpPr>
            <p:spPr bwMode="auto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  <a:gs pos="100000">
                    <a:srgbClr val="E6E6E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lr>
                    <a:srgbClr val="AED337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rgbClr val="143DA2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EB592B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latinLnBrk="0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350" b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9498" name="AutoShape 150"/>
              <p:cNvSpPr>
                <a:spLocks/>
              </p:cNvSpPr>
              <p:nvPr/>
            </p:nvSpPr>
            <p:spPr bwMode="auto">
              <a:xfrm>
                <a:off x="1200" y="2737"/>
                <a:ext cx="1349" cy="1167"/>
              </a:xfrm>
              <a:prstGeom prst="hexagon">
                <a:avLst>
                  <a:gd name="adj" fmla="val 28883"/>
                  <a:gd name="vf" fmla="val 115470"/>
                </a:avLst>
              </a:prstGeom>
              <a:gradFill rotWithShape="1">
                <a:gsLst>
                  <a:gs pos="0">
                    <a:srgbClr val="091C4B"/>
                  </a:gs>
                  <a:gs pos="100000">
                    <a:srgbClr val="143DA2"/>
                  </a:gs>
                  <a:gs pos="100000">
                    <a:srgbClr val="143DA2"/>
                  </a:gs>
                </a:gsLst>
                <a:lin ang="2700000" scaled="1"/>
              </a:gra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lr>
                    <a:srgbClr val="AED337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rgbClr val="143DA2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EB592B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latinLnBrk="0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350" b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9493" name="Line 152"/>
            <p:cNvSpPr>
              <a:spLocks noChangeShapeType="1"/>
            </p:cNvSpPr>
            <p:nvPr/>
          </p:nvSpPr>
          <p:spPr bwMode="auto">
            <a:xfrm>
              <a:off x="1632" y="1584"/>
              <a:ext cx="3024" cy="0"/>
            </a:xfrm>
            <a:prstGeom prst="line">
              <a:avLst/>
            </a:prstGeom>
            <a:noFill/>
            <a:ln w="25400">
              <a:solidFill>
                <a:srgbClr val="5AB7EA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4" name="Rectangle 154"/>
            <p:cNvSpPr>
              <a:spLocks noChangeArrowheads="1"/>
            </p:cNvSpPr>
            <p:nvPr/>
          </p:nvSpPr>
          <p:spPr bwMode="auto">
            <a:xfrm>
              <a:off x="2269" y="1199"/>
              <a:ext cx="3926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rgbClr val="AED337"/>
                </a:buClr>
                <a:buFont typeface="Wingdings" panose="05000000000000000000" pitchFamily="2" charset="2"/>
                <a:buChar char="v"/>
                <a:defRPr sz="2800" b="1">
                  <a:solidFill>
                    <a:srgbClr val="143DA2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EB592B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•"/>
                <a:defRPr sz="22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1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实验目的</a:t>
              </a:r>
              <a:r>
                <a:rPr lang="en-US" altLang="en-US" sz="21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                     </a:t>
              </a:r>
              <a:endParaRPr lang="en-US" altLang="en-US" sz="135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495" name="Rectangle 156"/>
            <p:cNvSpPr>
              <a:spLocks noChangeArrowheads="1"/>
            </p:cNvSpPr>
            <p:nvPr/>
          </p:nvSpPr>
          <p:spPr bwMode="auto">
            <a:xfrm>
              <a:off x="1351" y="1262"/>
              <a:ext cx="263" cy="4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rgbClr val="AED337"/>
                </a:buClr>
                <a:buFont typeface="Wingdings" panose="05000000000000000000" pitchFamily="2" charset="2"/>
                <a:buChar char="v"/>
                <a:defRPr sz="2800" b="1">
                  <a:solidFill>
                    <a:srgbClr val="143DA2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EB592B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•"/>
                <a:defRPr sz="22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latinLnBrk="0">
                <a:spcBef>
                  <a:spcPct val="0"/>
                </a:spcBef>
                <a:buClrTx/>
                <a:buFontTx/>
                <a:buNone/>
              </a:pPr>
              <a:r>
                <a:rPr lang="zh-CN" altLang="zh-CN" sz="1800">
                  <a:solidFill>
                    <a:srgbClr val="FFFFFF"/>
                  </a:solidFill>
                  <a:latin typeface="Arial" panose="020B0604020202020204" pitchFamily="34" charset="0"/>
                </a:rPr>
                <a:t>1</a:t>
              </a:r>
              <a:endParaRPr lang="en-US" altLang="en-US" sz="135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9460" name="Group -476"/>
          <p:cNvGrpSpPr>
            <a:grpSpLocks/>
          </p:cNvGrpSpPr>
          <p:nvPr/>
        </p:nvGrpSpPr>
        <p:grpSpPr bwMode="auto">
          <a:xfrm>
            <a:off x="1485900" y="1903810"/>
            <a:ext cx="5874544" cy="428625"/>
            <a:chOff x="1248" y="1769"/>
            <a:chExt cx="4934" cy="480"/>
          </a:xfrm>
        </p:grpSpPr>
        <p:grpSp>
          <p:nvGrpSpPr>
            <p:cNvPr id="19485" name="Group -474"/>
            <p:cNvGrpSpPr>
              <a:grpSpLocks/>
            </p:cNvGrpSpPr>
            <p:nvPr/>
          </p:nvGrpSpPr>
          <p:grpSpPr bwMode="auto">
            <a:xfrm>
              <a:off x="1248" y="1834"/>
              <a:ext cx="480" cy="415"/>
              <a:chOff x="3174" y="2845"/>
              <a:chExt cx="1549" cy="1338"/>
            </a:xfrm>
          </p:grpSpPr>
          <p:sp>
            <p:nvSpPr>
              <p:cNvPr id="19489" name="AutoShape 158"/>
              <p:cNvSpPr>
                <a:spLocks noChangeArrowheads="1"/>
              </p:cNvSpPr>
              <p:nvPr/>
            </p:nvSpPr>
            <p:spPr bwMode="auto">
              <a:xfrm>
                <a:off x="3187" y="2845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lr>
                    <a:srgbClr val="AED337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rgbClr val="143DA2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EB592B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latinLnBrk="0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350" b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9490" name="AutoShape 160"/>
              <p:cNvSpPr>
                <a:spLocks/>
              </p:cNvSpPr>
              <p:nvPr/>
            </p:nvSpPr>
            <p:spPr bwMode="auto">
              <a:xfrm>
                <a:off x="3174" y="2855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  <a:gs pos="100000">
                    <a:srgbClr val="E6E6E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lr>
                    <a:srgbClr val="AED337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rgbClr val="143DA2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EB592B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latinLnBrk="0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350" b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9491" name="AutoShape 162"/>
              <p:cNvSpPr>
                <a:spLocks/>
              </p:cNvSpPr>
              <p:nvPr/>
            </p:nvSpPr>
            <p:spPr bwMode="auto">
              <a:xfrm>
                <a:off x="3264" y="2906"/>
                <a:ext cx="1349" cy="1167"/>
              </a:xfrm>
              <a:prstGeom prst="hexagon">
                <a:avLst>
                  <a:gd name="adj" fmla="val 28883"/>
                  <a:gd name="vf" fmla="val 115470"/>
                </a:avLst>
              </a:prstGeom>
              <a:gradFill rotWithShape="1">
                <a:gsLst>
                  <a:gs pos="0">
                    <a:srgbClr val="155650"/>
                  </a:gs>
                  <a:gs pos="100000">
                    <a:srgbClr val="2EBAAD"/>
                  </a:gs>
                  <a:gs pos="100000">
                    <a:srgbClr val="2EBAAD"/>
                  </a:gs>
                </a:gsLst>
                <a:lin ang="2700000" scaled="1"/>
              </a:gra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lr>
                    <a:srgbClr val="AED337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rgbClr val="143DA2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EB592B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latinLnBrk="0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350" b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9486" name="Line 164"/>
            <p:cNvSpPr>
              <a:spLocks noChangeShapeType="1"/>
            </p:cNvSpPr>
            <p:nvPr/>
          </p:nvSpPr>
          <p:spPr bwMode="auto">
            <a:xfrm>
              <a:off x="1632" y="2160"/>
              <a:ext cx="3024" cy="0"/>
            </a:xfrm>
            <a:prstGeom prst="line">
              <a:avLst/>
            </a:prstGeom>
            <a:noFill/>
            <a:ln w="25400">
              <a:solidFill>
                <a:srgbClr val="5AB7EA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7" name="Rectangle 166"/>
            <p:cNvSpPr>
              <a:spLocks noChangeArrowheads="1"/>
            </p:cNvSpPr>
            <p:nvPr/>
          </p:nvSpPr>
          <p:spPr bwMode="auto">
            <a:xfrm>
              <a:off x="2256" y="1769"/>
              <a:ext cx="3926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rgbClr val="AED337"/>
                </a:buClr>
                <a:buFont typeface="Wingdings" panose="05000000000000000000" pitchFamily="2" charset="2"/>
                <a:buChar char="v"/>
                <a:defRPr sz="2800" b="1">
                  <a:solidFill>
                    <a:srgbClr val="143DA2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EB592B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•"/>
                <a:defRPr sz="22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1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实验原理</a:t>
              </a:r>
              <a:r>
                <a:rPr lang="en-US" altLang="en-US" sz="21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                     </a:t>
              </a:r>
              <a:endParaRPr lang="en-US" altLang="en-US" sz="135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488" name="Rectangle 168"/>
            <p:cNvSpPr>
              <a:spLocks noChangeArrowheads="1"/>
            </p:cNvSpPr>
            <p:nvPr/>
          </p:nvSpPr>
          <p:spPr bwMode="auto">
            <a:xfrm>
              <a:off x="1351" y="1830"/>
              <a:ext cx="263" cy="4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rgbClr val="AED337"/>
                </a:buClr>
                <a:buFont typeface="Wingdings" panose="05000000000000000000" pitchFamily="2" charset="2"/>
                <a:buChar char="v"/>
                <a:defRPr sz="2800" b="1">
                  <a:solidFill>
                    <a:srgbClr val="143DA2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EB592B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•"/>
                <a:defRPr sz="22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latinLnBrk="0">
                <a:spcBef>
                  <a:spcPct val="0"/>
                </a:spcBef>
                <a:buClrTx/>
                <a:buFontTx/>
                <a:buNone/>
              </a:pPr>
              <a:r>
                <a:rPr lang="zh-CN" altLang="zh-CN" sz="1800">
                  <a:solidFill>
                    <a:srgbClr val="FFFFFF"/>
                  </a:solidFill>
                  <a:latin typeface="Arial" panose="020B0604020202020204" pitchFamily="34" charset="0"/>
                </a:rPr>
                <a:t>2</a:t>
              </a:r>
              <a:endParaRPr lang="en-US" altLang="en-US" sz="135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9461" name="Group -472"/>
          <p:cNvGrpSpPr>
            <a:grpSpLocks/>
          </p:cNvGrpSpPr>
          <p:nvPr/>
        </p:nvGrpSpPr>
        <p:grpSpPr bwMode="auto">
          <a:xfrm>
            <a:off x="1485900" y="2470547"/>
            <a:ext cx="5601892" cy="444699"/>
            <a:chOff x="1248" y="2892"/>
            <a:chExt cx="4705" cy="498"/>
          </a:xfrm>
        </p:grpSpPr>
        <p:grpSp>
          <p:nvGrpSpPr>
            <p:cNvPr id="19478" name="Group -470"/>
            <p:cNvGrpSpPr>
              <a:grpSpLocks/>
            </p:cNvGrpSpPr>
            <p:nvPr/>
          </p:nvGrpSpPr>
          <p:grpSpPr bwMode="auto">
            <a:xfrm>
              <a:off x="1248" y="2914"/>
              <a:ext cx="480" cy="419"/>
              <a:chOff x="3174" y="2656"/>
              <a:chExt cx="1549" cy="1351"/>
            </a:xfrm>
          </p:grpSpPr>
          <p:sp>
            <p:nvSpPr>
              <p:cNvPr id="19482" name="AutoShape 170"/>
              <p:cNvSpPr>
                <a:spLocks noChangeArrowheads="1"/>
              </p:cNvSpPr>
              <p:nvPr/>
            </p:nvSpPr>
            <p:spPr bwMode="auto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lr>
                    <a:srgbClr val="AED337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rgbClr val="143DA2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EB592B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latinLnBrk="0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350" b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9483" name="AutoShape 172"/>
              <p:cNvSpPr>
                <a:spLocks/>
              </p:cNvSpPr>
              <p:nvPr/>
            </p:nvSpPr>
            <p:spPr bwMode="auto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  <a:gs pos="100000">
                    <a:srgbClr val="E6E6E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lr>
                    <a:srgbClr val="AED337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rgbClr val="143DA2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EB592B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latinLnBrk="0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350" b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9484" name="AutoShape 174"/>
              <p:cNvSpPr>
                <a:spLocks/>
              </p:cNvSpPr>
              <p:nvPr/>
            </p:nvSpPr>
            <p:spPr bwMode="auto">
              <a:xfrm>
                <a:off x="3264" y="2737"/>
                <a:ext cx="1349" cy="1167"/>
              </a:xfrm>
              <a:prstGeom prst="hexagon">
                <a:avLst>
                  <a:gd name="adj" fmla="val 28883"/>
                  <a:gd name="vf" fmla="val 115470"/>
                </a:avLst>
              </a:prstGeom>
              <a:gradFill rotWithShape="1">
                <a:gsLst>
                  <a:gs pos="0">
                    <a:srgbClr val="155650"/>
                  </a:gs>
                  <a:gs pos="100000">
                    <a:srgbClr val="2EBAAD"/>
                  </a:gs>
                  <a:gs pos="100000">
                    <a:srgbClr val="2EBAAD"/>
                  </a:gs>
                </a:gsLst>
                <a:lin ang="2700000" scaled="1"/>
              </a:gra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lr>
                    <a:srgbClr val="AED337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rgbClr val="143DA2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EB592B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latinLnBrk="0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350" b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9479" name="Line 176"/>
            <p:cNvSpPr>
              <a:spLocks noChangeShapeType="1"/>
            </p:cNvSpPr>
            <p:nvPr/>
          </p:nvSpPr>
          <p:spPr bwMode="auto">
            <a:xfrm>
              <a:off x="1632" y="3298"/>
              <a:ext cx="3024" cy="0"/>
            </a:xfrm>
            <a:prstGeom prst="line">
              <a:avLst/>
            </a:prstGeom>
            <a:noFill/>
            <a:ln w="25400">
              <a:solidFill>
                <a:srgbClr val="5AB7EA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0" name="Rectangle 178"/>
            <p:cNvSpPr>
              <a:spLocks noChangeArrowheads="1"/>
            </p:cNvSpPr>
            <p:nvPr/>
          </p:nvSpPr>
          <p:spPr bwMode="auto">
            <a:xfrm>
              <a:off x="2256" y="2892"/>
              <a:ext cx="3697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rgbClr val="AED337"/>
                </a:buClr>
                <a:buFont typeface="Wingdings" panose="05000000000000000000" pitchFamily="2" charset="2"/>
                <a:buChar char="v"/>
                <a:defRPr sz="2800" b="1">
                  <a:solidFill>
                    <a:srgbClr val="143DA2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EB592B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•"/>
                <a:defRPr sz="22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1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设计任务</a:t>
              </a:r>
              <a:r>
                <a:rPr lang="en-US" altLang="en-US" sz="21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                   </a:t>
              </a:r>
              <a:endParaRPr lang="en-US" altLang="en-US" sz="135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481" name="Rectangle 180"/>
            <p:cNvSpPr>
              <a:spLocks noChangeArrowheads="1"/>
            </p:cNvSpPr>
            <p:nvPr/>
          </p:nvSpPr>
          <p:spPr bwMode="auto">
            <a:xfrm>
              <a:off x="1351" y="2976"/>
              <a:ext cx="263" cy="4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rgbClr val="AED337"/>
                </a:buClr>
                <a:buFont typeface="Wingdings" panose="05000000000000000000" pitchFamily="2" charset="2"/>
                <a:buChar char="v"/>
                <a:defRPr sz="2800" b="1">
                  <a:solidFill>
                    <a:srgbClr val="143DA2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EB592B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•"/>
                <a:defRPr sz="22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latinLnBrk="0">
                <a:spcBef>
                  <a:spcPct val="0"/>
                </a:spcBef>
                <a:buClrTx/>
                <a:buFontTx/>
                <a:buNone/>
              </a:pPr>
              <a:r>
                <a:rPr lang="zh-CN" altLang="zh-CN" sz="1800">
                  <a:solidFill>
                    <a:srgbClr val="FFFFFF"/>
                  </a:solidFill>
                  <a:latin typeface="Arial" panose="020B0604020202020204" pitchFamily="34" charset="0"/>
                </a:rPr>
                <a:t>3</a:t>
              </a:r>
              <a:endParaRPr lang="en-US" altLang="en-US" sz="135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9462" name="Group -468"/>
          <p:cNvGrpSpPr>
            <a:grpSpLocks/>
          </p:cNvGrpSpPr>
          <p:nvPr/>
        </p:nvGrpSpPr>
        <p:grpSpPr bwMode="auto">
          <a:xfrm>
            <a:off x="1500188" y="3500444"/>
            <a:ext cx="4057650" cy="426841"/>
            <a:chOff x="1248" y="2336"/>
            <a:chExt cx="3408" cy="478"/>
          </a:xfrm>
        </p:grpSpPr>
        <p:grpSp>
          <p:nvGrpSpPr>
            <p:cNvPr id="19471" name="Group -466"/>
            <p:cNvGrpSpPr>
              <a:grpSpLocks/>
            </p:cNvGrpSpPr>
            <p:nvPr/>
          </p:nvGrpSpPr>
          <p:grpSpPr bwMode="auto">
            <a:xfrm>
              <a:off x="1248" y="2338"/>
              <a:ext cx="480" cy="419"/>
              <a:chOff x="1110" y="2656"/>
              <a:chExt cx="1549" cy="1351"/>
            </a:xfrm>
          </p:grpSpPr>
          <p:sp>
            <p:nvSpPr>
              <p:cNvPr id="19475" name="AutoShape 182"/>
              <p:cNvSpPr>
                <a:spLocks noChangeArrowheads="1"/>
              </p:cNvSpPr>
              <p:nvPr/>
            </p:nvSpPr>
            <p:spPr bwMode="auto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lr>
                    <a:srgbClr val="AED337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rgbClr val="143DA2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EB592B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latinLnBrk="0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350" b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9476" name="AutoShape 184"/>
              <p:cNvSpPr>
                <a:spLocks/>
              </p:cNvSpPr>
              <p:nvPr/>
            </p:nvSpPr>
            <p:spPr bwMode="auto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  <a:gs pos="100000">
                    <a:srgbClr val="E6E6E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lr>
                    <a:srgbClr val="AED337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rgbClr val="143DA2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EB592B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latinLnBrk="0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350" b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9477" name="AutoShape 186"/>
              <p:cNvSpPr>
                <a:spLocks/>
              </p:cNvSpPr>
              <p:nvPr/>
            </p:nvSpPr>
            <p:spPr bwMode="auto">
              <a:xfrm>
                <a:off x="1200" y="2737"/>
                <a:ext cx="1349" cy="1167"/>
              </a:xfrm>
              <a:prstGeom prst="hexagon">
                <a:avLst>
                  <a:gd name="adj" fmla="val 28883"/>
                  <a:gd name="vf" fmla="val 115470"/>
                </a:avLst>
              </a:prstGeom>
              <a:gradFill rotWithShape="1">
                <a:gsLst>
                  <a:gs pos="0">
                    <a:srgbClr val="091C4B"/>
                  </a:gs>
                  <a:gs pos="100000">
                    <a:srgbClr val="143DA2"/>
                  </a:gs>
                  <a:gs pos="100000">
                    <a:srgbClr val="143DA2"/>
                  </a:gs>
                </a:gsLst>
                <a:lin ang="2700000" scaled="1"/>
              </a:gra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lr>
                    <a:srgbClr val="AED337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rgbClr val="143DA2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EB592B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latinLnBrk="0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350" b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9472" name="Line 188"/>
            <p:cNvSpPr>
              <a:spLocks noChangeShapeType="1"/>
            </p:cNvSpPr>
            <p:nvPr/>
          </p:nvSpPr>
          <p:spPr bwMode="auto">
            <a:xfrm>
              <a:off x="1632" y="2722"/>
              <a:ext cx="3024" cy="0"/>
            </a:xfrm>
            <a:prstGeom prst="line">
              <a:avLst/>
            </a:prstGeom>
            <a:noFill/>
            <a:ln w="25400">
              <a:solidFill>
                <a:srgbClr val="5AB7EA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3" name="Rectangle 190"/>
            <p:cNvSpPr>
              <a:spLocks noChangeArrowheads="1"/>
            </p:cNvSpPr>
            <p:nvPr/>
          </p:nvSpPr>
          <p:spPr bwMode="auto">
            <a:xfrm>
              <a:off x="2242" y="2336"/>
              <a:ext cx="1065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rgbClr val="AED337"/>
                </a:buClr>
                <a:buFont typeface="Wingdings" panose="05000000000000000000" pitchFamily="2" charset="2"/>
                <a:buChar char="v"/>
                <a:defRPr sz="2800" b="1">
                  <a:solidFill>
                    <a:srgbClr val="143DA2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EB592B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•"/>
                <a:defRPr sz="22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1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注意事项</a:t>
              </a:r>
              <a:endParaRPr lang="en-US" altLang="en-US" sz="135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474" name="Rectangle 192"/>
            <p:cNvSpPr>
              <a:spLocks noChangeArrowheads="1"/>
            </p:cNvSpPr>
            <p:nvPr/>
          </p:nvSpPr>
          <p:spPr bwMode="auto">
            <a:xfrm>
              <a:off x="1351" y="2400"/>
              <a:ext cx="263" cy="4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rgbClr val="AED337"/>
                </a:buClr>
                <a:buFont typeface="Wingdings" panose="05000000000000000000" pitchFamily="2" charset="2"/>
                <a:buChar char="v"/>
                <a:defRPr sz="2800" b="1">
                  <a:solidFill>
                    <a:srgbClr val="143DA2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EB592B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•"/>
                <a:defRPr sz="22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latinLnBrk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solidFill>
                    <a:srgbClr val="FFFFFF"/>
                  </a:solidFill>
                  <a:latin typeface="Arial" panose="020B0604020202020204" pitchFamily="34" charset="0"/>
                </a:rPr>
                <a:t>5</a:t>
              </a:r>
              <a:endParaRPr lang="en-US" altLang="en-US" sz="135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9463" name="Group -472"/>
          <p:cNvGrpSpPr>
            <a:grpSpLocks/>
          </p:cNvGrpSpPr>
          <p:nvPr/>
        </p:nvGrpSpPr>
        <p:grpSpPr bwMode="auto">
          <a:xfrm>
            <a:off x="1484710" y="3003947"/>
            <a:ext cx="4057650" cy="444699"/>
            <a:chOff x="1248" y="2892"/>
            <a:chExt cx="3408" cy="498"/>
          </a:xfrm>
        </p:grpSpPr>
        <p:grpSp>
          <p:nvGrpSpPr>
            <p:cNvPr id="19464" name="Group -470"/>
            <p:cNvGrpSpPr>
              <a:grpSpLocks/>
            </p:cNvGrpSpPr>
            <p:nvPr/>
          </p:nvGrpSpPr>
          <p:grpSpPr bwMode="auto">
            <a:xfrm>
              <a:off x="1248" y="2914"/>
              <a:ext cx="480" cy="419"/>
              <a:chOff x="3174" y="2656"/>
              <a:chExt cx="1549" cy="1351"/>
            </a:xfrm>
          </p:grpSpPr>
          <p:sp>
            <p:nvSpPr>
              <p:cNvPr id="19468" name="AutoShape 170"/>
              <p:cNvSpPr>
                <a:spLocks noChangeArrowheads="1"/>
              </p:cNvSpPr>
              <p:nvPr/>
            </p:nvSpPr>
            <p:spPr bwMode="auto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lr>
                    <a:srgbClr val="AED337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rgbClr val="143DA2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EB592B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latinLnBrk="0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350" b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9469" name="AutoShape 172"/>
              <p:cNvSpPr>
                <a:spLocks/>
              </p:cNvSpPr>
              <p:nvPr/>
            </p:nvSpPr>
            <p:spPr bwMode="auto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  <a:gs pos="100000">
                    <a:srgbClr val="E6E6E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lr>
                    <a:srgbClr val="AED337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rgbClr val="143DA2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EB592B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latinLnBrk="0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350" b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9470" name="AutoShape 174"/>
              <p:cNvSpPr>
                <a:spLocks/>
              </p:cNvSpPr>
              <p:nvPr/>
            </p:nvSpPr>
            <p:spPr bwMode="auto">
              <a:xfrm>
                <a:off x="3264" y="2737"/>
                <a:ext cx="1349" cy="1167"/>
              </a:xfrm>
              <a:prstGeom prst="hexagon">
                <a:avLst>
                  <a:gd name="adj" fmla="val 28883"/>
                  <a:gd name="vf" fmla="val 115470"/>
                </a:avLst>
              </a:prstGeom>
              <a:gradFill rotWithShape="1">
                <a:gsLst>
                  <a:gs pos="0">
                    <a:srgbClr val="155650"/>
                  </a:gs>
                  <a:gs pos="100000">
                    <a:srgbClr val="2EBAAD"/>
                  </a:gs>
                  <a:gs pos="100000">
                    <a:srgbClr val="2EBAAD"/>
                  </a:gs>
                </a:gsLst>
                <a:lin ang="2700000" scaled="1"/>
              </a:gra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lr>
                    <a:srgbClr val="AED337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rgbClr val="143DA2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EB592B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latinLnBrk="0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350" b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9465" name="Line 176"/>
            <p:cNvSpPr>
              <a:spLocks noChangeShapeType="1"/>
            </p:cNvSpPr>
            <p:nvPr/>
          </p:nvSpPr>
          <p:spPr bwMode="auto">
            <a:xfrm>
              <a:off x="1632" y="3298"/>
              <a:ext cx="3024" cy="0"/>
            </a:xfrm>
            <a:prstGeom prst="line">
              <a:avLst/>
            </a:prstGeom>
            <a:noFill/>
            <a:ln w="25400">
              <a:solidFill>
                <a:srgbClr val="5AB7EA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66" name="Rectangle 178"/>
            <p:cNvSpPr>
              <a:spLocks noChangeArrowheads="1"/>
            </p:cNvSpPr>
            <p:nvPr/>
          </p:nvSpPr>
          <p:spPr bwMode="auto">
            <a:xfrm>
              <a:off x="2256" y="2892"/>
              <a:ext cx="1065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rgbClr val="AED337"/>
                </a:buClr>
                <a:buFont typeface="Wingdings" panose="05000000000000000000" pitchFamily="2" charset="2"/>
                <a:buChar char="v"/>
                <a:defRPr sz="2800" b="1">
                  <a:solidFill>
                    <a:srgbClr val="143DA2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EB592B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•"/>
                <a:defRPr sz="22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1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实验内容</a:t>
              </a:r>
              <a:endParaRPr lang="en-US" altLang="en-US" sz="21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9467" name="Rectangle 180"/>
            <p:cNvSpPr>
              <a:spLocks noChangeArrowheads="1"/>
            </p:cNvSpPr>
            <p:nvPr/>
          </p:nvSpPr>
          <p:spPr bwMode="auto">
            <a:xfrm>
              <a:off x="1351" y="2976"/>
              <a:ext cx="263" cy="4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rgbClr val="AED337"/>
                </a:buClr>
                <a:buFont typeface="Wingdings" panose="05000000000000000000" pitchFamily="2" charset="2"/>
                <a:buChar char="v"/>
                <a:defRPr sz="2800" b="1">
                  <a:solidFill>
                    <a:srgbClr val="143DA2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EB592B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•"/>
                <a:defRPr sz="22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latinLnBrk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solidFill>
                    <a:srgbClr val="FFFFFF"/>
                  </a:solidFill>
                  <a:latin typeface="Arial" panose="020B0604020202020204" pitchFamily="34" charset="0"/>
                </a:rPr>
                <a:t>4</a:t>
              </a:r>
              <a:endParaRPr lang="en-US" altLang="en-US" sz="135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9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latinLnBrk="0" hangingPunct="1"/>
            <a:r>
              <a:rPr lang="zh-CN" altLang="en-US">
                <a:latin typeface="Arial" panose="020B0604020202020204" pitchFamily="34" charset="0"/>
                <a:ea typeface="黑体" panose="02010609060101010101" pitchFamily="49" charset="-122"/>
                <a:sym typeface="Arial" panose="020B0604020202020204" pitchFamily="34" charset="0"/>
              </a:rPr>
              <a:t>实验目的</a:t>
            </a:r>
            <a:endParaRPr lang="zh-CN" altLang="zh-CN"/>
          </a:p>
        </p:txBody>
      </p:sp>
      <p:sp>
        <p:nvSpPr>
          <p:cNvPr id="20483" name="Rectangle 196"/>
          <p:cNvSpPr>
            <a:spLocks noGrp="1" noChangeArrowheads="1"/>
          </p:cNvSpPr>
          <p:nvPr>
            <p:ph idx="4294967295"/>
          </p:nvPr>
        </p:nvSpPr>
        <p:spPr>
          <a:xfrm>
            <a:off x="442913" y="1221581"/>
            <a:ext cx="6172200" cy="2786063"/>
          </a:xfrm>
        </p:spPr>
        <p:txBody>
          <a:bodyPr/>
          <a:lstStyle/>
          <a:p>
            <a:pPr eaLnBrk="1" latinLnBrk="0" hangingPunct="1">
              <a:lnSpc>
                <a:spcPct val="130000"/>
              </a:lnSpc>
              <a:buFontTx/>
              <a:buNone/>
            </a:pPr>
            <a:r>
              <a:rPr lang="en-US" altLang="en-US" dirty="0">
                <a:latin typeface="Arial" panose="020B0604020202020204" pitchFamily="34" charset="0"/>
                <a:ea typeface="黑体" panose="02010609060101010101" pitchFamily="49" charset="-122"/>
                <a:sym typeface="Arial" panose="020B0604020202020204" pitchFamily="34" charset="0"/>
              </a:rPr>
              <a:t>1.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sym typeface="Arial" panose="020B0604020202020204" pitchFamily="34" charset="0"/>
              </a:rPr>
              <a:t> 了解集成运算放大器的非线性应用；</a:t>
            </a:r>
            <a:endParaRPr lang="zh-CN" altLang="zh-CN" dirty="0"/>
          </a:p>
          <a:p>
            <a:pPr eaLnBrk="1" latinLnBrk="0" hangingPunct="1">
              <a:lnSpc>
                <a:spcPct val="130000"/>
              </a:lnSpc>
              <a:buFontTx/>
              <a:buNone/>
            </a:pPr>
            <a:r>
              <a:rPr lang="en-US" altLang="en-US" dirty="0">
                <a:latin typeface="Arial" panose="020B0604020202020204" pitchFamily="34" charset="0"/>
                <a:ea typeface="黑体" panose="02010609060101010101" pitchFamily="49" charset="-122"/>
                <a:sym typeface="Arial" panose="020B0604020202020204" pitchFamily="34" charset="0"/>
              </a:rPr>
              <a:t>2. 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sym typeface="Arial" panose="020B0604020202020204" pitchFamily="34" charset="0"/>
              </a:rPr>
              <a:t>理解滞回比较器的工作原理；</a:t>
            </a:r>
            <a:endParaRPr lang="zh-CN" altLang="zh-CN" dirty="0"/>
          </a:p>
          <a:p>
            <a:pPr eaLnBrk="1" latinLnBrk="0" hangingPunct="1">
              <a:lnSpc>
                <a:spcPct val="130000"/>
              </a:lnSpc>
              <a:buFontTx/>
              <a:buNone/>
            </a:pPr>
            <a:r>
              <a:rPr lang="en-US" altLang="en-US" dirty="0">
                <a:latin typeface="Arial" panose="020B0604020202020204" pitchFamily="34" charset="0"/>
                <a:ea typeface="黑体" panose="02010609060101010101" pitchFamily="49" charset="-122"/>
                <a:sym typeface="Arial" panose="020B0604020202020204" pitchFamily="34" charset="0"/>
              </a:rPr>
              <a:t>3. 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sym typeface="Arial" panose="020B0604020202020204" pitchFamily="34" charset="0"/>
              </a:rPr>
              <a:t>掌握滞回比较器电路设计与测试方法；</a:t>
            </a:r>
            <a:endParaRPr lang="zh-CN" alt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4CD0C57D-C2DA-4EFF-8E77-63B3AAA3DE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8340" y="1113533"/>
            <a:ext cx="2106514" cy="324148"/>
          </a:xfrm>
        </p:spPr>
        <p:txBody>
          <a:bodyPr/>
          <a:lstStyle/>
          <a:p>
            <a:pPr algn="l"/>
            <a:r>
              <a:rPr lang="zh-CN" altLang="en-US" sz="2025">
                <a:ea typeface="华文行楷" panose="02010800040101010101" pitchFamily="2" charset="-122"/>
              </a:rPr>
              <a:t>一、概述</a:t>
            </a:r>
            <a:endParaRPr lang="zh-CN" altLang="en-US" sz="2025">
              <a:latin typeface="隶书" panose="02010509060101010101" pitchFamily="49" charset="-122"/>
              <a:ea typeface="华文行楷" panose="02010800040101010101" pitchFamily="2" charset="-122"/>
            </a:endParaRPr>
          </a:p>
        </p:txBody>
      </p:sp>
      <p:sp>
        <p:nvSpPr>
          <p:cNvPr id="21507" name="Text Box 3">
            <a:extLst>
              <a:ext uri="{FF2B5EF4-FFF2-40B4-BE49-F238E27FC236}">
                <a16:creationId xmlns:a16="http://schemas.microsoft.com/office/drawing/2014/main" id="{7B3D48EC-8AFA-45CA-AED2-D1DB15F12A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956" y="763585"/>
            <a:ext cx="6252679" cy="1784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10000"/>
              </a:spcBef>
            </a:pPr>
            <a:r>
              <a:rPr kumimoji="1" lang="en-US" altLang="zh-CN" sz="2000" dirty="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1.  </a:t>
            </a:r>
            <a:r>
              <a:rPr kumimoji="1" lang="zh-CN" altLang="en-US" sz="2000" dirty="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电压比较器的功能</a:t>
            </a:r>
            <a:r>
              <a:rPr kumimoji="1" lang="zh-CN" altLang="en-US" sz="20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：比较电压的大小。</a:t>
            </a:r>
          </a:p>
          <a:p>
            <a:pPr>
              <a:lnSpc>
                <a:spcPct val="115000"/>
              </a:lnSpc>
            </a:pPr>
            <a:r>
              <a:rPr kumimoji="1" lang="zh-CN" altLang="en-US" sz="20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   输入电压是模拟信号；输出电压表示比较的结果，只有高电平和低电平两种情况，为二值信号。使输出产生跃变的输入电压称为阈值电压。</a:t>
            </a:r>
          </a:p>
          <a:p>
            <a:pPr>
              <a:lnSpc>
                <a:spcPct val="115000"/>
              </a:lnSpc>
            </a:pPr>
            <a:r>
              <a:rPr kumimoji="1" lang="zh-CN" altLang="en-US" sz="20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   广泛用于各种报警电路。</a:t>
            </a:r>
          </a:p>
        </p:txBody>
      </p:sp>
      <p:sp>
        <p:nvSpPr>
          <p:cNvPr id="21508" name="Text Box 4">
            <a:extLst>
              <a:ext uri="{FF2B5EF4-FFF2-40B4-BE49-F238E27FC236}">
                <a16:creationId xmlns:a16="http://schemas.microsoft.com/office/drawing/2014/main" id="{CB1286A6-6765-4355-A9BA-175C15DA9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640" y="2528600"/>
            <a:ext cx="567063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Aft>
                <a:spcPct val="20000"/>
              </a:spcAft>
            </a:pPr>
            <a:r>
              <a:rPr kumimoji="1" lang="en-US" altLang="zh-CN" dirty="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2.  </a:t>
            </a:r>
            <a:r>
              <a:rPr kumimoji="1" lang="zh-CN" altLang="en-US" dirty="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电压比较器的描述方法</a:t>
            </a:r>
            <a:r>
              <a:rPr kumimoji="1"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:</a:t>
            </a:r>
            <a:r>
              <a:rPr kumimoji="1"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电压传输特性 </a:t>
            </a:r>
            <a:r>
              <a:rPr kumimoji="1" lang="en-US" altLang="zh-CN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u</a:t>
            </a:r>
            <a:r>
              <a:rPr kumimoji="1" lang="en-US" altLang="zh-CN" b="1" baseline="-25000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O</a:t>
            </a:r>
            <a:r>
              <a:rPr kumimoji="1"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＝</a:t>
            </a:r>
            <a:r>
              <a:rPr kumimoji="1" lang="en-US" altLang="zh-CN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f</a:t>
            </a:r>
            <a:r>
              <a:rPr kumimoji="1"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u</a:t>
            </a:r>
            <a:r>
              <a:rPr kumimoji="1" lang="en-US" altLang="zh-CN" b="1" baseline="-25000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21509" name="Text Box 5">
            <a:extLst>
              <a:ext uri="{FF2B5EF4-FFF2-40B4-BE49-F238E27FC236}">
                <a16:creationId xmlns:a16="http://schemas.microsoft.com/office/drawing/2014/main" id="{583842EC-D86F-4137-93AA-3278527C81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67" y="2897932"/>
            <a:ext cx="6721265" cy="1975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zh-CN" altLang="en-US" b="1" dirty="0">
                <a:solidFill>
                  <a:srgbClr val="A50021"/>
                </a:solidFill>
                <a:latin typeface="Times New Roman" panose="02020603050405020304" pitchFamily="18" charset="0"/>
              </a:rPr>
              <a:t>电压传输特性的三个要素：</a:t>
            </a:r>
          </a:p>
          <a:p>
            <a:pPr>
              <a:lnSpc>
                <a:spcPct val="115000"/>
              </a:lnSpc>
            </a:pPr>
            <a:r>
              <a:rPr kumimoji="1"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）输出高电平</a:t>
            </a:r>
            <a:r>
              <a:rPr kumimoji="1" lang="en-US" altLang="zh-CN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U</a:t>
            </a:r>
            <a:r>
              <a:rPr kumimoji="1" lang="en-US" altLang="zh-CN" b="1" baseline="-25000" dirty="0">
                <a:solidFill>
                  <a:schemeClr val="tx2"/>
                </a:solidFill>
                <a:latin typeface="Times New Roman" panose="02020603050405020304" pitchFamily="18" charset="0"/>
              </a:rPr>
              <a:t>OH</a:t>
            </a:r>
            <a:r>
              <a:rPr kumimoji="1"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和输出低电平</a:t>
            </a:r>
            <a:r>
              <a:rPr kumimoji="1" lang="en-US" altLang="zh-CN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U</a:t>
            </a:r>
            <a:r>
              <a:rPr kumimoji="1" lang="en-US" altLang="zh-CN" b="1" baseline="-25000" dirty="0">
                <a:solidFill>
                  <a:schemeClr val="tx2"/>
                </a:solidFill>
                <a:latin typeface="Times New Roman" panose="02020603050405020304" pitchFamily="18" charset="0"/>
              </a:rPr>
              <a:t>OL</a:t>
            </a:r>
            <a:r>
              <a:rPr kumimoji="1"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；根据输出限幅电路判断</a:t>
            </a:r>
            <a:endParaRPr kumimoji="1" lang="en-US" altLang="zh-CN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kumimoji="1"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）阈值电压</a:t>
            </a:r>
            <a:r>
              <a:rPr kumimoji="1" lang="en-US" altLang="zh-CN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U</a:t>
            </a:r>
            <a:r>
              <a:rPr kumimoji="1" lang="en-US" altLang="zh-CN" b="1" baseline="-25000" dirty="0">
                <a:solidFill>
                  <a:schemeClr val="tx2"/>
                </a:solidFill>
                <a:latin typeface="Times New Roman" panose="02020603050405020304" pitchFamily="18" charset="0"/>
              </a:rPr>
              <a:t>T</a:t>
            </a:r>
            <a:r>
              <a:rPr kumimoji="1"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；</a:t>
            </a:r>
            <a:endParaRPr kumimoji="1" lang="en-US" altLang="zh-CN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kumimoji="1"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           </a:t>
            </a:r>
            <a:r>
              <a:rPr kumimoji="1" lang="zh-CN" altLang="en-US" b="1" dirty="0">
                <a:latin typeface="Times New Roman" panose="02020603050405020304" pitchFamily="18" charset="0"/>
              </a:rPr>
              <a:t>写出 </a:t>
            </a:r>
            <a:r>
              <a:rPr kumimoji="1" lang="en-US" altLang="zh-CN" b="1" i="1" dirty="0" err="1">
                <a:latin typeface="Times New Roman" panose="02020603050405020304" pitchFamily="18" charset="0"/>
              </a:rPr>
              <a:t>u</a:t>
            </a:r>
            <a:r>
              <a:rPr kumimoji="1" lang="en-US" altLang="zh-CN" b="1" baseline="-25000" dirty="0" err="1">
                <a:latin typeface="Times New Roman" panose="02020603050405020304" pitchFamily="18" charset="0"/>
              </a:rPr>
              <a:t>P</a:t>
            </a:r>
            <a:r>
              <a:rPr kumimoji="1" lang="zh-CN" altLang="en-US" b="1" dirty="0">
                <a:latin typeface="Times New Roman" panose="02020603050405020304" pitchFamily="18" charset="0"/>
              </a:rPr>
              <a:t>、</a:t>
            </a:r>
            <a:r>
              <a:rPr kumimoji="1" lang="en-US" altLang="zh-CN" b="1" i="1" dirty="0" err="1">
                <a:latin typeface="Times New Roman" panose="02020603050405020304" pitchFamily="18" charset="0"/>
              </a:rPr>
              <a:t>u</a:t>
            </a:r>
            <a:r>
              <a:rPr kumimoji="1" lang="en-US" altLang="zh-CN" b="1" baseline="-25000" dirty="0" err="1">
                <a:latin typeface="Times New Roman" panose="02020603050405020304" pitchFamily="18" charset="0"/>
              </a:rPr>
              <a:t>N</a:t>
            </a:r>
            <a:r>
              <a:rPr kumimoji="1" lang="zh-CN" altLang="zh-CN" b="1" dirty="0">
                <a:latin typeface="Times New Roman" panose="02020603050405020304" pitchFamily="18" charset="0"/>
              </a:rPr>
              <a:t>的表达式，</a:t>
            </a:r>
            <a:r>
              <a:rPr kumimoji="1" lang="zh-CN" altLang="en-US" b="1" dirty="0">
                <a:latin typeface="Times New Roman" panose="02020603050405020304" pitchFamily="18" charset="0"/>
              </a:rPr>
              <a:t>令</a:t>
            </a:r>
            <a:r>
              <a:rPr kumimoji="1" lang="en-US" altLang="zh-CN" b="1" i="1" dirty="0" err="1">
                <a:latin typeface="Times New Roman" panose="02020603050405020304" pitchFamily="18" charset="0"/>
              </a:rPr>
              <a:t>u</a:t>
            </a:r>
            <a:r>
              <a:rPr kumimoji="1" lang="en-US" altLang="zh-CN" b="1" baseline="-25000" dirty="0" err="1">
                <a:latin typeface="Times New Roman" panose="02020603050405020304" pitchFamily="18" charset="0"/>
              </a:rPr>
              <a:t>P</a:t>
            </a:r>
            <a:r>
              <a:rPr kumimoji="1" lang="zh-CN" altLang="en-US" b="1" dirty="0">
                <a:latin typeface="Times New Roman" panose="02020603050405020304" pitchFamily="18" charset="0"/>
              </a:rPr>
              <a:t>＝ </a:t>
            </a:r>
            <a:r>
              <a:rPr kumimoji="1" lang="en-US" altLang="zh-CN" b="1" i="1" dirty="0" err="1">
                <a:latin typeface="Times New Roman" panose="02020603050405020304" pitchFamily="18" charset="0"/>
              </a:rPr>
              <a:t>u</a:t>
            </a:r>
            <a:r>
              <a:rPr kumimoji="1" lang="en-US" altLang="zh-CN" b="1" baseline="-25000" dirty="0" err="1">
                <a:latin typeface="Times New Roman" panose="02020603050405020304" pitchFamily="18" charset="0"/>
              </a:rPr>
              <a:t>N</a:t>
            </a:r>
            <a:r>
              <a:rPr kumimoji="1" lang="zh-CN" altLang="en-US" b="1" dirty="0">
                <a:latin typeface="Times New Roman" panose="02020603050405020304" pitchFamily="18" charset="0"/>
              </a:rPr>
              <a:t>，</a:t>
            </a:r>
            <a:r>
              <a:rPr kumimoji="1" lang="zh-CN" altLang="zh-CN" b="1" dirty="0">
                <a:latin typeface="Times New Roman" panose="02020603050405020304" pitchFamily="18" charset="0"/>
              </a:rPr>
              <a:t>求解出的 </a:t>
            </a:r>
            <a:r>
              <a:rPr kumimoji="1" lang="en-US" altLang="zh-CN" b="1" i="1" dirty="0" err="1">
                <a:latin typeface="Times New Roman" panose="02020603050405020304" pitchFamily="18" charset="0"/>
              </a:rPr>
              <a:t>u</a:t>
            </a:r>
            <a:r>
              <a:rPr kumimoji="1" lang="en-US" altLang="zh-CN" b="1" baseline="-25000" dirty="0" err="1">
                <a:latin typeface="Times New Roman" panose="02020603050405020304" pitchFamily="18" charset="0"/>
              </a:rPr>
              <a:t>I</a:t>
            </a:r>
            <a:r>
              <a:rPr kumimoji="1" lang="zh-CN" altLang="zh-CN" b="1" dirty="0">
                <a:latin typeface="Times New Roman" panose="02020603050405020304" pitchFamily="18" charset="0"/>
              </a:rPr>
              <a:t>即为</a:t>
            </a:r>
            <a:r>
              <a:rPr kumimoji="1" lang="en-US" altLang="zh-CN" b="1" i="1" dirty="0">
                <a:latin typeface="Times New Roman" panose="02020603050405020304" pitchFamily="18" charset="0"/>
              </a:rPr>
              <a:t>U</a:t>
            </a:r>
            <a:r>
              <a:rPr kumimoji="1" lang="en-US" altLang="zh-CN" b="1" baseline="-25000" dirty="0">
                <a:latin typeface="Times New Roman" panose="02020603050405020304" pitchFamily="18" charset="0"/>
              </a:rPr>
              <a:t>T</a:t>
            </a:r>
            <a:endParaRPr kumimoji="1" lang="en-US" altLang="zh-CN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kumimoji="1"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3</a:t>
            </a:r>
            <a:r>
              <a:rPr kumimoji="1"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）输入电压过阈值电压时输出电压跃变的方向，同相还是反相输入</a:t>
            </a:r>
          </a:p>
        </p:txBody>
      </p:sp>
      <p:sp>
        <p:nvSpPr>
          <p:cNvPr id="6" name="Rectangle 200">
            <a:extLst>
              <a:ext uri="{FF2B5EF4-FFF2-40B4-BE49-F238E27FC236}">
                <a16:creationId xmlns:a16="http://schemas.microsoft.com/office/drawing/2014/main" id="{2CBC64AD-888D-4C28-954C-29ECF384A6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849" y="153420"/>
            <a:ext cx="5372100" cy="317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latinLnBrk="0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实验原理</a:t>
            </a:r>
            <a:endParaRPr lang="en-US" altLang="en-US" sz="135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5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5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5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5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build="p" autoUpdateAnimBg="0"/>
      <p:bldP spid="21508" grpId="0" build="p" autoUpdateAnimBg="0"/>
      <p:bldP spid="21509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C80C55E1-6BDC-436F-AD03-4245093418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2656" y="701892"/>
            <a:ext cx="4774531" cy="214313"/>
          </a:xfrm>
        </p:spPr>
        <p:txBody>
          <a:bodyPr/>
          <a:lstStyle/>
          <a:p>
            <a:pPr algn="l"/>
            <a:r>
              <a:rPr lang="en-US" altLang="zh-CN" sz="1800" dirty="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3. </a:t>
            </a:r>
            <a:r>
              <a:rPr lang="zh-CN" altLang="en-US" sz="1800" dirty="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几种常用的电压比较器</a:t>
            </a:r>
          </a:p>
        </p:txBody>
      </p:sp>
      <p:pic>
        <p:nvPicPr>
          <p:cNvPr id="22531" name="Picture 3" descr="Dz080202">
            <a:extLst>
              <a:ext uri="{FF2B5EF4-FFF2-40B4-BE49-F238E27FC236}">
                <a16:creationId xmlns:a16="http://schemas.microsoft.com/office/drawing/2014/main" id="{0B4DBFBD-844E-4395-8B0F-3516B0821F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236" b="10086"/>
          <a:stretch>
            <a:fillRect/>
          </a:stretch>
        </p:blipFill>
        <p:spPr bwMode="auto">
          <a:xfrm>
            <a:off x="459143" y="2327309"/>
            <a:ext cx="1801569" cy="1735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32" name="Picture 4" descr="Dz080202">
            <a:extLst>
              <a:ext uri="{FF2B5EF4-FFF2-40B4-BE49-F238E27FC236}">
                <a16:creationId xmlns:a16="http://schemas.microsoft.com/office/drawing/2014/main" id="{826AF7D3-54DF-4450-910C-FCF67C544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883" t="17291" b="13545"/>
          <a:stretch>
            <a:fillRect/>
          </a:stretch>
        </p:blipFill>
        <p:spPr bwMode="auto">
          <a:xfrm>
            <a:off x="4260777" y="2125212"/>
            <a:ext cx="2036964" cy="1404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33" name="Picture 5" descr="Dz080202">
            <a:extLst>
              <a:ext uri="{FF2B5EF4-FFF2-40B4-BE49-F238E27FC236}">
                <a16:creationId xmlns:a16="http://schemas.microsoft.com/office/drawing/2014/main" id="{C3FFCF9A-1C90-4BFD-8DB0-A4512FEAA0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17" r="34119" b="10086"/>
          <a:stretch>
            <a:fillRect/>
          </a:stretch>
        </p:blipFill>
        <p:spPr bwMode="auto">
          <a:xfrm>
            <a:off x="2169976" y="2250677"/>
            <a:ext cx="1957365" cy="188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534" name="Text Box 6">
            <a:extLst>
              <a:ext uri="{FF2B5EF4-FFF2-40B4-BE49-F238E27FC236}">
                <a16:creationId xmlns:a16="http://schemas.microsoft.com/office/drawing/2014/main" id="{DF12295E-104D-4797-9E2A-62655B2B74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947" y="1007808"/>
            <a:ext cx="53720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）单限比较器：只有一个阈值电压</a:t>
            </a:r>
          </a:p>
        </p:txBody>
      </p:sp>
      <p:sp>
        <p:nvSpPr>
          <p:cNvPr id="22535" name="Text Box 7">
            <a:extLst>
              <a:ext uri="{FF2B5EF4-FFF2-40B4-BE49-F238E27FC236}">
                <a16:creationId xmlns:a16="http://schemas.microsoft.com/office/drawing/2014/main" id="{2C10BFAE-BC48-49F0-A4FF-96D73EE062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648" y="4062571"/>
            <a:ext cx="64202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3</a:t>
            </a:r>
            <a:r>
              <a:rPr kumimoji="1"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）窗口比较器：</a:t>
            </a:r>
          </a:p>
          <a:p>
            <a:r>
              <a:rPr kumimoji="1"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    有两个阈值电压，输入电压单调变化时输出电压跃变两次。</a:t>
            </a:r>
          </a:p>
        </p:txBody>
      </p:sp>
      <p:sp>
        <p:nvSpPr>
          <p:cNvPr id="22536" name="Text Box 8">
            <a:extLst>
              <a:ext uri="{FF2B5EF4-FFF2-40B4-BE49-F238E27FC236}">
                <a16:creationId xmlns:a16="http://schemas.microsoft.com/office/drawing/2014/main" id="{D57E9BAD-4F80-47B6-B8B0-FB615D31DE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648" y="1334213"/>
            <a:ext cx="6420236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）滞回比较器：具有滞回特性</a:t>
            </a:r>
          </a:p>
          <a:p>
            <a:r>
              <a:rPr kumimoji="1"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    输入电压的变化方向不同，阈值电压也不同，但输入电压单调变化使输出电压只跃变一次。</a:t>
            </a:r>
          </a:p>
        </p:txBody>
      </p:sp>
      <p:sp>
        <p:nvSpPr>
          <p:cNvPr id="12" name="Rectangle 200">
            <a:extLst>
              <a:ext uri="{FF2B5EF4-FFF2-40B4-BE49-F238E27FC236}">
                <a16:creationId xmlns:a16="http://schemas.microsoft.com/office/drawing/2014/main" id="{FCEAE127-0BC0-40A8-8412-CBBB1BC23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139" y="117116"/>
            <a:ext cx="5372100" cy="317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latinLnBrk="0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实验原理</a:t>
            </a:r>
            <a:endParaRPr lang="en-US" altLang="en-US" sz="135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5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5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4" grpId="0" build="p" autoUpdateAnimBg="0"/>
      <p:bldP spid="22535" grpId="0" build="p" autoUpdateAnimBg="0"/>
      <p:bldP spid="2253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D69E6BF5-E668-4980-B29A-38A6DC9CE9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6377" y="697397"/>
            <a:ext cx="3979069" cy="261641"/>
          </a:xfrm>
        </p:spPr>
        <p:txBody>
          <a:bodyPr/>
          <a:lstStyle/>
          <a:p>
            <a:pPr algn="l"/>
            <a:r>
              <a:rPr lang="en-US" altLang="zh-CN" sz="1800" dirty="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4</a:t>
            </a:r>
            <a:r>
              <a:rPr lang="zh-CN" altLang="en-US" sz="1800" dirty="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、集成运放的非线性工作区</a:t>
            </a:r>
          </a:p>
        </p:txBody>
      </p:sp>
      <p:sp>
        <p:nvSpPr>
          <p:cNvPr id="23555" name="Text Box 3">
            <a:extLst>
              <a:ext uri="{FF2B5EF4-FFF2-40B4-BE49-F238E27FC236}">
                <a16:creationId xmlns:a16="http://schemas.microsoft.com/office/drawing/2014/main" id="{71FAA589-9632-4128-8C3B-254D40F92E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367" y="1045309"/>
            <a:ext cx="580206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b="1" dirty="0">
                <a:latin typeface="Times New Roman" panose="02020603050405020304" pitchFamily="18" charset="0"/>
              </a:rPr>
              <a:t>电路特征：集成运放处于开环或仅引入正反馈</a:t>
            </a:r>
          </a:p>
        </p:txBody>
      </p:sp>
      <p:sp>
        <p:nvSpPr>
          <p:cNvPr id="23556" name="Text Box 4">
            <a:extLst>
              <a:ext uri="{FF2B5EF4-FFF2-40B4-BE49-F238E27FC236}">
                <a16:creationId xmlns:a16="http://schemas.microsoft.com/office/drawing/2014/main" id="{86559DE5-B14C-4DBB-8BD9-7543000DCF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470" y="3057489"/>
            <a:ext cx="36788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b="1" dirty="0">
                <a:latin typeface="Times New Roman" panose="02020603050405020304" pitchFamily="18" charset="0"/>
              </a:rPr>
              <a:t>理想运放工作在非线性区的特点：</a:t>
            </a:r>
          </a:p>
        </p:txBody>
      </p:sp>
      <p:sp>
        <p:nvSpPr>
          <p:cNvPr id="23557" name="Text Box 5">
            <a:extLst>
              <a:ext uri="{FF2B5EF4-FFF2-40B4-BE49-F238E27FC236}">
                <a16:creationId xmlns:a16="http://schemas.microsoft.com/office/drawing/2014/main" id="{8057E7ED-D991-4ED1-B4A1-9147CCB2CC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367" y="3426821"/>
            <a:ext cx="3794225" cy="105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b="1" dirty="0">
                <a:latin typeface="Times New Roman" panose="02020603050405020304" pitchFamily="18" charset="0"/>
              </a:rPr>
              <a:t>1) </a:t>
            </a:r>
            <a:r>
              <a:rPr kumimoji="1" lang="zh-CN" altLang="en-US" b="1" dirty="0">
                <a:latin typeface="Times New Roman" panose="02020603050405020304" pitchFamily="18" charset="0"/>
              </a:rPr>
              <a:t>净输入电流为</a:t>
            </a:r>
            <a:r>
              <a:rPr kumimoji="1" lang="en-US" altLang="zh-CN" b="1" dirty="0">
                <a:latin typeface="Times New Roman" panose="02020603050405020304" pitchFamily="18" charset="0"/>
              </a:rPr>
              <a:t>0</a:t>
            </a:r>
          </a:p>
          <a:p>
            <a:pPr>
              <a:lnSpc>
                <a:spcPct val="120000"/>
              </a:lnSpc>
            </a:pPr>
            <a:r>
              <a:rPr kumimoji="1" lang="en-US" altLang="zh-CN" b="1" dirty="0">
                <a:latin typeface="Times New Roman" panose="02020603050405020304" pitchFamily="18" charset="0"/>
              </a:rPr>
              <a:t>2) </a:t>
            </a:r>
            <a:r>
              <a:rPr kumimoji="1" lang="en-US" altLang="zh-CN" b="1" i="1" dirty="0" err="1">
                <a:latin typeface="Times New Roman" panose="02020603050405020304" pitchFamily="18" charset="0"/>
              </a:rPr>
              <a:t>u</a:t>
            </a:r>
            <a:r>
              <a:rPr kumimoji="1" lang="en-US" altLang="zh-CN" b="1" baseline="-25000" dirty="0" err="1">
                <a:latin typeface="Times New Roman" panose="02020603050405020304" pitchFamily="18" charset="0"/>
              </a:rPr>
              <a:t>P</a:t>
            </a:r>
            <a:r>
              <a:rPr kumimoji="1" lang="en-US" altLang="zh-CN" b="1" dirty="0">
                <a:latin typeface="Times New Roman" panose="02020603050405020304" pitchFamily="18" charset="0"/>
              </a:rPr>
              <a:t>&gt; </a:t>
            </a:r>
            <a:r>
              <a:rPr kumimoji="1" lang="en-US" altLang="zh-CN" b="1" i="1" dirty="0" err="1">
                <a:latin typeface="Times New Roman" panose="02020603050405020304" pitchFamily="18" charset="0"/>
              </a:rPr>
              <a:t>u</a:t>
            </a:r>
            <a:r>
              <a:rPr kumimoji="1" lang="en-US" altLang="zh-CN" b="1" baseline="-25000" dirty="0" err="1">
                <a:latin typeface="Times New Roman" panose="02020603050405020304" pitchFamily="18" charset="0"/>
              </a:rPr>
              <a:t>N</a:t>
            </a:r>
            <a:r>
              <a:rPr kumimoji="1" lang="zh-CN" altLang="zh-CN" b="1" dirty="0">
                <a:latin typeface="Times New Roman" panose="02020603050405020304" pitchFamily="18" charset="0"/>
              </a:rPr>
              <a:t>时，</a:t>
            </a:r>
            <a:r>
              <a:rPr kumimoji="1" lang="zh-CN" altLang="en-US" b="1" dirty="0">
                <a:latin typeface="Times New Roman" panose="02020603050405020304" pitchFamily="18" charset="0"/>
              </a:rPr>
              <a:t> </a:t>
            </a:r>
            <a:r>
              <a:rPr kumimoji="1" lang="en-US" altLang="zh-CN" b="1" i="1" dirty="0" err="1">
                <a:latin typeface="Times New Roman" panose="02020603050405020304" pitchFamily="18" charset="0"/>
              </a:rPr>
              <a:t>u</a:t>
            </a:r>
            <a:r>
              <a:rPr kumimoji="1" lang="en-US" altLang="zh-CN" b="1" baseline="-25000" dirty="0" err="1">
                <a:latin typeface="Times New Roman" panose="02020603050405020304" pitchFamily="18" charset="0"/>
              </a:rPr>
              <a:t>O</a:t>
            </a:r>
            <a:r>
              <a:rPr kumimoji="1" lang="zh-CN" altLang="en-US" b="1" dirty="0">
                <a:latin typeface="Times New Roman" panose="02020603050405020304" pitchFamily="18" charset="0"/>
              </a:rPr>
              <a:t>＝＋</a:t>
            </a:r>
            <a:r>
              <a:rPr kumimoji="1" lang="en-US" altLang="zh-CN" b="1" i="1" dirty="0">
                <a:latin typeface="Times New Roman" panose="02020603050405020304" pitchFamily="18" charset="0"/>
              </a:rPr>
              <a:t>U</a:t>
            </a:r>
            <a:r>
              <a:rPr kumimoji="1" lang="en-US" altLang="zh-CN" b="1" baseline="-25000" dirty="0">
                <a:latin typeface="Times New Roman" panose="02020603050405020304" pitchFamily="18" charset="0"/>
              </a:rPr>
              <a:t>OM                   </a:t>
            </a:r>
            <a:r>
              <a:rPr kumimoji="1" lang="en-US" altLang="zh-CN" b="1" i="1" dirty="0" err="1">
                <a:latin typeface="Times New Roman" panose="02020603050405020304" pitchFamily="18" charset="0"/>
              </a:rPr>
              <a:t>u</a:t>
            </a:r>
            <a:r>
              <a:rPr kumimoji="1" lang="en-US" altLang="zh-CN" b="1" baseline="-25000" dirty="0" err="1">
                <a:latin typeface="Times New Roman" panose="02020603050405020304" pitchFamily="18" charset="0"/>
              </a:rPr>
              <a:t>P</a:t>
            </a:r>
            <a:r>
              <a:rPr kumimoji="1" lang="en-US" altLang="zh-CN" b="1" dirty="0">
                <a:latin typeface="Times New Roman" panose="02020603050405020304" pitchFamily="18" charset="0"/>
              </a:rPr>
              <a:t>&lt; </a:t>
            </a:r>
            <a:r>
              <a:rPr kumimoji="1" lang="en-US" altLang="zh-CN" b="1" i="1" dirty="0" err="1">
                <a:latin typeface="Times New Roman" panose="02020603050405020304" pitchFamily="18" charset="0"/>
              </a:rPr>
              <a:t>u</a:t>
            </a:r>
            <a:r>
              <a:rPr kumimoji="1" lang="en-US" altLang="zh-CN" b="1" baseline="-25000" dirty="0" err="1">
                <a:latin typeface="Times New Roman" panose="02020603050405020304" pitchFamily="18" charset="0"/>
              </a:rPr>
              <a:t>N</a:t>
            </a:r>
            <a:r>
              <a:rPr kumimoji="1" lang="zh-CN" altLang="zh-CN" b="1" dirty="0">
                <a:latin typeface="Times New Roman" panose="02020603050405020304" pitchFamily="18" charset="0"/>
              </a:rPr>
              <a:t>时，</a:t>
            </a:r>
            <a:r>
              <a:rPr kumimoji="1" lang="zh-CN" altLang="en-US" b="1" dirty="0">
                <a:latin typeface="Times New Roman" panose="02020603050405020304" pitchFamily="18" charset="0"/>
              </a:rPr>
              <a:t> </a:t>
            </a:r>
            <a:r>
              <a:rPr kumimoji="1" lang="en-US" altLang="zh-CN" b="1" i="1" dirty="0" err="1">
                <a:latin typeface="Times New Roman" panose="02020603050405020304" pitchFamily="18" charset="0"/>
              </a:rPr>
              <a:t>u</a:t>
            </a:r>
            <a:r>
              <a:rPr kumimoji="1" lang="en-US" altLang="zh-CN" b="1" baseline="-25000" dirty="0" err="1">
                <a:latin typeface="Times New Roman" panose="02020603050405020304" pitchFamily="18" charset="0"/>
              </a:rPr>
              <a:t>O</a:t>
            </a:r>
            <a:r>
              <a:rPr kumimoji="1" lang="zh-CN" altLang="en-US" b="1" dirty="0">
                <a:latin typeface="Times New Roman" panose="02020603050405020304" pitchFamily="18" charset="0"/>
              </a:rPr>
              <a:t>＝－</a:t>
            </a:r>
            <a:r>
              <a:rPr kumimoji="1" lang="en-US" altLang="zh-CN" b="1" i="1" dirty="0">
                <a:latin typeface="Times New Roman" panose="02020603050405020304" pitchFamily="18" charset="0"/>
              </a:rPr>
              <a:t>U</a:t>
            </a:r>
            <a:r>
              <a:rPr kumimoji="1" lang="en-US" altLang="zh-CN" b="1" baseline="-25000" dirty="0">
                <a:latin typeface="Times New Roman" panose="02020603050405020304" pitchFamily="18" charset="0"/>
              </a:rPr>
              <a:t>OM</a:t>
            </a:r>
          </a:p>
        </p:txBody>
      </p:sp>
      <p:graphicFrame>
        <p:nvGraphicFramePr>
          <p:cNvPr id="23558" name="Object 6">
            <a:extLst>
              <a:ext uri="{FF2B5EF4-FFF2-40B4-BE49-F238E27FC236}">
                <a16:creationId xmlns:a16="http://schemas.microsoft.com/office/drawing/2014/main" id="{4A17406E-C5CA-4118-B975-EE67893C6F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8777013"/>
              </p:ext>
            </p:extLst>
          </p:nvPr>
        </p:nvGraphicFramePr>
        <p:xfrm>
          <a:off x="838742" y="1511429"/>
          <a:ext cx="3914719" cy="12301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2" imgW="19323810" imgH="6066667" progId="MSPhotoEd.3">
                  <p:embed/>
                </p:oleObj>
              </mc:Choice>
              <mc:Fallback>
                <p:oleObj name="Photo Editor 照片" r:id="rId2" imgW="19323810" imgH="6066667" progId="MSPhotoEd.3">
                  <p:embed/>
                  <p:pic>
                    <p:nvPicPr>
                      <p:cNvPr id="23558" name="Object 6">
                        <a:extLst>
                          <a:ext uri="{FF2B5EF4-FFF2-40B4-BE49-F238E27FC236}">
                            <a16:creationId xmlns:a16="http://schemas.microsoft.com/office/drawing/2014/main" id="{4A17406E-C5CA-4118-B975-EE67893C6F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742" y="1511429"/>
                        <a:ext cx="3914719" cy="12301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9" name="Object 7">
            <a:extLst>
              <a:ext uri="{FF2B5EF4-FFF2-40B4-BE49-F238E27FC236}">
                <a16:creationId xmlns:a16="http://schemas.microsoft.com/office/drawing/2014/main" id="{8F40689B-AFB4-4542-AC0F-98B086F0F9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5723927"/>
              </p:ext>
            </p:extLst>
          </p:nvPr>
        </p:nvGraphicFramePr>
        <p:xfrm>
          <a:off x="4178300" y="2692400"/>
          <a:ext cx="2490788" cy="199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4" imgW="11933333" imgH="9573961" progId="MSPhotoEd.3">
                  <p:embed/>
                </p:oleObj>
              </mc:Choice>
              <mc:Fallback>
                <p:oleObj name="Photo Editor 照片" r:id="rId4" imgW="11933333" imgH="9573961" progId="MSPhotoEd.3">
                  <p:embed/>
                  <p:pic>
                    <p:nvPicPr>
                      <p:cNvPr id="23559" name="Object 7">
                        <a:extLst>
                          <a:ext uri="{FF2B5EF4-FFF2-40B4-BE49-F238E27FC236}">
                            <a16:creationId xmlns:a16="http://schemas.microsoft.com/office/drawing/2014/main" id="{8F40689B-AFB4-4542-AC0F-98B086F0F9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8300" y="2692400"/>
                        <a:ext cx="2490788" cy="1998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0" name="AutoShape 8">
            <a:extLst>
              <a:ext uri="{FF2B5EF4-FFF2-40B4-BE49-F238E27FC236}">
                <a16:creationId xmlns:a16="http://schemas.microsoft.com/office/drawing/2014/main" id="{80AF15E2-983E-4448-99A9-84FE221856F5}"/>
              </a:ext>
            </a:extLst>
          </p:cNvPr>
          <p:cNvSpPr>
            <a:spLocks/>
          </p:cNvSpPr>
          <p:nvPr/>
        </p:nvSpPr>
        <p:spPr bwMode="auto">
          <a:xfrm>
            <a:off x="4753461" y="1822930"/>
            <a:ext cx="1120605" cy="369333"/>
          </a:xfrm>
          <a:prstGeom prst="borderCallout1">
            <a:avLst>
              <a:gd name="adj1" fmla="val 24162"/>
              <a:gd name="adj2" fmla="val -4824"/>
              <a:gd name="adj3" fmla="val -21477"/>
              <a:gd name="adj4" fmla="val -54977"/>
            </a:avLst>
          </a:prstGeom>
          <a:solidFill>
            <a:srgbClr val="66FFFF"/>
          </a:solidFill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kumimoji="1" lang="zh-CN" altLang="en-US" b="1">
                <a:latin typeface="Times New Roman" panose="02020603050405020304" pitchFamily="18" charset="0"/>
              </a:rPr>
              <a:t>无源网络</a:t>
            </a:r>
          </a:p>
        </p:txBody>
      </p:sp>
      <p:sp>
        <p:nvSpPr>
          <p:cNvPr id="10" name="Rectangle 200">
            <a:extLst>
              <a:ext uri="{FF2B5EF4-FFF2-40B4-BE49-F238E27FC236}">
                <a16:creationId xmlns:a16="http://schemas.microsoft.com/office/drawing/2014/main" id="{4FD16CDA-26E1-4475-B983-676EFE66D4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138" y="147686"/>
            <a:ext cx="5372100" cy="317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latinLnBrk="0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实验原理</a:t>
            </a:r>
            <a:endParaRPr lang="en-US" altLang="en-US" sz="135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3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35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35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 autoUpdateAnimBg="0"/>
      <p:bldP spid="23556" grpId="0" build="p" autoUpdateAnimBg="0"/>
      <p:bldP spid="23557" grpId="0" build="p" autoUpdateAnimBg="0"/>
      <p:bldP spid="23560" grpId="0" build="allAtOnce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C230BCDB-AAC4-4E38-957E-47642C0380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4251" y="721910"/>
            <a:ext cx="2828925" cy="324148"/>
          </a:xfrm>
        </p:spPr>
        <p:txBody>
          <a:bodyPr/>
          <a:lstStyle/>
          <a:p>
            <a:pPr algn="l"/>
            <a:r>
              <a:rPr lang="zh-CN" altLang="en-US" sz="1800" dirty="0">
                <a:solidFill>
                  <a:schemeClr val="tx1"/>
                </a:solidFill>
                <a:ea typeface="华文行楷" panose="02010800040101010101" pitchFamily="2" charset="-122"/>
              </a:rPr>
              <a:t>二、单限比较器</a:t>
            </a:r>
          </a:p>
        </p:txBody>
      </p:sp>
      <p:pic>
        <p:nvPicPr>
          <p:cNvPr id="24579" name="Picture 3" descr="Dz080203">
            <a:extLst>
              <a:ext uri="{FF2B5EF4-FFF2-40B4-BE49-F238E27FC236}">
                <a16:creationId xmlns:a16="http://schemas.microsoft.com/office/drawing/2014/main" id="{D519B2D5-BCD6-49AF-8C4A-73375CEB22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349" r="50301" b="29951"/>
          <a:stretch>
            <a:fillRect/>
          </a:stretch>
        </p:blipFill>
        <p:spPr bwMode="auto">
          <a:xfrm>
            <a:off x="2083297" y="1103047"/>
            <a:ext cx="2510897" cy="1133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80" name="Picture 4" descr="Dz080203">
            <a:extLst>
              <a:ext uri="{FF2B5EF4-FFF2-40B4-BE49-F238E27FC236}">
                <a16:creationId xmlns:a16="http://schemas.microsoft.com/office/drawing/2014/main" id="{3A2BE2BF-5F03-46FA-A93F-AF221CAED8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05" b="13274"/>
          <a:stretch>
            <a:fillRect/>
          </a:stretch>
        </p:blipFill>
        <p:spPr bwMode="auto">
          <a:xfrm>
            <a:off x="4513581" y="654794"/>
            <a:ext cx="2093623" cy="1853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581" name="Text Box 5">
            <a:extLst>
              <a:ext uri="{FF2B5EF4-FFF2-40B4-BE49-F238E27FC236}">
                <a16:creationId xmlns:a16="http://schemas.microsoft.com/office/drawing/2014/main" id="{E7F329E5-3A41-45A6-B9D1-0429F8C667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429" y="2042887"/>
            <a:ext cx="5628655" cy="105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b="1" dirty="0">
                <a:latin typeface="Times New Roman" panose="02020603050405020304" pitchFamily="18" charset="0"/>
              </a:rPr>
              <a:t>（</a:t>
            </a:r>
            <a:r>
              <a:rPr kumimoji="1" lang="en-US" altLang="zh-CN" b="1" dirty="0">
                <a:latin typeface="Times New Roman" panose="02020603050405020304" pitchFamily="18" charset="0"/>
              </a:rPr>
              <a:t>1</a:t>
            </a:r>
            <a:r>
              <a:rPr kumimoji="1" lang="zh-CN" altLang="en-US" b="1" dirty="0">
                <a:latin typeface="Times New Roman" panose="02020603050405020304" pitchFamily="18" charset="0"/>
              </a:rPr>
              <a:t>）</a:t>
            </a:r>
            <a:r>
              <a:rPr kumimoji="1" lang="en-US" altLang="zh-CN" b="1" i="1" dirty="0">
                <a:latin typeface="Times New Roman" panose="02020603050405020304" pitchFamily="18" charset="0"/>
              </a:rPr>
              <a:t>U</a:t>
            </a:r>
            <a:r>
              <a:rPr kumimoji="1" lang="en-US" altLang="zh-CN" b="1" baseline="-25000" dirty="0">
                <a:latin typeface="Times New Roman" panose="02020603050405020304" pitchFamily="18" charset="0"/>
              </a:rPr>
              <a:t>T</a:t>
            </a:r>
            <a:r>
              <a:rPr kumimoji="1" lang="zh-CN" altLang="en-US" b="1" dirty="0">
                <a:latin typeface="Times New Roman" panose="02020603050405020304" pitchFamily="18" charset="0"/>
              </a:rPr>
              <a:t>＝</a:t>
            </a:r>
            <a:r>
              <a:rPr kumimoji="1" lang="en-US" altLang="zh-CN" b="1" dirty="0">
                <a:latin typeface="Times New Roman" panose="02020603050405020304" pitchFamily="18" charset="0"/>
              </a:rPr>
              <a:t>0</a:t>
            </a:r>
          </a:p>
          <a:p>
            <a:pPr>
              <a:lnSpc>
                <a:spcPct val="120000"/>
              </a:lnSpc>
            </a:pPr>
            <a:r>
              <a:rPr kumimoji="1" lang="zh-CN" altLang="en-US" b="1" dirty="0">
                <a:latin typeface="Times New Roman" panose="02020603050405020304" pitchFamily="18" charset="0"/>
              </a:rPr>
              <a:t>（</a:t>
            </a:r>
            <a:r>
              <a:rPr kumimoji="1" lang="en-US" altLang="zh-CN" b="1" dirty="0">
                <a:latin typeface="Times New Roman" panose="02020603050405020304" pitchFamily="18" charset="0"/>
              </a:rPr>
              <a:t>2</a:t>
            </a:r>
            <a:r>
              <a:rPr kumimoji="1" lang="zh-CN" altLang="en-US" b="1" dirty="0">
                <a:latin typeface="Times New Roman" panose="02020603050405020304" pitchFamily="18" charset="0"/>
              </a:rPr>
              <a:t>）</a:t>
            </a:r>
            <a:r>
              <a:rPr kumimoji="1" lang="en-US" altLang="zh-CN" b="1" i="1" dirty="0">
                <a:latin typeface="Times New Roman" panose="02020603050405020304" pitchFamily="18" charset="0"/>
              </a:rPr>
              <a:t>U</a:t>
            </a:r>
            <a:r>
              <a:rPr kumimoji="1" lang="en-US" altLang="zh-CN" b="1" baseline="-25000" dirty="0">
                <a:latin typeface="Times New Roman" panose="02020603050405020304" pitchFamily="18" charset="0"/>
              </a:rPr>
              <a:t>OH</a:t>
            </a:r>
            <a:r>
              <a:rPr kumimoji="1" lang="zh-CN" altLang="en-US" b="1" dirty="0">
                <a:latin typeface="Times New Roman" panose="02020603050405020304" pitchFamily="18" charset="0"/>
              </a:rPr>
              <a:t>＝＋ </a:t>
            </a:r>
            <a:r>
              <a:rPr kumimoji="1" lang="en-US" altLang="zh-CN" b="1" i="1" dirty="0">
                <a:latin typeface="Times New Roman" panose="02020603050405020304" pitchFamily="18" charset="0"/>
              </a:rPr>
              <a:t>U</a:t>
            </a:r>
            <a:r>
              <a:rPr kumimoji="1" lang="en-US" altLang="zh-CN" b="1" baseline="-25000" dirty="0">
                <a:latin typeface="Times New Roman" panose="02020603050405020304" pitchFamily="18" charset="0"/>
              </a:rPr>
              <a:t>OM</a:t>
            </a:r>
            <a:r>
              <a:rPr kumimoji="1" lang="zh-CN" altLang="en-US" b="1" baseline="-25000" dirty="0">
                <a:latin typeface="Times New Roman" panose="02020603050405020304" pitchFamily="18" charset="0"/>
              </a:rPr>
              <a:t>， </a:t>
            </a:r>
            <a:r>
              <a:rPr kumimoji="1" lang="en-US" altLang="zh-CN" b="1" i="1" dirty="0">
                <a:latin typeface="Times New Roman" panose="02020603050405020304" pitchFamily="18" charset="0"/>
              </a:rPr>
              <a:t>U</a:t>
            </a:r>
            <a:r>
              <a:rPr kumimoji="1" lang="en-US" altLang="zh-CN" b="1" baseline="-25000" dirty="0">
                <a:latin typeface="Times New Roman" panose="02020603050405020304" pitchFamily="18" charset="0"/>
              </a:rPr>
              <a:t>OL</a:t>
            </a:r>
            <a:r>
              <a:rPr kumimoji="1" lang="zh-CN" altLang="en-US" b="1" dirty="0">
                <a:latin typeface="Times New Roman" panose="02020603050405020304" pitchFamily="18" charset="0"/>
              </a:rPr>
              <a:t>＝－ </a:t>
            </a:r>
            <a:r>
              <a:rPr kumimoji="1" lang="en-US" altLang="zh-CN" b="1" i="1" dirty="0">
                <a:latin typeface="Times New Roman" panose="02020603050405020304" pitchFamily="18" charset="0"/>
              </a:rPr>
              <a:t>U</a:t>
            </a:r>
            <a:r>
              <a:rPr kumimoji="1" lang="en-US" altLang="zh-CN" b="1" baseline="-25000" dirty="0">
                <a:latin typeface="Times New Roman" panose="02020603050405020304" pitchFamily="18" charset="0"/>
              </a:rPr>
              <a:t>OM</a:t>
            </a:r>
          </a:p>
          <a:p>
            <a:pPr>
              <a:lnSpc>
                <a:spcPct val="120000"/>
              </a:lnSpc>
            </a:pPr>
            <a:r>
              <a:rPr kumimoji="1" lang="zh-CN" altLang="en-US" b="1" dirty="0">
                <a:latin typeface="Times New Roman" panose="02020603050405020304" pitchFamily="18" charset="0"/>
              </a:rPr>
              <a:t>（</a:t>
            </a:r>
            <a:r>
              <a:rPr kumimoji="1" lang="en-US" altLang="zh-CN" b="1" dirty="0">
                <a:latin typeface="Times New Roman" panose="02020603050405020304" pitchFamily="18" charset="0"/>
              </a:rPr>
              <a:t>3</a:t>
            </a:r>
            <a:r>
              <a:rPr kumimoji="1" lang="zh-CN" altLang="en-US" b="1" dirty="0">
                <a:latin typeface="Times New Roman" panose="02020603050405020304" pitchFamily="18" charset="0"/>
              </a:rPr>
              <a:t>）</a:t>
            </a:r>
            <a:r>
              <a:rPr kumimoji="1" lang="en-US" altLang="zh-CN" b="1" i="1" dirty="0" err="1">
                <a:latin typeface="Times New Roman" panose="02020603050405020304" pitchFamily="18" charset="0"/>
              </a:rPr>
              <a:t>u</a:t>
            </a:r>
            <a:r>
              <a:rPr kumimoji="1" lang="en-US" altLang="zh-CN" b="1" baseline="-25000" dirty="0" err="1">
                <a:latin typeface="Times New Roman" panose="02020603050405020304" pitchFamily="18" charset="0"/>
              </a:rPr>
              <a:t>I</a:t>
            </a:r>
            <a:r>
              <a:rPr kumimoji="1" lang="en-US" altLang="zh-CN" b="1" baseline="-25000" dirty="0">
                <a:latin typeface="Times New Roman" panose="02020603050405020304" pitchFamily="18" charset="0"/>
              </a:rPr>
              <a:t> </a:t>
            </a:r>
            <a:r>
              <a:rPr kumimoji="1" lang="en-US" altLang="zh-CN" b="1" dirty="0">
                <a:latin typeface="Times New Roman" panose="02020603050405020304" pitchFamily="18" charset="0"/>
              </a:rPr>
              <a:t>&gt; 0 </a:t>
            </a:r>
            <a:r>
              <a:rPr kumimoji="1" lang="zh-CN" altLang="zh-CN" b="1" dirty="0">
                <a:latin typeface="Times New Roman" panose="02020603050405020304" pitchFamily="18" charset="0"/>
              </a:rPr>
              <a:t>时 </a:t>
            </a:r>
            <a:r>
              <a:rPr kumimoji="1" lang="en-US" altLang="zh-CN" b="1" i="1" dirty="0" err="1">
                <a:latin typeface="Times New Roman" panose="02020603050405020304" pitchFamily="18" charset="0"/>
              </a:rPr>
              <a:t>u</a:t>
            </a:r>
            <a:r>
              <a:rPr kumimoji="1" lang="en-US" altLang="zh-CN" b="1" baseline="-25000" dirty="0" err="1">
                <a:latin typeface="Times New Roman" panose="02020603050405020304" pitchFamily="18" charset="0"/>
              </a:rPr>
              <a:t>O</a:t>
            </a:r>
            <a:r>
              <a:rPr kumimoji="1" lang="en-US" altLang="zh-CN" b="1" baseline="-25000" dirty="0">
                <a:latin typeface="Times New Roman" panose="02020603050405020304" pitchFamily="18" charset="0"/>
              </a:rPr>
              <a:t> </a:t>
            </a:r>
            <a:r>
              <a:rPr kumimoji="1" lang="zh-CN" altLang="en-US" b="1" dirty="0">
                <a:latin typeface="Times New Roman" panose="02020603050405020304" pitchFamily="18" charset="0"/>
              </a:rPr>
              <a:t>＝－</a:t>
            </a:r>
            <a:r>
              <a:rPr kumimoji="1" lang="en-US" altLang="zh-CN" b="1" i="1" dirty="0">
                <a:latin typeface="Times New Roman" panose="02020603050405020304" pitchFamily="18" charset="0"/>
              </a:rPr>
              <a:t>U</a:t>
            </a:r>
            <a:r>
              <a:rPr kumimoji="1" lang="en-US" altLang="zh-CN" b="1" baseline="-25000" dirty="0">
                <a:latin typeface="Times New Roman" panose="02020603050405020304" pitchFamily="18" charset="0"/>
              </a:rPr>
              <a:t>OM</a:t>
            </a:r>
            <a:r>
              <a:rPr kumimoji="1" lang="en-US" altLang="zh-CN" b="1" dirty="0">
                <a:latin typeface="Times New Roman" panose="02020603050405020304" pitchFamily="18" charset="0"/>
              </a:rPr>
              <a:t>; </a:t>
            </a:r>
            <a:r>
              <a:rPr kumimoji="1" lang="en-US" altLang="zh-CN" b="1" i="1" dirty="0" err="1">
                <a:latin typeface="Times New Roman" panose="02020603050405020304" pitchFamily="18" charset="0"/>
              </a:rPr>
              <a:t>u</a:t>
            </a:r>
            <a:r>
              <a:rPr kumimoji="1" lang="en-US" altLang="zh-CN" b="1" baseline="-25000" dirty="0" err="1">
                <a:latin typeface="Times New Roman" panose="02020603050405020304" pitchFamily="18" charset="0"/>
              </a:rPr>
              <a:t>I</a:t>
            </a:r>
            <a:r>
              <a:rPr kumimoji="1" lang="en-US" altLang="zh-CN" b="1" baseline="-25000" dirty="0">
                <a:latin typeface="Times New Roman" panose="02020603050405020304" pitchFamily="18" charset="0"/>
              </a:rPr>
              <a:t> </a:t>
            </a:r>
            <a:r>
              <a:rPr kumimoji="1" lang="en-US" altLang="zh-CN" b="1" dirty="0">
                <a:latin typeface="Times New Roman" panose="02020603050405020304" pitchFamily="18" charset="0"/>
              </a:rPr>
              <a:t>&lt; 0 </a:t>
            </a:r>
            <a:r>
              <a:rPr kumimoji="1" lang="zh-CN" altLang="zh-CN" b="1" dirty="0">
                <a:latin typeface="Times New Roman" panose="02020603050405020304" pitchFamily="18" charset="0"/>
              </a:rPr>
              <a:t>时 </a:t>
            </a:r>
            <a:r>
              <a:rPr kumimoji="1" lang="en-US" altLang="zh-CN" b="1" i="1" dirty="0" err="1">
                <a:latin typeface="Times New Roman" panose="02020603050405020304" pitchFamily="18" charset="0"/>
              </a:rPr>
              <a:t>u</a:t>
            </a:r>
            <a:r>
              <a:rPr kumimoji="1" lang="en-US" altLang="zh-CN" b="1" baseline="-25000" dirty="0" err="1">
                <a:latin typeface="Times New Roman" panose="02020603050405020304" pitchFamily="18" charset="0"/>
              </a:rPr>
              <a:t>O</a:t>
            </a:r>
            <a:r>
              <a:rPr kumimoji="1" lang="en-US" altLang="zh-CN" b="1" baseline="-25000" dirty="0">
                <a:latin typeface="Times New Roman" panose="02020603050405020304" pitchFamily="18" charset="0"/>
              </a:rPr>
              <a:t> </a:t>
            </a:r>
            <a:r>
              <a:rPr kumimoji="1" lang="zh-CN" altLang="en-US" b="1" dirty="0">
                <a:latin typeface="Times New Roman" panose="02020603050405020304" pitchFamily="18" charset="0"/>
              </a:rPr>
              <a:t>＝＋ </a:t>
            </a:r>
            <a:r>
              <a:rPr kumimoji="1" lang="en-US" altLang="zh-CN" b="1" i="1" dirty="0">
                <a:latin typeface="Times New Roman" panose="02020603050405020304" pitchFamily="18" charset="0"/>
              </a:rPr>
              <a:t>U</a:t>
            </a:r>
            <a:r>
              <a:rPr kumimoji="1" lang="en-US" altLang="zh-CN" b="1" baseline="-25000" dirty="0">
                <a:latin typeface="Times New Roman" panose="02020603050405020304" pitchFamily="18" charset="0"/>
              </a:rPr>
              <a:t>OM </a:t>
            </a:r>
          </a:p>
        </p:txBody>
      </p:sp>
      <p:sp>
        <p:nvSpPr>
          <p:cNvPr id="24589" name="Text Box 13">
            <a:extLst>
              <a:ext uri="{FF2B5EF4-FFF2-40B4-BE49-F238E27FC236}">
                <a16:creationId xmlns:a16="http://schemas.microsoft.com/office/drawing/2014/main" id="{29FC7A2D-B4A6-49BD-86BA-EFE48E9013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872" y="1212002"/>
            <a:ext cx="199500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1.  </a:t>
            </a:r>
            <a:r>
              <a:rPr kumimoji="1" lang="zh-CN" altLang="en-US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过零比较器</a:t>
            </a:r>
          </a:p>
        </p:txBody>
      </p:sp>
      <p:sp>
        <p:nvSpPr>
          <p:cNvPr id="11" name="Rectangle 200">
            <a:extLst>
              <a:ext uri="{FF2B5EF4-FFF2-40B4-BE49-F238E27FC236}">
                <a16:creationId xmlns:a16="http://schemas.microsoft.com/office/drawing/2014/main" id="{5E47D3C6-D739-4D08-8CDD-DF4AA058FB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80" y="185131"/>
            <a:ext cx="5372100" cy="317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latinLnBrk="0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实验原理</a:t>
            </a:r>
            <a:endParaRPr lang="en-US" altLang="en-US" sz="135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2" name="Object 6">
            <a:extLst>
              <a:ext uri="{FF2B5EF4-FFF2-40B4-BE49-F238E27FC236}">
                <a16:creationId xmlns:a16="http://schemas.microsoft.com/office/drawing/2014/main" id="{2563BB16-F0F3-4FF6-A3E2-167C7BD49C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0818165"/>
              </p:ext>
            </p:extLst>
          </p:nvPr>
        </p:nvGraphicFramePr>
        <p:xfrm>
          <a:off x="2107137" y="3273414"/>
          <a:ext cx="2720049" cy="15340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3" imgW="21952381" imgH="6904762" progId="MSPhotoEd.3">
                  <p:embed/>
                </p:oleObj>
              </mc:Choice>
              <mc:Fallback>
                <p:oleObj name="Photo Editor 照片" r:id="rId3" imgW="21952381" imgH="6904762" progId="MSPhotoEd.3">
                  <p:embed/>
                  <p:pic>
                    <p:nvPicPr>
                      <p:cNvPr id="25606" name="Object 6">
                        <a:extLst>
                          <a:ext uri="{FF2B5EF4-FFF2-40B4-BE49-F238E27FC236}">
                            <a16:creationId xmlns:a16="http://schemas.microsoft.com/office/drawing/2014/main" id="{5752984F-6C7F-4684-B37B-967159023F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51250" b="12582"/>
                      <a:stretch>
                        <a:fillRect/>
                      </a:stretch>
                    </p:blipFill>
                    <p:spPr bwMode="auto">
                      <a:xfrm>
                        <a:off x="2107137" y="3273414"/>
                        <a:ext cx="2720049" cy="15340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8">
            <a:extLst>
              <a:ext uri="{FF2B5EF4-FFF2-40B4-BE49-F238E27FC236}">
                <a16:creationId xmlns:a16="http://schemas.microsoft.com/office/drawing/2014/main" id="{4544FF52-6E3B-40BD-83CB-7EB45AC4C4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5184" y="3775699"/>
            <a:ext cx="1480510" cy="725327"/>
          </a:xfrm>
          <a:prstGeom prst="rect">
            <a:avLst/>
          </a:prstGeom>
          <a:solidFill>
            <a:srgbClr val="66FFFF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b="1" i="1" dirty="0">
                <a:latin typeface="Times New Roman" panose="02020603050405020304" pitchFamily="18" charset="0"/>
              </a:rPr>
              <a:t>U</a:t>
            </a:r>
            <a:r>
              <a:rPr kumimoji="1" lang="en-US" altLang="zh-CN" b="1" baseline="-25000" dirty="0">
                <a:latin typeface="Times New Roman" panose="02020603050405020304" pitchFamily="18" charset="0"/>
              </a:rPr>
              <a:t>OH</a:t>
            </a:r>
            <a:r>
              <a:rPr kumimoji="1" lang="zh-CN" altLang="en-US" b="1" dirty="0">
                <a:latin typeface="Times New Roman" panose="02020603050405020304" pitchFamily="18" charset="0"/>
              </a:rPr>
              <a:t>＝</a:t>
            </a:r>
            <a:r>
              <a:rPr kumimoji="1" lang="zh-CN" altLang="en-US" b="1" baseline="-25000" dirty="0">
                <a:latin typeface="Times New Roman" panose="02020603050405020304" pitchFamily="18" charset="0"/>
              </a:rPr>
              <a:t> </a:t>
            </a:r>
            <a:r>
              <a:rPr kumimoji="1" lang="en-US" altLang="zh-CN" b="1" dirty="0">
                <a:latin typeface="Times New Roman" panose="02020603050405020304" pitchFamily="18" charset="0"/>
              </a:rPr>
              <a:t>+</a:t>
            </a:r>
            <a:r>
              <a:rPr kumimoji="1" lang="en-US" altLang="zh-CN" b="1" i="1" dirty="0">
                <a:latin typeface="Times New Roman" panose="02020603050405020304" pitchFamily="18" charset="0"/>
              </a:rPr>
              <a:t>U</a:t>
            </a:r>
            <a:r>
              <a:rPr kumimoji="1" lang="en-US" altLang="zh-CN" b="1" baseline="-25000" dirty="0">
                <a:latin typeface="Times New Roman" panose="02020603050405020304" pitchFamily="18" charset="0"/>
              </a:rPr>
              <a:t>Z</a:t>
            </a:r>
          </a:p>
          <a:p>
            <a:pPr>
              <a:lnSpc>
                <a:spcPct val="120000"/>
              </a:lnSpc>
            </a:pPr>
            <a:r>
              <a:rPr kumimoji="1" lang="en-US" altLang="zh-CN" b="1" i="1" dirty="0">
                <a:latin typeface="Times New Roman" panose="02020603050405020304" pitchFamily="18" charset="0"/>
              </a:rPr>
              <a:t>U</a:t>
            </a:r>
            <a:r>
              <a:rPr kumimoji="1" lang="en-US" altLang="zh-CN" b="1" baseline="-25000" dirty="0">
                <a:latin typeface="Times New Roman" panose="02020603050405020304" pitchFamily="18" charset="0"/>
              </a:rPr>
              <a:t>OL</a:t>
            </a:r>
            <a:r>
              <a:rPr kumimoji="1" lang="zh-CN" altLang="en-US" b="1" dirty="0">
                <a:latin typeface="Times New Roman" panose="02020603050405020304" pitchFamily="18" charset="0"/>
              </a:rPr>
              <a:t>＝ </a:t>
            </a:r>
            <a:r>
              <a:rPr kumimoji="1" lang="en-US" altLang="zh-CN" b="1" dirty="0">
                <a:latin typeface="Times New Roman" panose="02020603050405020304" pitchFamily="18" charset="0"/>
              </a:rPr>
              <a:t>-</a:t>
            </a:r>
            <a:r>
              <a:rPr kumimoji="1" lang="en-US" altLang="zh-CN" b="1" i="1" dirty="0">
                <a:latin typeface="Times New Roman" panose="02020603050405020304" pitchFamily="18" charset="0"/>
              </a:rPr>
              <a:t>U</a:t>
            </a:r>
            <a:r>
              <a:rPr kumimoji="1" lang="en-US" altLang="zh-CN" b="1" baseline="-25000" dirty="0">
                <a:latin typeface="Times New Roman" panose="02020603050405020304" pitchFamily="18" charset="0"/>
              </a:rPr>
              <a:t>Z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48E906AC-295E-4EBB-9665-74CD6ED4C7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830" y="3350472"/>
            <a:ext cx="1884058" cy="3241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FF"/>
                </a:solidFill>
                <a:latin typeface="Calibri Light" panose="020F0302020204030204" pitchFamily="34" charset="0"/>
                <a:ea typeface="宋体" charset="-122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FF"/>
                </a:solidFill>
                <a:latin typeface="Calibri Light" panose="020F0302020204030204" pitchFamily="34" charset="0"/>
                <a:ea typeface="宋体" charset="-122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FF"/>
                </a:solidFill>
                <a:latin typeface="Calibri Light" panose="020F0302020204030204" pitchFamily="34" charset="0"/>
                <a:ea typeface="宋体" charset="-122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FF"/>
                </a:solidFill>
                <a:latin typeface="Calibri Light" panose="020F0302020204030204" pitchFamily="34" charset="0"/>
                <a:ea typeface="宋体" charset="-122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FF"/>
                </a:solidFill>
                <a:latin typeface="Arial" charset="0"/>
                <a:ea typeface="宋体" charset="-122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FF"/>
                </a:solidFill>
                <a:latin typeface="Arial" charset="0"/>
                <a:ea typeface="宋体" charset="-122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FF"/>
                </a:solidFill>
                <a:latin typeface="Arial" charset="0"/>
                <a:ea typeface="宋体" charset="-122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FF"/>
                </a:solidFill>
                <a:latin typeface="Arial" charset="0"/>
                <a:ea typeface="宋体" charset="-122"/>
              </a:defRPr>
            </a:lvl9pPr>
          </a:lstStyle>
          <a:p>
            <a:pPr algn="l">
              <a:lnSpc>
                <a:spcPct val="130000"/>
              </a:lnSpc>
            </a:pPr>
            <a:r>
              <a:rPr lang="zh-CN" altLang="en-US" sz="1800" kern="0" dirty="0">
                <a:solidFill>
                  <a:schemeClr val="tx1"/>
                </a:solidFill>
                <a:ea typeface="华文行楷" panose="02010800040101010101" pitchFamily="2" charset="-122"/>
              </a:rPr>
              <a:t>输出限幅电路</a:t>
            </a:r>
            <a:endParaRPr lang="zh-CN" altLang="en-US" sz="1800" kern="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5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5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1" grpId="0" build="p" autoUpdateAnimBg="0"/>
      <p:bldP spid="13" grpId="0" animBg="1" autoUpdateAnimBg="0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50" name="Object 2">
            <a:extLst>
              <a:ext uri="{FF2B5EF4-FFF2-40B4-BE49-F238E27FC236}">
                <a16:creationId xmlns:a16="http://schemas.microsoft.com/office/drawing/2014/main" id="{B931C147-5FB5-46FF-8792-4DCF002CCD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5396538"/>
              </p:ext>
            </p:extLst>
          </p:nvPr>
        </p:nvGraphicFramePr>
        <p:xfrm>
          <a:off x="424345" y="1219725"/>
          <a:ext cx="2832002" cy="15614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2" imgW="12317544" imgH="6792273" progId="MSPhotoEd.3">
                  <p:embed/>
                </p:oleObj>
              </mc:Choice>
              <mc:Fallback>
                <p:oleObj name="Photo Editor 照片" r:id="rId2" imgW="12317544" imgH="6792273" progId="MSPhotoEd.3">
                  <p:embed/>
                  <p:pic>
                    <p:nvPicPr>
                      <p:cNvPr id="27650" name="Object 2">
                        <a:extLst>
                          <a:ext uri="{FF2B5EF4-FFF2-40B4-BE49-F238E27FC236}">
                            <a16:creationId xmlns:a16="http://schemas.microsoft.com/office/drawing/2014/main" id="{B931C147-5FB5-46FF-8792-4DCF002CCD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345" y="1219725"/>
                        <a:ext cx="2832002" cy="15614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1" name="Rectangle 3">
            <a:extLst>
              <a:ext uri="{FF2B5EF4-FFF2-40B4-BE49-F238E27FC236}">
                <a16:creationId xmlns:a16="http://schemas.microsoft.com/office/drawing/2014/main" id="{DB3B6BB6-6A09-45FD-BB6D-333609D738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6046" y="735584"/>
            <a:ext cx="4371975" cy="278606"/>
          </a:xfrm>
        </p:spPr>
        <p:txBody>
          <a:bodyPr/>
          <a:lstStyle/>
          <a:p>
            <a:pPr algn="l"/>
            <a:r>
              <a:rPr lang="en-US" altLang="zh-CN" sz="1800" dirty="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2. </a:t>
            </a:r>
            <a:r>
              <a:rPr lang="zh-CN" altLang="en-US" sz="1800" dirty="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一般单限比较器</a:t>
            </a:r>
          </a:p>
        </p:txBody>
      </p:sp>
      <p:graphicFrame>
        <p:nvGraphicFramePr>
          <p:cNvPr id="27652" name="Object 4">
            <a:extLst>
              <a:ext uri="{FF2B5EF4-FFF2-40B4-BE49-F238E27FC236}">
                <a16:creationId xmlns:a16="http://schemas.microsoft.com/office/drawing/2014/main" id="{0EFD7184-DF31-46DC-84FE-24D6F0599D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4686117"/>
              </p:ext>
            </p:extLst>
          </p:nvPr>
        </p:nvGraphicFramePr>
        <p:xfrm>
          <a:off x="3210766" y="836512"/>
          <a:ext cx="3070841" cy="10771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955520" imgH="685800" progId="Equation.3">
                  <p:embed/>
                </p:oleObj>
              </mc:Choice>
              <mc:Fallback>
                <p:oleObj name="公式" r:id="rId4" imgW="1955520" imgH="685800" progId="Equation.3">
                  <p:embed/>
                  <p:pic>
                    <p:nvPicPr>
                      <p:cNvPr id="27652" name="Object 4">
                        <a:extLst>
                          <a:ext uri="{FF2B5EF4-FFF2-40B4-BE49-F238E27FC236}">
                            <a16:creationId xmlns:a16="http://schemas.microsoft.com/office/drawing/2014/main" id="{0EFD7184-DF31-46DC-84FE-24D6F0599D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0766" y="836512"/>
                        <a:ext cx="3070841" cy="1077144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3" name="Text Box 5">
            <a:extLst>
              <a:ext uri="{FF2B5EF4-FFF2-40B4-BE49-F238E27FC236}">
                <a16:creationId xmlns:a16="http://schemas.microsoft.com/office/drawing/2014/main" id="{7BC0A70B-DCA8-457B-9CCC-17CCA20553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094" y="3229845"/>
            <a:ext cx="4277862" cy="1390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b="1" dirty="0">
                <a:latin typeface="Times New Roman" panose="02020603050405020304" pitchFamily="18" charset="0"/>
              </a:rPr>
              <a:t>（</a:t>
            </a:r>
            <a:r>
              <a:rPr kumimoji="1" lang="en-US" altLang="zh-CN" b="1" dirty="0">
                <a:latin typeface="Times New Roman" panose="02020603050405020304" pitchFamily="18" charset="0"/>
              </a:rPr>
              <a:t>1</a:t>
            </a:r>
            <a:r>
              <a:rPr kumimoji="1" lang="zh-CN" altLang="en-US" b="1" dirty="0">
                <a:latin typeface="Times New Roman" panose="02020603050405020304" pitchFamily="18" charset="0"/>
              </a:rPr>
              <a:t>）若要</a:t>
            </a:r>
            <a:r>
              <a:rPr kumimoji="1" lang="en-US" altLang="zh-CN" b="1" i="1" dirty="0">
                <a:latin typeface="Times New Roman" panose="02020603050405020304" pitchFamily="18" charset="0"/>
              </a:rPr>
              <a:t>U</a:t>
            </a:r>
            <a:r>
              <a:rPr kumimoji="1" lang="en-US" altLang="zh-CN" b="1" baseline="-25000" dirty="0">
                <a:latin typeface="Times New Roman" panose="02020603050405020304" pitchFamily="18" charset="0"/>
              </a:rPr>
              <a:t>T</a:t>
            </a:r>
            <a:r>
              <a:rPr kumimoji="1" lang="en-US" altLang="zh-CN" b="1" dirty="0">
                <a:latin typeface="Times New Roman" panose="02020603050405020304" pitchFamily="18" charset="0"/>
              </a:rPr>
              <a:t>&lt; 0</a:t>
            </a:r>
            <a:r>
              <a:rPr kumimoji="1" lang="zh-CN" altLang="en-US" b="1" dirty="0">
                <a:latin typeface="Times New Roman" panose="02020603050405020304" pitchFamily="18" charset="0"/>
              </a:rPr>
              <a:t>，</a:t>
            </a:r>
            <a:r>
              <a:rPr kumimoji="1" lang="zh-CN" altLang="zh-CN" b="1" dirty="0">
                <a:latin typeface="Times New Roman" panose="02020603050405020304" pitchFamily="18" charset="0"/>
              </a:rPr>
              <a:t>则应如何修改电路？</a:t>
            </a:r>
          </a:p>
          <a:p>
            <a:pPr>
              <a:lnSpc>
                <a:spcPct val="120000"/>
              </a:lnSpc>
            </a:pPr>
            <a:r>
              <a:rPr kumimoji="1" lang="zh-CN" altLang="zh-CN" b="1" dirty="0">
                <a:latin typeface="Times New Roman" panose="02020603050405020304" pitchFamily="18" charset="0"/>
              </a:rPr>
              <a:t>（2）若要改变曲线跃变方向，则应如何修改电路？</a:t>
            </a:r>
          </a:p>
          <a:p>
            <a:pPr>
              <a:lnSpc>
                <a:spcPct val="120000"/>
              </a:lnSpc>
            </a:pPr>
            <a:r>
              <a:rPr kumimoji="1" lang="zh-CN" altLang="zh-CN" b="1" dirty="0">
                <a:latin typeface="Times New Roman" panose="02020603050405020304" pitchFamily="18" charset="0"/>
              </a:rPr>
              <a:t>（3）若要改变</a:t>
            </a:r>
            <a:r>
              <a:rPr kumimoji="1" lang="zh-CN" altLang="zh-CN" b="1" i="1" dirty="0">
                <a:latin typeface="Times New Roman" panose="02020603050405020304" pitchFamily="18" charset="0"/>
              </a:rPr>
              <a:t>U</a:t>
            </a:r>
            <a:r>
              <a:rPr kumimoji="1" lang="zh-CN" altLang="zh-CN" b="1" baseline="-25000" dirty="0">
                <a:latin typeface="Times New Roman" panose="02020603050405020304" pitchFamily="18" charset="0"/>
              </a:rPr>
              <a:t>OL</a:t>
            </a:r>
            <a:r>
              <a:rPr kumimoji="1" lang="zh-CN" altLang="zh-CN" b="1" dirty="0">
                <a:latin typeface="Times New Roman" panose="02020603050405020304" pitchFamily="18" charset="0"/>
              </a:rPr>
              <a:t>、</a:t>
            </a:r>
            <a:r>
              <a:rPr kumimoji="1" lang="zh-CN" altLang="zh-CN" b="1" i="1" dirty="0">
                <a:latin typeface="Times New Roman" panose="02020603050405020304" pitchFamily="18" charset="0"/>
              </a:rPr>
              <a:t>U</a:t>
            </a:r>
            <a:r>
              <a:rPr kumimoji="1" lang="zh-CN" altLang="zh-CN" b="1" baseline="-25000" dirty="0">
                <a:latin typeface="Times New Roman" panose="02020603050405020304" pitchFamily="18" charset="0"/>
              </a:rPr>
              <a:t>OH</a:t>
            </a:r>
            <a:r>
              <a:rPr kumimoji="1" lang="zh-CN" altLang="zh-CN" b="1" dirty="0">
                <a:latin typeface="Times New Roman" panose="02020603050405020304" pitchFamily="18" charset="0"/>
              </a:rPr>
              <a:t>呢？</a:t>
            </a:r>
            <a:endParaRPr kumimoji="1" lang="zh-CN" altLang="en-US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27654" name="Object 6">
            <a:extLst>
              <a:ext uri="{FF2B5EF4-FFF2-40B4-BE49-F238E27FC236}">
                <a16:creationId xmlns:a16="http://schemas.microsoft.com/office/drawing/2014/main" id="{4D8DAA0E-787E-4BE7-80E7-019E034BFD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7980975"/>
              </p:ext>
            </p:extLst>
          </p:nvPr>
        </p:nvGraphicFramePr>
        <p:xfrm>
          <a:off x="3568515" y="2015512"/>
          <a:ext cx="1516669" cy="6433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15920" imgH="431640" progId="Equation.3">
                  <p:embed/>
                </p:oleObj>
              </mc:Choice>
              <mc:Fallback>
                <p:oleObj name="Equation" r:id="rId6" imgW="1015920" imgH="431640" progId="Equation.3">
                  <p:embed/>
                  <p:pic>
                    <p:nvPicPr>
                      <p:cNvPr id="27654" name="Object 6">
                        <a:extLst>
                          <a:ext uri="{FF2B5EF4-FFF2-40B4-BE49-F238E27FC236}">
                            <a16:creationId xmlns:a16="http://schemas.microsoft.com/office/drawing/2014/main" id="{4D8DAA0E-787E-4BE7-80E7-019E034BFD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8515" y="2015512"/>
                        <a:ext cx="1516669" cy="643322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952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5" name="Object 7">
            <a:extLst>
              <a:ext uri="{FF2B5EF4-FFF2-40B4-BE49-F238E27FC236}">
                <a16:creationId xmlns:a16="http://schemas.microsoft.com/office/drawing/2014/main" id="{3F45DEB1-66AB-4E17-BE83-18ACFCC778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9742139"/>
              </p:ext>
            </p:extLst>
          </p:nvPr>
        </p:nvGraphicFramePr>
        <p:xfrm>
          <a:off x="618159" y="2648466"/>
          <a:ext cx="1280540" cy="4518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47640" imgH="228600" progId="Equation.3">
                  <p:embed/>
                </p:oleObj>
              </mc:Choice>
              <mc:Fallback>
                <p:oleObj name="Equation" r:id="rId8" imgW="647640" imgH="228600" progId="Equation.3">
                  <p:embed/>
                  <p:pic>
                    <p:nvPicPr>
                      <p:cNvPr id="27655" name="Object 7">
                        <a:extLst>
                          <a:ext uri="{FF2B5EF4-FFF2-40B4-BE49-F238E27FC236}">
                            <a16:creationId xmlns:a16="http://schemas.microsoft.com/office/drawing/2014/main" id="{3F45DEB1-66AB-4E17-BE83-18ACFCC778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159" y="2648466"/>
                        <a:ext cx="1280540" cy="451858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952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7" name="Object 9">
            <a:extLst>
              <a:ext uri="{FF2B5EF4-FFF2-40B4-BE49-F238E27FC236}">
                <a16:creationId xmlns:a16="http://schemas.microsoft.com/office/drawing/2014/main" id="{F165FE74-3F64-4867-939D-21454F755A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7000947"/>
              </p:ext>
            </p:extLst>
          </p:nvPr>
        </p:nvGraphicFramePr>
        <p:xfrm>
          <a:off x="4612355" y="2895899"/>
          <a:ext cx="2041545" cy="20549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10" imgW="8621328" imgH="8678486" progId="MSPhotoEd.3">
                  <p:embed/>
                </p:oleObj>
              </mc:Choice>
              <mc:Fallback>
                <p:oleObj name="Photo Editor 照片" r:id="rId10" imgW="8621328" imgH="8678486" progId="MSPhotoEd.3">
                  <p:embed/>
                  <p:pic>
                    <p:nvPicPr>
                      <p:cNvPr id="27657" name="Object 9">
                        <a:extLst>
                          <a:ext uri="{FF2B5EF4-FFF2-40B4-BE49-F238E27FC236}">
                            <a16:creationId xmlns:a16="http://schemas.microsoft.com/office/drawing/2014/main" id="{F165FE74-3F64-4867-939D-21454F755A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2355" y="2895899"/>
                        <a:ext cx="2041545" cy="20549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8" name="Object 10">
            <a:extLst>
              <a:ext uri="{FF2B5EF4-FFF2-40B4-BE49-F238E27FC236}">
                <a16:creationId xmlns:a16="http://schemas.microsoft.com/office/drawing/2014/main" id="{B00E02E6-4DD2-458B-A717-877C8769A519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9635604"/>
              </p:ext>
            </p:extLst>
          </p:nvPr>
        </p:nvGraphicFramePr>
        <p:xfrm>
          <a:off x="5248275" y="2346401"/>
          <a:ext cx="868939" cy="3516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533160" imgH="215640" progId="Equation.3">
                  <p:embed/>
                </p:oleObj>
              </mc:Choice>
              <mc:Fallback>
                <p:oleObj name="公式" r:id="rId12" imgW="533160" imgH="215640" progId="Equation.3">
                  <p:embed/>
                  <p:pic>
                    <p:nvPicPr>
                      <p:cNvPr id="27658" name="Object 10">
                        <a:extLst>
                          <a:ext uri="{FF2B5EF4-FFF2-40B4-BE49-F238E27FC236}">
                            <a16:creationId xmlns:a16="http://schemas.microsoft.com/office/drawing/2014/main" id="{B00E02E6-4DD2-458B-A717-877C8769A519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8275" y="2346401"/>
                        <a:ext cx="868939" cy="3516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200">
            <a:extLst>
              <a:ext uri="{FF2B5EF4-FFF2-40B4-BE49-F238E27FC236}">
                <a16:creationId xmlns:a16="http://schemas.microsoft.com/office/drawing/2014/main" id="{B8ED7834-5A84-4787-B183-EA793F3EA5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" y="681038"/>
            <a:ext cx="5372100" cy="317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latinLnBrk="0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实验原理</a:t>
            </a:r>
            <a:endParaRPr lang="en-US" altLang="en-US" sz="135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7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7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76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76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3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图片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295" y="1361825"/>
            <a:ext cx="2724945" cy="19126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8250" y="1065829"/>
            <a:ext cx="2222500" cy="2254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4" name="Rectangle 200"/>
          <p:cNvSpPr>
            <a:spLocks noChangeArrowheads="1"/>
          </p:cNvSpPr>
          <p:nvPr/>
        </p:nvSpPr>
        <p:spPr bwMode="auto">
          <a:xfrm>
            <a:off x="628650" y="681038"/>
            <a:ext cx="5372100" cy="317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latinLnBrk="0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实验原理</a:t>
            </a:r>
            <a:endParaRPr lang="en-US" altLang="en-US" sz="135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753" name="Text Box 14"/>
              <p:cNvSpPr txBox="1">
                <a:spLocks noChangeArrowheads="1"/>
              </p:cNvSpPr>
              <p:nvPr/>
            </p:nvSpPr>
            <p:spPr bwMode="auto">
              <a:xfrm>
                <a:off x="254907" y="2941901"/>
                <a:ext cx="3742827" cy="678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9050">
                    <a:solidFill>
                      <a:schemeClr val="tx1"/>
                    </a:solidFill>
                    <a:miter lim="800000"/>
                    <a:headEnd/>
                    <a:tailEnd type="none" w="sm" len="lg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marL="342900" indent="-342900" latinLnBrk="1">
                  <a:spcBef>
                    <a:spcPct val="20000"/>
                  </a:spcBef>
                  <a:buClr>
                    <a:srgbClr val="AED337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rgbClr val="143DA2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EB592B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latinLnBrk="0">
                  <a:lnSpc>
                    <a:spcPct val="150000"/>
                  </a:lnSpc>
                  <a:spcBef>
                    <a:spcPct val="50000"/>
                  </a:spcBef>
                  <a:buClrTx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zh-CN" altLang="en-US" sz="1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b>
                      <m:sSubPr>
                        <m:ctrlPr>
                          <a:rPr lang="zh-CN" altLang="en-US" sz="1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zh-CN" altLang="en-US" sz="1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zh-CN" altLang="en-US" sz="1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=±</m:t>
                    </m:r>
                    <m:sSub>
                      <m:sSubPr>
                        <m:ctrlPr>
                          <a:rPr lang="zh-CN" altLang="en-US" sz="1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zh-CN" altLang="en-US" sz="1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𝑆𝐴𝑇</m:t>
                        </m:r>
                      </m:sub>
                    </m:sSub>
                    <m:f>
                      <m:fPr>
                        <m:ctrlPr>
                          <a:rPr lang="zh-CN" altLang="en-US" sz="1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en-US" sz="1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zh-CN" altLang="en-US" sz="1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zh-CN" altLang="en-US" sz="1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zh-CN" altLang="en-US" sz="1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1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sz="1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zh-CN" altLang="en-US" sz="1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kumimoji="1" lang="zh-CN" altLang="en-US" sz="1800" dirty="0">
                  <a:solidFill>
                    <a:srgbClr val="002060"/>
                  </a:solidFill>
                  <a:latin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31753" name="Text 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4907" y="2941901"/>
                <a:ext cx="3742827" cy="678327"/>
              </a:xfrm>
              <a:prstGeom prst="rect">
                <a:avLst/>
              </a:prstGeom>
              <a:blipFill>
                <a:blip r:embed="rId5"/>
                <a:stretch>
                  <a:fillRect l="-114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接箭头连接符 4"/>
          <p:cNvCxnSpPr>
            <a:cxnSpLocks noChangeShapeType="1"/>
          </p:cNvCxnSpPr>
          <p:nvPr/>
        </p:nvCxnSpPr>
        <p:spPr bwMode="auto">
          <a:xfrm>
            <a:off x="3886636" y="1460476"/>
            <a:ext cx="1450633" cy="0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直接箭头连接符 14"/>
          <p:cNvCxnSpPr>
            <a:cxnSpLocks noChangeShapeType="1"/>
          </p:cNvCxnSpPr>
          <p:nvPr/>
        </p:nvCxnSpPr>
        <p:spPr bwMode="auto">
          <a:xfrm>
            <a:off x="5301208" y="1464439"/>
            <a:ext cx="0" cy="1467351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直接箭头连接符 18"/>
          <p:cNvCxnSpPr>
            <a:cxnSpLocks noChangeShapeType="1"/>
          </p:cNvCxnSpPr>
          <p:nvPr/>
        </p:nvCxnSpPr>
        <p:spPr bwMode="auto">
          <a:xfrm>
            <a:off x="5301208" y="2931790"/>
            <a:ext cx="546738" cy="0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直接箭头连接符 21"/>
          <p:cNvCxnSpPr>
            <a:cxnSpLocks/>
          </p:cNvCxnSpPr>
          <p:nvPr/>
        </p:nvCxnSpPr>
        <p:spPr bwMode="auto">
          <a:xfrm flipH="1">
            <a:off x="3855130" y="1460476"/>
            <a:ext cx="533177" cy="0"/>
          </a:xfrm>
          <a:prstGeom prst="straightConnector1">
            <a:avLst/>
          </a:prstGeom>
          <a:solidFill>
            <a:schemeClr val="accent1"/>
          </a:solidFill>
          <a:ln w="4445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直接箭头连接符 25"/>
          <p:cNvCxnSpPr>
            <a:cxnSpLocks/>
          </p:cNvCxnSpPr>
          <p:nvPr/>
        </p:nvCxnSpPr>
        <p:spPr bwMode="auto">
          <a:xfrm flipV="1">
            <a:off x="4388307" y="1460476"/>
            <a:ext cx="0" cy="1471314"/>
          </a:xfrm>
          <a:prstGeom prst="straightConnector1">
            <a:avLst/>
          </a:prstGeom>
          <a:solidFill>
            <a:schemeClr val="accent1"/>
          </a:solidFill>
          <a:ln w="4445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直接箭头连接符 28"/>
          <p:cNvCxnSpPr>
            <a:cxnSpLocks/>
          </p:cNvCxnSpPr>
          <p:nvPr/>
        </p:nvCxnSpPr>
        <p:spPr bwMode="auto">
          <a:xfrm flipH="1">
            <a:off x="4388307" y="2931790"/>
            <a:ext cx="1360359" cy="0"/>
          </a:xfrm>
          <a:prstGeom prst="straightConnector1">
            <a:avLst/>
          </a:prstGeom>
          <a:solidFill>
            <a:schemeClr val="accent1"/>
          </a:solidFill>
          <a:ln w="4445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" name="Rectangle 198"/>
          <p:cNvSpPr>
            <a:spLocks noChangeArrowheads="1"/>
          </p:cNvSpPr>
          <p:nvPr/>
        </p:nvSpPr>
        <p:spPr bwMode="auto">
          <a:xfrm>
            <a:off x="154782" y="1048941"/>
            <a:ext cx="6318647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1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  <a:sym typeface="Arial" charset="0"/>
              </a:rPr>
              <a:t>3.</a:t>
            </a:r>
            <a:r>
              <a:rPr lang="zh-CN" altLang="en-US" sz="21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  <a:sym typeface="Arial" charset="0"/>
              </a:rPr>
              <a:t>滞回比较器</a:t>
            </a:r>
            <a:endParaRPr lang="en-US" altLang="en-US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250097" y="3633374"/>
                <a:ext cx="4669830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14313" indent="-21431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zh-CN" altLang="en-US" b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设</m:t>
                    </m:r>
                    <m:sSub>
                      <m:sSubPr>
                        <m:ctrlPr>
                          <a:rPr lang="zh-CN" alt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zh-CN" alt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</m:sub>
                    </m:sSub>
                    <m:r>
                      <a:rPr lang="zh-CN" altLang="en-US" b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&lt;−</m:t>
                    </m:r>
                    <m:sSub>
                      <m:sSubPr>
                        <m:ctrlPr>
                          <a:rPr lang="zh-CN" alt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zh-CN" alt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b>
                    </m:sSub>
                    <m:r>
                      <a:rPr lang="zh-CN" altLang="en-US" b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zh-CN" alt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𝑶</m:t>
                        </m:r>
                      </m:sub>
                    </m:sSub>
                    <m:r>
                      <a:rPr lang="zh-CN" altLang="en-US" b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=+</m:t>
                    </m:r>
                    <m:sSub>
                      <m:sSubPr>
                        <m:ctrlPr>
                          <a:rPr lang="zh-CN" alt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zh-CN" alt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𝑺𝑨𝑻</m:t>
                        </m:r>
                      </m:sub>
                    </m:sSub>
                    <m:r>
                      <a:rPr lang="zh-CN" altLang="en-US" b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b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阈值电压</m:t>
                    </m:r>
                    <m:r>
                      <a:rPr lang="zh-CN" altLang="en-US" b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zh-CN" alt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b>
                    </m:sSub>
                    <m:r>
                      <a:rPr lang="zh-CN" altLang="en-US" b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altLang="zh-CN" b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当</m:t>
                      </m:r>
                      <m:sSub>
                        <m:sSubPr>
                          <m:ctrlPr>
                            <a:rPr lang="zh-CN" altLang="en-US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zh-CN" altLang="en-US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𝑰</m:t>
                          </m:r>
                        </m:sub>
                      </m:sSub>
                      <m:r>
                        <a:rPr lang="zh-CN" altLang="en-US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增大至</m:t>
                      </m:r>
                      <m:r>
                        <a:rPr lang="zh-CN" altLang="en-US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zh-CN" altLang="en-US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  <m:r>
                        <a:rPr lang="zh-CN" altLang="en-US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zh-CN" altLang="en-US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𝑶</m:t>
                          </m:r>
                        </m:sub>
                      </m:sSub>
                      <m:r>
                        <a:rPr lang="zh-CN" altLang="en-US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跃变至</m:t>
                      </m:r>
                      <m:r>
                        <a:rPr lang="zh-CN" altLang="en-US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zh-CN" altLang="en-US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𝑺𝑨𝑻</m:t>
                          </m:r>
                        </m:sub>
                      </m:sSub>
                    </m:oMath>
                  </m:oMathPara>
                </a14:m>
                <a:endParaRPr lang="zh-CN" altLang="en-US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097" y="3633374"/>
                <a:ext cx="4669830" cy="646331"/>
              </a:xfrm>
              <a:prstGeom prst="rect">
                <a:avLst/>
              </a:prstGeom>
              <a:blipFill>
                <a:blip r:embed="rId6"/>
                <a:stretch>
                  <a:fillRect l="-783" t="-943" b="-47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277688" y="4394013"/>
                <a:ext cx="451758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14313" indent="-21431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zh-CN" altLang="en-US" b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设</m:t>
                    </m:r>
                    <m:sSub>
                      <m:sSubPr>
                        <m:ctrlPr>
                          <a:rPr lang="zh-CN" alt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zh-CN" alt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</m:sub>
                    </m:sSub>
                    <m:r>
                      <a:rPr lang="zh-CN" altLang="en-US" b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&gt;+</m:t>
                    </m:r>
                    <m:sSub>
                      <m:sSubPr>
                        <m:ctrlPr>
                          <a:rPr lang="zh-CN" alt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zh-CN" alt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b>
                    </m:sSub>
                    <m:r>
                      <a:rPr lang="zh-CN" altLang="en-US" b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zh-CN" alt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𝑶</m:t>
                        </m:r>
                      </m:sub>
                    </m:sSub>
                    <m:r>
                      <a:rPr lang="zh-CN" altLang="en-US" b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zh-CN" alt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zh-CN" alt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𝑺𝑨𝑻</m:t>
                        </m:r>
                      </m:sub>
                    </m:sSub>
                    <m:r>
                      <a:rPr lang="zh-CN" altLang="en-US" b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b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阈值电压</m:t>
                    </m:r>
                    <m:r>
                      <a:rPr lang="zh-CN" altLang="en-US" b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zh-CN" alt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b>
                    </m:sSub>
                    <m:r>
                      <a:rPr lang="zh-CN" altLang="en-US" b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altLang="zh-CN" b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当</m:t>
                      </m:r>
                      <m:sSub>
                        <m:sSubPr>
                          <m:ctrlPr>
                            <a:rPr lang="zh-CN" altLang="en-US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zh-CN" altLang="en-US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𝑰</m:t>
                          </m:r>
                        </m:sub>
                      </m:sSub>
                      <m:r>
                        <a:rPr lang="zh-CN" altLang="en-US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减小至</m:t>
                      </m:r>
                      <m:r>
                        <a:rPr lang="zh-CN" altLang="en-US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zh-CN" altLang="en-US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  <m:r>
                        <a:rPr lang="zh-CN" altLang="en-US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zh-CN" altLang="en-US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𝑶</m:t>
                          </m:r>
                        </m:sub>
                      </m:sSub>
                      <m:r>
                        <a:rPr lang="zh-CN" altLang="en-US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跃变至</m:t>
                      </m:r>
                      <m:r>
                        <a:rPr lang="zh-CN" altLang="en-US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zh-CN" altLang="en-US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𝑺𝑨𝑻</m:t>
                          </m:r>
                        </m:sub>
                      </m:sSub>
                    </m:oMath>
                  </m:oMathPara>
                </a14:m>
                <a:endParaRPr lang="zh-CN" altLang="en-US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688" y="4394013"/>
                <a:ext cx="4517583" cy="646331"/>
              </a:xfrm>
              <a:prstGeom prst="rect">
                <a:avLst/>
              </a:prstGeom>
              <a:blipFill>
                <a:blip r:embed="rId7"/>
                <a:stretch>
                  <a:fillRect l="-945" t="-1887" b="-37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>
            <a:extLst>
              <a:ext uri="{FF2B5EF4-FFF2-40B4-BE49-F238E27FC236}">
                <a16:creationId xmlns:a16="http://schemas.microsoft.com/office/drawing/2014/main" id="{7596723A-9314-42B5-A021-42C6616EBA6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zh-CN" altLang="zh-CN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DAD7A2C-C91B-4092-A09A-DEE7DEB979D7}"/>
              </a:ext>
            </a:extLst>
          </p:cNvPr>
          <p:cNvGrpSpPr>
            <a:grpSpLocks/>
          </p:cNvGrpSpPr>
          <p:nvPr/>
        </p:nvGrpSpPr>
        <p:grpSpPr bwMode="auto">
          <a:xfrm>
            <a:off x="2708920" y="807554"/>
            <a:ext cx="3894187" cy="3528392"/>
            <a:chOff x="5210656" y="915566"/>
            <a:chExt cx="3847619" cy="3685714"/>
          </a:xfrm>
        </p:grpSpPr>
        <p:pic>
          <p:nvPicPr>
            <p:cNvPr id="4" name="图片 6">
              <a:extLst>
                <a:ext uri="{FF2B5EF4-FFF2-40B4-BE49-F238E27FC236}">
                  <a16:creationId xmlns:a16="http://schemas.microsoft.com/office/drawing/2014/main" id="{D15949FC-AB5F-4F07-9D10-E55D641E88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0656" y="915566"/>
              <a:ext cx="3847619" cy="36857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1A841041-F0AD-4B21-B9BA-584D39381077}"/>
                </a:ext>
              </a:extLst>
            </p:cNvPr>
            <p:cNvCxnSpPr/>
            <p:nvPr/>
          </p:nvCxnSpPr>
          <p:spPr bwMode="auto">
            <a:xfrm>
              <a:off x="6955101" y="1347498"/>
              <a:ext cx="0" cy="259318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717A863E-CAE2-4B23-BEA7-D8E1EC4B0D53}"/>
                </a:ext>
              </a:extLst>
            </p:cNvPr>
            <p:cNvCxnSpPr/>
            <p:nvPr/>
          </p:nvCxnSpPr>
          <p:spPr bwMode="auto">
            <a:xfrm>
              <a:off x="8431291" y="1785782"/>
              <a:ext cx="0" cy="259159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pic>
        <p:nvPicPr>
          <p:cNvPr id="7" name="图片 11">
            <a:extLst>
              <a:ext uri="{FF2B5EF4-FFF2-40B4-BE49-F238E27FC236}">
                <a16:creationId xmlns:a16="http://schemas.microsoft.com/office/drawing/2014/main" id="{9C25F50E-F087-48EA-BC97-76C7CB10B2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610" y="3296606"/>
            <a:ext cx="2424355" cy="1701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 descr="Dz080203">
            <a:extLst>
              <a:ext uri="{FF2B5EF4-FFF2-40B4-BE49-F238E27FC236}">
                <a16:creationId xmlns:a16="http://schemas.microsoft.com/office/drawing/2014/main" id="{19384DDF-BB84-4CF9-B3C4-A3343B74E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349" r="50301" b="29951"/>
          <a:stretch>
            <a:fillRect/>
          </a:stretch>
        </p:blipFill>
        <p:spPr bwMode="auto">
          <a:xfrm>
            <a:off x="404664" y="2101505"/>
            <a:ext cx="2082512" cy="940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5834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798" name="Rectangle 198"/>
          <p:cNvSpPr>
            <a:spLocks noChangeArrowheads="1"/>
          </p:cNvSpPr>
          <p:nvPr/>
        </p:nvSpPr>
        <p:spPr bwMode="auto">
          <a:xfrm>
            <a:off x="154782" y="1048941"/>
            <a:ext cx="6318647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1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  <a:sym typeface="Arial" charset="0"/>
              </a:rPr>
              <a:t>比较器输入正弦波时的输出：</a:t>
            </a:r>
            <a:endParaRPr lang="en-US" altLang="en-US" sz="21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charset="-122"/>
              <a:cs typeface="Times New Roman" panose="02020603050405020304" pitchFamily="18" charset="0"/>
              <a:sym typeface="Arial" charset="0"/>
            </a:endParaRPr>
          </a:p>
        </p:txBody>
      </p:sp>
      <p:sp>
        <p:nvSpPr>
          <p:cNvPr id="27651" name="Rectangle 200"/>
          <p:cNvSpPr>
            <a:spLocks noChangeArrowheads="1"/>
          </p:cNvSpPr>
          <p:nvPr/>
        </p:nvSpPr>
        <p:spPr bwMode="auto">
          <a:xfrm>
            <a:off x="628650" y="681038"/>
            <a:ext cx="5372100" cy="317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latinLnBrk="0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实验原理</a:t>
            </a:r>
            <a:endParaRPr lang="en-US" altLang="en-US" sz="135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7652" name="Text Box 14"/>
          <p:cNvSpPr txBox="1">
            <a:spLocks noChangeArrowheads="1"/>
          </p:cNvSpPr>
          <p:nvPr/>
        </p:nvSpPr>
        <p:spPr bwMode="auto">
          <a:xfrm>
            <a:off x="1095010" y="4078233"/>
            <a:ext cx="1188244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0">
              <a:lnSpc>
                <a:spcPts val="1800"/>
              </a:lnSpc>
              <a:spcBef>
                <a:spcPct val="50000"/>
              </a:spcBef>
              <a:buClrTx/>
              <a:buNone/>
            </a:pPr>
            <a:r>
              <a:rPr kumimoji="1" lang="zh-CN" altLang="en-US" sz="1500">
                <a:solidFill>
                  <a:schemeClr val="tx2"/>
                </a:solidFill>
                <a:latin typeface="宋体" panose="02010600030101010101" pitchFamily="2" charset="-122"/>
              </a:rPr>
              <a:t>过零比较器</a:t>
            </a:r>
          </a:p>
        </p:txBody>
      </p:sp>
      <p:sp>
        <p:nvSpPr>
          <p:cNvPr id="27653" name="Text Box 14"/>
          <p:cNvSpPr txBox="1">
            <a:spLocks noChangeArrowheads="1"/>
          </p:cNvSpPr>
          <p:nvPr/>
        </p:nvSpPr>
        <p:spPr bwMode="auto">
          <a:xfrm>
            <a:off x="4364831" y="4078232"/>
            <a:ext cx="1188244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0">
              <a:lnSpc>
                <a:spcPts val="1800"/>
              </a:lnSpc>
              <a:spcBef>
                <a:spcPct val="50000"/>
              </a:spcBef>
              <a:buClrTx/>
              <a:buNone/>
            </a:pPr>
            <a:r>
              <a:rPr kumimoji="1" lang="zh-CN" altLang="en-US" sz="1500">
                <a:solidFill>
                  <a:schemeClr val="tx2"/>
                </a:solidFill>
                <a:latin typeface="宋体" panose="02010600030101010101" pitchFamily="2" charset="-122"/>
              </a:rPr>
              <a:t>滞回比较器</a:t>
            </a:r>
          </a:p>
        </p:txBody>
      </p:sp>
      <p:sp>
        <p:nvSpPr>
          <p:cNvPr id="27654" name="Line 6"/>
          <p:cNvSpPr>
            <a:spLocks noChangeShapeType="1"/>
          </p:cNvSpPr>
          <p:nvPr/>
        </p:nvSpPr>
        <p:spPr bwMode="auto">
          <a:xfrm flipV="1">
            <a:off x="1064419" y="1441847"/>
            <a:ext cx="0" cy="12382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 7"/>
          <p:cNvSpPr>
            <a:spLocks/>
          </p:cNvSpPr>
          <p:nvPr/>
        </p:nvSpPr>
        <p:spPr bwMode="auto">
          <a:xfrm>
            <a:off x="1064419" y="1637110"/>
            <a:ext cx="897731" cy="925115"/>
          </a:xfrm>
          <a:custGeom>
            <a:avLst/>
            <a:gdLst>
              <a:gd name="T0" fmla="*/ 0 w 635"/>
              <a:gd name="T1" fmla="*/ 2147483647 h 899"/>
              <a:gd name="T2" fmla="*/ 2147483647 w 635"/>
              <a:gd name="T3" fmla="*/ 2147483647 h 899"/>
              <a:gd name="T4" fmla="*/ 2147483647 w 635"/>
              <a:gd name="T5" fmla="*/ 2147483647 h 899"/>
              <a:gd name="T6" fmla="*/ 2147483647 w 635"/>
              <a:gd name="T7" fmla="*/ 2147483647 h 89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35" h="899">
                <a:moveTo>
                  <a:pt x="0" y="468"/>
                </a:moveTo>
                <a:cubicBezTo>
                  <a:pt x="53" y="234"/>
                  <a:pt x="106" y="0"/>
                  <a:pt x="182" y="60"/>
                </a:cubicBezTo>
                <a:cubicBezTo>
                  <a:pt x="258" y="120"/>
                  <a:pt x="379" y="763"/>
                  <a:pt x="454" y="831"/>
                </a:cubicBezTo>
                <a:cubicBezTo>
                  <a:pt x="529" y="899"/>
                  <a:pt x="582" y="683"/>
                  <a:pt x="635" y="468"/>
                </a:cubicBezTo>
              </a:path>
            </a:pathLst>
          </a:custGeom>
          <a:ln w="38100">
            <a:solidFill>
              <a:srgbClr val="FFC000"/>
            </a:solidFill>
            <a:headEnd/>
            <a:tailE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27656" name="Line 9"/>
          <p:cNvSpPr>
            <a:spLocks noChangeShapeType="1"/>
          </p:cNvSpPr>
          <p:nvPr/>
        </p:nvSpPr>
        <p:spPr bwMode="auto">
          <a:xfrm>
            <a:off x="1057275" y="2115741"/>
            <a:ext cx="2046685" cy="595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57" name="Text Box 36"/>
          <p:cNvSpPr txBox="1">
            <a:spLocks noChangeArrowheads="1"/>
          </p:cNvSpPr>
          <p:nvPr/>
        </p:nvSpPr>
        <p:spPr bwMode="auto">
          <a:xfrm>
            <a:off x="823912" y="1298973"/>
            <a:ext cx="377429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latinLnBrk="0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500" i="1">
                <a:solidFill>
                  <a:schemeClr val="tx1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150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27658" name="Text Box 36"/>
          <p:cNvSpPr txBox="1">
            <a:spLocks noChangeArrowheads="1"/>
          </p:cNvSpPr>
          <p:nvPr/>
        </p:nvSpPr>
        <p:spPr bwMode="auto">
          <a:xfrm>
            <a:off x="2994422" y="1887141"/>
            <a:ext cx="21907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latinLnBrk="0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500" i="1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35" name="Freeform 7"/>
          <p:cNvSpPr>
            <a:spLocks/>
          </p:cNvSpPr>
          <p:nvPr/>
        </p:nvSpPr>
        <p:spPr bwMode="auto">
          <a:xfrm>
            <a:off x="1960960" y="1637110"/>
            <a:ext cx="897731" cy="925115"/>
          </a:xfrm>
          <a:custGeom>
            <a:avLst/>
            <a:gdLst>
              <a:gd name="T0" fmla="*/ 0 w 635"/>
              <a:gd name="T1" fmla="*/ 2147483647 h 899"/>
              <a:gd name="T2" fmla="*/ 2147483647 w 635"/>
              <a:gd name="T3" fmla="*/ 2147483647 h 899"/>
              <a:gd name="T4" fmla="*/ 2147483647 w 635"/>
              <a:gd name="T5" fmla="*/ 2147483647 h 899"/>
              <a:gd name="T6" fmla="*/ 2147483647 w 635"/>
              <a:gd name="T7" fmla="*/ 2147483647 h 89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35" h="899">
                <a:moveTo>
                  <a:pt x="0" y="468"/>
                </a:moveTo>
                <a:cubicBezTo>
                  <a:pt x="53" y="234"/>
                  <a:pt x="106" y="0"/>
                  <a:pt x="182" y="60"/>
                </a:cubicBezTo>
                <a:cubicBezTo>
                  <a:pt x="258" y="120"/>
                  <a:pt x="379" y="763"/>
                  <a:pt x="454" y="831"/>
                </a:cubicBezTo>
                <a:cubicBezTo>
                  <a:pt x="529" y="899"/>
                  <a:pt x="582" y="683"/>
                  <a:pt x="635" y="468"/>
                </a:cubicBezTo>
              </a:path>
            </a:pathLst>
          </a:custGeom>
          <a:ln w="38100">
            <a:solidFill>
              <a:srgbClr val="FFC000"/>
            </a:solidFill>
            <a:headEnd/>
            <a:tailE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27660" name="Line 6"/>
          <p:cNvSpPr>
            <a:spLocks noChangeShapeType="1"/>
          </p:cNvSpPr>
          <p:nvPr/>
        </p:nvSpPr>
        <p:spPr bwMode="auto">
          <a:xfrm flipV="1">
            <a:off x="4073129" y="1410891"/>
            <a:ext cx="0" cy="12382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61" name="Freeform 7"/>
          <p:cNvSpPr>
            <a:spLocks/>
          </p:cNvSpPr>
          <p:nvPr/>
        </p:nvSpPr>
        <p:spPr bwMode="auto">
          <a:xfrm>
            <a:off x="4073129" y="1606154"/>
            <a:ext cx="897731" cy="926306"/>
          </a:xfrm>
          <a:custGeom>
            <a:avLst/>
            <a:gdLst>
              <a:gd name="T0" fmla="*/ 0 w 635"/>
              <a:gd name="T1" fmla="*/ 2147483646 h 899"/>
              <a:gd name="T2" fmla="*/ 2147483646 w 635"/>
              <a:gd name="T3" fmla="*/ 2147483646 h 899"/>
              <a:gd name="T4" fmla="*/ 2147483646 w 635"/>
              <a:gd name="T5" fmla="*/ 2147483646 h 899"/>
              <a:gd name="T6" fmla="*/ 2147483646 w 635"/>
              <a:gd name="T7" fmla="*/ 2147483646 h 89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35" h="899">
                <a:moveTo>
                  <a:pt x="0" y="468"/>
                </a:moveTo>
                <a:cubicBezTo>
                  <a:pt x="53" y="234"/>
                  <a:pt x="106" y="0"/>
                  <a:pt x="182" y="60"/>
                </a:cubicBezTo>
                <a:cubicBezTo>
                  <a:pt x="258" y="120"/>
                  <a:pt x="379" y="763"/>
                  <a:pt x="454" y="831"/>
                </a:cubicBezTo>
                <a:cubicBezTo>
                  <a:pt x="529" y="899"/>
                  <a:pt x="582" y="683"/>
                  <a:pt x="635" y="468"/>
                </a:cubicBezTo>
              </a:path>
            </a:pathLst>
          </a:custGeom>
          <a:noFill/>
          <a:ln w="38100">
            <a:solidFill>
              <a:srgbClr val="FFC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62" name="Line 9"/>
          <p:cNvSpPr>
            <a:spLocks noChangeShapeType="1"/>
          </p:cNvSpPr>
          <p:nvPr/>
        </p:nvSpPr>
        <p:spPr bwMode="auto">
          <a:xfrm>
            <a:off x="4064794" y="2084785"/>
            <a:ext cx="2047875" cy="714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63" name="Text Box 36"/>
          <p:cNvSpPr txBox="1">
            <a:spLocks noChangeArrowheads="1"/>
          </p:cNvSpPr>
          <p:nvPr/>
        </p:nvSpPr>
        <p:spPr bwMode="auto">
          <a:xfrm>
            <a:off x="3832623" y="1268016"/>
            <a:ext cx="377428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latinLnBrk="0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500" i="1">
                <a:solidFill>
                  <a:schemeClr val="tx1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150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27664" name="Text Box 36"/>
          <p:cNvSpPr txBox="1">
            <a:spLocks noChangeArrowheads="1"/>
          </p:cNvSpPr>
          <p:nvPr/>
        </p:nvSpPr>
        <p:spPr bwMode="auto">
          <a:xfrm>
            <a:off x="6003132" y="1856185"/>
            <a:ext cx="21788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latinLnBrk="0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500" i="1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7665" name="Freeform 7"/>
          <p:cNvSpPr>
            <a:spLocks/>
          </p:cNvSpPr>
          <p:nvPr/>
        </p:nvSpPr>
        <p:spPr bwMode="auto">
          <a:xfrm>
            <a:off x="4969669" y="1606154"/>
            <a:ext cx="897731" cy="926306"/>
          </a:xfrm>
          <a:custGeom>
            <a:avLst/>
            <a:gdLst>
              <a:gd name="T0" fmla="*/ 0 w 635"/>
              <a:gd name="T1" fmla="*/ 2147483646 h 899"/>
              <a:gd name="T2" fmla="*/ 2147483646 w 635"/>
              <a:gd name="T3" fmla="*/ 2147483646 h 899"/>
              <a:gd name="T4" fmla="*/ 2147483646 w 635"/>
              <a:gd name="T5" fmla="*/ 2147483646 h 899"/>
              <a:gd name="T6" fmla="*/ 2147483646 w 635"/>
              <a:gd name="T7" fmla="*/ 2147483646 h 89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35" h="899">
                <a:moveTo>
                  <a:pt x="0" y="468"/>
                </a:moveTo>
                <a:cubicBezTo>
                  <a:pt x="53" y="234"/>
                  <a:pt x="106" y="0"/>
                  <a:pt x="182" y="60"/>
                </a:cubicBezTo>
                <a:cubicBezTo>
                  <a:pt x="258" y="120"/>
                  <a:pt x="379" y="763"/>
                  <a:pt x="454" y="831"/>
                </a:cubicBezTo>
                <a:cubicBezTo>
                  <a:pt x="529" y="899"/>
                  <a:pt x="582" y="683"/>
                  <a:pt x="635" y="468"/>
                </a:cubicBezTo>
              </a:path>
            </a:pathLst>
          </a:custGeom>
          <a:noFill/>
          <a:ln w="31750">
            <a:solidFill>
              <a:srgbClr val="FFC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" name="Line 15"/>
          <p:cNvSpPr>
            <a:spLocks noChangeShapeType="1"/>
          </p:cNvSpPr>
          <p:nvPr/>
        </p:nvSpPr>
        <p:spPr bwMode="auto">
          <a:xfrm>
            <a:off x="1064419" y="3790951"/>
            <a:ext cx="459581" cy="2381"/>
          </a:xfrm>
          <a:prstGeom prst="line">
            <a:avLst/>
          </a:prstGeom>
          <a:noFill/>
          <a:ln w="28575">
            <a:solidFill>
              <a:schemeClr val="accent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4" name="Line 16"/>
          <p:cNvSpPr>
            <a:spLocks noChangeShapeType="1"/>
          </p:cNvSpPr>
          <p:nvPr/>
        </p:nvSpPr>
        <p:spPr bwMode="auto">
          <a:xfrm>
            <a:off x="1524000" y="2950369"/>
            <a:ext cx="457200" cy="0"/>
          </a:xfrm>
          <a:prstGeom prst="line">
            <a:avLst/>
          </a:prstGeom>
          <a:noFill/>
          <a:ln w="28575">
            <a:solidFill>
              <a:schemeClr val="accent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6" name="Line 21"/>
          <p:cNvSpPr>
            <a:spLocks noChangeShapeType="1"/>
          </p:cNvSpPr>
          <p:nvPr/>
        </p:nvSpPr>
        <p:spPr bwMode="auto">
          <a:xfrm>
            <a:off x="1050131" y="2952751"/>
            <a:ext cx="477441" cy="2381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27669" name="Text Box 22"/>
          <p:cNvSpPr txBox="1">
            <a:spLocks noChangeArrowheads="1"/>
          </p:cNvSpPr>
          <p:nvPr/>
        </p:nvSpPr>
        <p:spPr bwMode="auto">
          <a:xfrm>
            <a:off x="529829" y="3594497"/>
            <a:ext cx="595035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kumimoji="1" lang="en-US" altLang="zh-CN" sz="13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kumimoji="1" lang="en-US" altLang="zh-CN" sz="1350" i="1" dirty="0">
                <a:solidFill>
                  <a:schemeClr val="tx1"/>
                </a:solidFill>
                <a:latin typeface="Times New Roman" panose="02020603050405020304" pitchFamily="18" charset="0"/>
              </a:rPr>
              <a:t>U</a:t>
            </a:r>
            <a:r>
              <a:rPr kumimoji="1" lang="en-US" altLang="zh-CN" sz="1350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OM</a:t>
            </a:r>
          </a:p>
        </p:txBody>
      </p:sp>
      <p:sp>
        <p:nvSpPr>
          <p:cNvPr id="49" name="Line 25"/>
          <p:cNvSpPr>
            <a:spLocks noChangeShapeType="1"/>
          </p:cNvSpPr>
          <p:nvPr/>
        </p:nvSpPr>
        <p:spPr bwMode="auto">
          <a:xfrm flipV="1">
            <a:off x="1985963" y="3789760"/>
            <a:ext cx="447675" cy="1190"/>
          </a:xfrm>
          <a:prstGeom prst="line">
            <a:avLst/>
          </a:prstGeom>
          <a:noFill/>
          <a:ln w="28575">
            <a:solidFill>
              <a:schemeClr val="accent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1" name="Line 46"/>
          <p:cNvSpPr>
            <a:spLocks noChangeShapeType="1"/>
          </p:cNvSpPr>
          <p:nvPr/>
        </p:nvSpPr>
        <p:spPr bwMode="auto">
          <a:xfrm>
            <a:off x="1524000" y="2947988"/>
            <a:ext cx="7144" cy="854869"/>
          </a:xfrm>
          <a:prstGeom prst="line">
            <a:avLst/>
          </a:prstGeom>
          <a:noFill/>
          <a:ln w="28575">
            <a:solidFill>
              <a:schemeClr val="accent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27673" name="Line 6"/>
          <p:cNvSpPr>
            <a:spLocks noChangeShapeType="1"/>
          </p:cNvSpPr>
          <p:nvPr/>
        </p:nvSpPr>
        <p:spPr bwMode="auto">
          <a:xfrm flipV="1">
            <a:off x="1053704" y="2697956"/>
            <a:ext cx="0" cy="12382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74" name="Line 9"/>
          <p:cNvSpPr>
            <a:spLocks noChangeShapeType="1"/>
          </p:cNvSpPr>
          <p:nvPr/>
        </p:nvSpPr>
        <p:spPr bwMode="auto">
          <a:xfrm>
            <a:off x="1046560" y="3371850"/>
            <a:ext cx="2046684" cy="595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75" name="Text Box 36"/>
          <p:cNvSpPr txBox="1">
            <a:spLocks noChangeArrowheads="1"/>
          </p:cNvSpPr>
          <p:nvPr/>
        </p:nvSpPr>
        <p:spPr bwMode="auto">
          <a:xfrm>
            <a:off x="814387" y="2555082"/>
            <a:ext cx="377429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latinLnBrk="0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500" i="1">
                <a:solidFill>
                  <a:schemeClr val="tx1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150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o</a:t>
            </a:r>
          </a:p>
        </p:txBody>
      </p:sp>
      <p:sp>
        <p:nvSpPr>
          <p:cNvPr id="27676" name="Text Box 36"/>
          <p:cNvSpPr txBox="1">
            <a:spLocks noChangeArrowheads="1"/>
          </p:cNvSpPr>
          <p:nvPr/>
        </p:nvSpPr>
        <p:spPr bwMode="auto">
          <a:xfrm>
            <a:off x="2984897" y="3143250"/>
            <a:ext cx="217884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latinLnBrk="0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500" i="1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t</a:t>
            </a:r>
          </a:p>
        </p:txBody>
      </p:sp>
      <p:cxnSp>
        <p:nvCxnSpPr>
          <p:cNvPr id="27677" name="直接连接符 4"/>
          <p:cNvCxnSpPr>
            <a:cxnSpLocks noChangeShapeType="1"/>
            <a:endCxn id="51" idx="0"/>
          </p:cNvCxnSpPr>
          <p:nvPr/>
        </p:nvCxnSpPr>
        <p:spPr bwMode="auto">
          <a:xfrm flipH="1">
            <a:off x="1524000" y="2108598"/>
            <a:ext cx="0" cy="839390"/>
          </a:xfrm>
          <a:prstGeom prst="line">
            <a:avLst/>
          </a:prstGeom>
          <a:noFill/>
          <a:ln w="19050" algn="ctr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678" name="直接连接符 63"/>
          <p:cNvCxnSpPr>
            <a:cxnSpLocks noChangeShapeType="1"/>
            <a:endCxn id="44" idx="1"/>
          </p:cNvCxnSpPr>
          <p:nvPr/>
        </p:nvCxnSpPr>
        <p:spPr bwMode="auto">
          <a:xfrm>
            <a:off x="1981200" y="2108597"/>
            <a:ext cx="0" cy="841772"/>
          </a:xfrm>
          <a:prstGeom prst="line">
            <a:avLst/>
          </a:prstGeom>
          <a:noFill/>
          <a:ln w="19050" algn="ctr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679" name="直接连接符 64"/>
          <p:cNvCxnSpPr>
            <a:cxnSpLocks noChangeShapeType="1"/>
            <a:endCxn id="71" idx="0"/>
          </p:cNvCxnSpPr>
          <p:nvPr/>
        </p:nvCxnSpPr>
        <p:spPr bwMode="auto">
          <a:xfrm>
            <a:off x="2424113" y="2115741"/>
            <a:ext cx="0" cy="832247"/>
          </a:xfrm>
          <a:prstGeom prst="line">
            <a:avLst/>
          </a:prstGeom>
          <a:noFill/>
          <a:ln w="19050" algn="ctr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9" name="Line 46"/>
          <p:cNvSpPr>
            <a:spLocks noChangeShapeType="1"/>
          </p:cNvSpPr>
          <p:nvPr/>
        </p:nvSpPr>
        <p:spPr bwMode="auto">
          <a:xfrm>
            <a:off x="1985963" y="2934891"/>
            <a:ext cx="7144" cy="854869"/>
          </a:xfrm>
          <a:prstGeom prst="line">
            <a:avLst/>
          </a:prstGeom>
          <a:noFill/>
          <a:ln w="28575">
            <a:solidFill>
              <a:schemeClr val="accent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0" name="Line 46"/>
          <p:cNvSpPr>
            <a:spLocks noChangeShapeType="1"/>
          </p:cNvSpPr>
          <p:nvPr/>
        </p:nvSpPr>
        <p:spPr bwMode="auto">
          <a:xfrm>
            <a:off x="2426494" y="2934891"/>
            <a:ext cx="10716" cy="866775"/>
          </a:xfrm>
          <a:prstGeom prst="line">
            <a:avLst/>
          </a:prstGeom>
          <a:noFill/>
          <a:ln w="28575">
            <a:solidFill>
              <a:schemeClr val="accent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1" name="Line 16"/>
          <p:cNvSpPr>
            <a:spLocks noChangeShapeType="1"/>
          </p:cNvSpPr>
          <p:nvPr/>
        </p:nvSpPr>
        <p:spPr bwMode="auto">
          <a:xfrm>
            <a:off x="2424113" y="2947988"/>
            <a:ext cx="457200" cy="0"/>
          </a:xfrm>
          <a:prstGeom prst="line">
            <a:avLst/>
          </a:prstGeom>
          <a:noFill/>
          <a:ln w="28575">
            <a:solidFill>
              <a:schemeClr val="accent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27683" name="Text Box 22"/>
          <p:cNvSpPr txBox="1">
            <a:spLocks noChangeArrowheads="1"/>
          </p:cNvSpPr>
          <p:nvPr/>
        </p:nvSpPr>
        <p:spPr bwMode="auto">
          <a:xfrm>
            <a:off x="629841" y="2758678"/>
            <a:ext cx="508473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kumimoji="1" lang="en-US" altLang="zh-CN" sz="1350" i="1" dirty="0">
                <a:solidFill>
                  <a:schemeClr val="tx1"/>
                </a:solidFill>
                <a:latin typeface="Times New Roman" panose="02020603050405020304" pitchFamily="18" charset="0"/>
              </a:rPr>
              <a:t>U</a:t>
            </a:r>
            <a:r>
              <a:rPr kumimoji="1" lang="en-US" altLang="zh-CN" sz="1350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OM</a:t>
            </a:r>
          </a:p>
        </p:txBody>
      </p:sp>
      <p:sp>
        <p:nvSpPr>
          <p:cNvPr id="75" name="Line 15"/>
          <p:cNvSpPr>
            <a:spLocks noChangeShapeType="1"/>
          </p:cNvSpPr>
          <p:nvPr/>
        </p:nvSpPr>
        <p:spPr bwMode="auto">
          <a:xfrm>
            <a:off x="4185047" y="3789760"/>
            <a:ext cx="460772" cy="1190"/>
          </a:xfrm>
          <a:prstGeom prst="line">
            <a:avLst/>
          </a:prstGeom>
          <a:noFill/>
          <a:ln w="28575">
            <a:solidFill>
              <a:schemeClr val="accent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6" name="Line 16"/>
          <p:cNvSpPr>
            <a:spLocks noChangeShapeType="1"/>
          </p:cNvSpPr>
          <p:nvPr/>
        </p:nvSpPr>
        <p:spPr bwMode="auto">
          <a:xfrm>
            <a:off x="4642247" y="2947988"/>
            <a:ext cx="460772" cy="0"/>
          </a:xfrm>
          <a:prstGeom prst="line">
            <a:avLst/>
          </a:prstGeom>
          <a:noFill/>
          <a:ln w="28575">
            <a:solidFill>
              <a:schemeClr val="accent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7" name="Line 21"/>
          <p:cNvSpPr>
            <a:spLocks noChangeShapeType="1"/>
          </p:cNvSpPr>
          <p:nvPr/>
        </p:nvSpPr>
        <p:spPr bwMode="auto">
          <a:xfrm>
            <a:off x="4068366" y="3782616"/>
            <a:ext cx="114300" cy="3572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27687" name="Text Box 22"/>
          <p:cNvSpPr txBox="1">
            <a:spLocks noChangeArrowheads="1"/>
          </p:cNvSpPr>
          <p:nvPr/>
        </p:nvSpPr>
        <p:spPr bwMode="auto">
          <a:xfrm>
            <a:off x="3545682" y="3593306"/>
            <a:ext cx="595035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kumimoji="1" lang="en-US" altLang="zh-CN" sz="135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kumimoji="1" lang="en-US" altLang="zh-CN" sz="1350" i="1">
                <a:solidFill>
                  <a:schemeClr val="tx1"/>
                </a:solidFill>
                <a:latin typeface="Times New Roman" panose="02020603050405020304" pitchFamily="18" charset="0"/>
              </a:rPr>
              <a:t>U</a:t>
            </a:r>
            <a:r>
              <a:rPr kumimoji="1" lang="en-US" altLang="zh-CN" sz="135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OM</a:t>
            </a:r>
          </a:p>
        </p:txBody>
      </p:sp>
      <p:sp>
        <p:nvSpPr>
          <p:cNvPr id="79" name="Line 25"/>
          <p:cNvSpPr>
            <a:spLocks noChangeShapeType="1"/>
          </p:cNvSpPr>
          <p:nvPr/>
        </p:nvSpPr>
        <p:spPr bwMode="auto">
          <a:xfrm>
            <a:off x="5107781" y="3789760"/>
            <a:ext cx="458391" cy="8334"/>
          </a:xfrm>
          <a:prstGeom prst="line">
            <a:avLst/>
          </a:prstGeom>
          <a:noFill/>
          <a:ln w="28575">
            <a:solidFill>
              <a:schemeClr val="accent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80" name="Line 46"/>
          <p:cNvSpPr>
            <a:spLocks noChangeShapeType="1"/>
          </p:cNvSpPr>
          <p:nvPr/>
        </p:nvSpPr>
        <p:spPr bwMode="auto">
          <a:xfrm>
            <a:off x="4644629" y="2946798"/>
            <a:ext cx="7144" cy="854869"/>
          </a:xfrm>
          <a:prstGeom prst="line">
            <a:avLst/>
          </a:prstGeom>
          <a:noFill/>
          <a:ln w="28575">
            <a:solidFill>
              <a:schemeClr val="accent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27691" name="Line 6"/>
          <p:cNvSpPr>
            <a:spLocks noChangeShapeType="1"/>
          </p:cNvSpPr>
          <p:nvPr/>
        </p:nvSpPr>
        <p:spPr bwMode="auto">
          <a:xfrm flipV="1">
            <a:off x="4070747" y="2696766"/>
            <a:ext cx="0" cy="12382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92" name="Line 9"/>
          <p:cNvSpPr>
            <a:spLocks noChangeShapeType="1"/>
          </p:cNvSpPr>
          <p:nvPr/>
        </p:nvSpPr>
        <p:spPr bwMode="auto">
          <a:xfrm>
            <a:off x="4062413" y="3370660"/>
            <a:ext cx="2047875" cy="595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93" name="Text Box 36"/>
          <p:cNvSpPr txBox="1">
            <a:spLocks noChangeArrowheads="1"/>
          </p:cNvSpPr>
          <p:nvPr/>
        </p:nvSpPr>
        <p:spPr bwMode="auto">
          <a:xfrm>
            <a:off x="3808810" y="2553891"/>
            <a:ext cx="377428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latinLnBrk="0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500" i="1">
                <a:solidFill>
                  <a:schemeClr val="tx1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150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o</a:t>
            </a:r>
          </a:p>
        </p:txBody>
      </p:sp>
      <p:sp>
        <p:nvSpPr>
          <p:cNvPr id="27694" name="Text Box 36"/>
          <p:cNvSpPr txBox="1">
            <a:spLocks noChangeArrowheads="1"/>
          </p:cNvSpPr>
          <p:nvPr/>
        </p:nvSpPr>
        <p:spPr bwMode="auto">
          <a:xfrm>
            <a:off x="6000750" y="3142060"/>
            <a:ext cx="21788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latinLnBrk="0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500" i="1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87" name="Line 46"/>
          <p:cNvSpPr>
            <a:spLocks noChangeShapeType="1"/>
          </p:cNvSpPr>
          <p:nvPr/>
        </p:nvSpPr>
        <p:spPr bwMode="auto">
          <a:xfrm>
            <a:off x="5107782" y="2950369"/>
            <a:ext cx="7144" cy="838200"/>
          </a:xfrm>
          <a:prstGeom prst="line">
            <a:avLst/>
          </a:prstGeom>
          <a:noFill/>
          <a:ln w="28575">
            <a:solidFill>
              <a:schemeClr val="accent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88" name="Line 46"/>
          <p:cNvSpPr>
            <a:spLocks noChangeShapeType="1"/>
          </p:cNvSpPr>
          <p:nvPr/>
        </p:nvSpPr>
        <p:spPr bwMode="auto">
          <a:xfrm>
            <a:off x="5548313" y="2932510"/>
            <a:ext cx="9525" cy="856059"/>
          </a:xfrm>
          <a:prstGeom prst="line">
            <a:avLst/>
          </a:prstGeom>
          <a:noFill/>
          <a:ln w="28575">
            <a:solidFill>
              <a:schemeClr val="accent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89" name="Line 16"/>
          <p:cNvSpPr>
            <a:spLocks noChangeShapeType="1"/>
          </p:cNvSpPr>
          <p:nvPr/>
        </p:nvSpPr>
        <p:spPr bwMode="auto">
          <a:xfrm>
            <a:off x="5545931" y="2946797"/>
            <a:ext cx="457200" cy="0"/>
          </a:xfrm>
          <a:prstGeom prst="line">
            <a:avLst/>
          </a:prstGeom>
          <a:noFill/>
          <a:ln w="28575">
            <a:solidFill>
              <a:schemeClr val="accent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27698" name="Text Box 22"/>
          <p:cNvSpPr txBox="1">
            <a:spLocks noChangeArrowheads="1"/>
          </p:cNvSpPr>
          <p:nvPr/>
        </p:nvSpPr>
        <p:spPr bwMode="auto">
          <a:xfrm>
            <a:off x="3645694" y="2757487"/>
            <a:ext cx="508473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kumimoji="1" lang="en-US" altLang="zh-CN" sz="1350" i="1">
                <a:solidFill>
                  <a:schemeClr val="tx1"/>
                </a:solidFill>
                <a:latin typeface="Times New Roman" panose="02020603050405020304" pitchFamily="18" charset="0"/>
              </a:rPr>
              <a:t>U</a:t>
            </a:r>
            <a:r>
              <a:rPr kumimoji="1" lang="en-US" altLang="zh-CN" sz="135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OM</a:t>
            </a:r>
          </a:p>
        </p:txBody>
      </p:sp>
      <p:cxnSp>
        <p:nvCxnSpPr>
          <p:cNvPr id="27699" name="直接连接符 94"/>
          <p:cNvCxnSpPr>
            <a:cxnSpLocks noChangeShapeType="1"/>
            <a:endCxn id="103" idx="0"/>
          </p:cNvCxnSpPr>
          <p:nvPr/>
        </p:nvCxnSpPr>
        <p:spPr bwMode="auto">
          <a:xfrm>
            <a:off x="4182667" y="1793081"/>
            <a:ext cx="2381" cy="1158479"/>
          </a:xfrm>
          <a:prstGeom prst="line">
            <a:avLst/>
          </a:prstGeom>
          <a:noFill/>
          <a:ln w="19050" algn="ctr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700" name="直接连接符 95"/>
          <p:cNvCxnSpPr>
            <a:cxnSpLocks noChangeShapeType="1"/>
            <a:endCxn id="80" idx="0"/>
          </p:cNvCxnSpPr>
          <p:nvPr/>
        </p:nvCxnSpPr>
        <p:spPr bwMode="auto">
          <a:xfrm>
            <a:off x="4643438" y="2356247"/>
            <a:ext cx="1191" cy="590550"/>
          </a:xfrm>
          <a:prstGeom prst="line">
            <a:avLst/>
          </a:prstGeom>
          <a:noFill/>
          <a:ln w="19050" algn="ctr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7" name="Line 21"/>
          <p:cNvSpPr>
            <a:spLocks noChangeShapeType="1"/>
          </p:cNvSpPr>
          <p:nvPr/>
        </p:nvSpPr>
        <p:spPr bwMode="auto">
          <a:xfrm>
            <a:off x="4070747" y="1782367"/>
            <a:ext cx="1032272" cy="2381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27702" name="Text Box 22"/>
          <p:cNvSpPr txBox="1">
            <a:spLocks noChangeArrowheads="1"/>
          </p:cNvSpPr>
          <p:nvPr/>
        </p:nvSpPr>
        <p:spPr bwMode="auto">
          <a:xfrm>
            <a:off x="3754041" y="1609725"/>
            <a:ext cx="380232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kumimoji="1" lang="en-US" altLang="zh-CN" sz="1350" i="1">
                <a:solidFill>
                  <a:schemeClr val="tx1"/>
                </a:solidFill>
                <a:latin typeface="Times New Roman" panose="02020603050405020304" pitchFamily="18" charset="0"/>
              </a:rPr>
              <a:t>U</a:t>
            </a:r>
            <a:r>
              <a:rPr kumimoji="1" lang="en-US" altLang="zh-CN" sz="1350" i="1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T</a:t>
            </a:r>
            <a:endParaRPr kumimoji="1" lang="en-US" altLang="zh-CN" sz="135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9" name="Line 21"/>
          <p:cNvSpPr>
            <a:spLocks noChangeShapeType="1"/>
          </p:cNvSpPr>
          <p:nvPr/>
        </p:nvSpPr>
        <p:spPr bwMode="auto">
          <a:xfrm>
            <a:off x="4070747" y="2366963"/>
            <a:ext cx="1475184" cy="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27704" name="Text Box 22"/>
          <p:cNvSpPr txBox="1">
            <a:spLocks noChangeArrowheads="1"/>
          </p:cNvSpPr>
          <p:nvPr/>
        </p:nvSpPr>
        <p:spPr bwMode="auto">
          <a:xfrm>
            <a:off x="3715941" y="2190750"/>
            <a:ext cx="444352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kumimoji="1" lang="en-US" altLang="zh-CN" sz="1350" i="1">
                <a:solidFill>
                  <a:schemeClr val="tx1"/>
                </a:solidFill>
                <a:latin typeface="Times New Roman" panose="02020603050405020304" pitchFamily="18" charset="0"/>
              </a:rPr>
              <a:t>-U</a:t>
            </a:r>
            <a:r>
              <a:rPr kumimoji="1" lang="en-US" altLang="zh-CN" sz="135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102" name="Line 16"/>
          <p:cNvSpPr>
            <a:spLocks noChangeShapeType="1"/>
          </p:cNvSpPr>
          <p:nvPr/>
        </p:nvSpPr>
        <p:spPr bwMode="auto">
          <a:xfrm>
            <a:off x="4062413" y="2955131"/>
            <a:ext cx="136922" cy="0"/>
          </a:xfrm>
          <a:prstGeom prst="line">
            <a:avLst/>
          </a:prstGeom>
          <a:noFill/>
          <a:ln w="28575">
            <a:solidFill>
              <a:schemeClr val="accent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103" name="Line 46"/>
          <p:cNvSpPr>
            <a:spLocks noChangeShapeType="1"/>
          </p:cNvSpPr>
          <p:nvPr/>
        </p:nvSpPr>
        <p:spPr bwMode="auto">
          <a:xfrm flipH="1">
            <a:off x="4181476" y="2951560"/>
            <a:ext cx="3572" cy="850106"/>
          </a:xfrm>
          <a:prstGeom prst="line">
            <a:avLst/>
          </a:prstGeom>
          <a:noFill/>
          <a:ln w="28575">
            <a:solidFill>
              <a:schemeClr val="accent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cxnSp>
        <p:nvCxnSpPr>
          <p:cNvPr id="27707" name="直接连接符 105"/>
          <p:cNvCxnSpPr>
            <a:cxnSpLocks noChangeShapeType="1"/>
          </p:cNvCxnSpPr>
          <p:nvPr/>
        </p:nvCxnSpPr>
        <p:spPr bwMode="auto">
          <a:xfrm>
            <a:off x="5098256" y="1782366"/>
            <a:ext cx="5954" cy="1181100"/>
          </a:xfrm>
          <a:prstGeom prst="line">
            <a:avLst/>
          </a:prstGeom>
          <a:noFill/>
          <a:ln w="19050" algn="ctr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708" name="直接连接符 108"/>
          <p:cNvCxnSpPr>
            <a:cxnSpLocks noChangeShapeType="1"/>
          </p:cNvCxnSpPr>
          <p:nvPr/>
        </p:nvCxnSpPr>
        <p:spPr bwMode="auto">
          <a:xfrm>
            <a:off x="5543550" y="2369344"/>
            <a:ext cx="1191" cy="590550"/>
          </a:xfrm>
          <a:prstGeom prst="line">
            <a:avLst/>
          </a:prstGeom>
          <a:noFill/>
          <a:ln w="19050" algn="ctr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00"/>
          <p:cNvSpPr>
            <a:spLocks noChangeArrowheads="1"/>
          </p:cNvSpPr>
          <p:nvPr/>
        </p:nvSpPr>
        <p:spPr bwMode="auto">
          <a:xfrm>
            <a:off x="628650" y="681038"/>
            <a:ext cx="5372100" cy="317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latinLnBrk="0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实验内容</a:t>
            </a:r>
            <a:endParaRPr lang="en-US" altLang="en-US" sz="135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31747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059" y="1419622"/>
            <a:ext cx="3006390" cy="21100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2719238" y="1099938"/>
            <a:ext cx="3942494" cy="3362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7175" indent="-257175">
              <a:lnSpc>
                <a:spcPct val="150000"/>
              </a:lnSpc>
              <a:buFontTx/>
              <a:buAutoNum type="arabicPeriod"/>
              <a:defRPr/>
            </a:pP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输入桥式振荡正弦波：</a:t>
            </a:r>
            <a:r>
              <a:rPr lang="en-US" altLang="zh-CN" b="1" i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="1" baseline="-250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ipp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=6V</a:t>
            </a:r>
          </a:p>
          <a:p>
            <a:pPr marL="257175" indent="-257175">
              <a:lnSpc>
                <a:spcPct val="150000"/>
              </a:lnSpc>
              <a:buFontTx/>
              <a:buAutoNum type="arabicPeriod"/>
              <a:defRPr/>
            </a:pPr>
            <a:r>
              <a:rPr lang="zh-CN" altLang="en-US" b="1" dirty="0">
                <a:solidFill>
                  <a:srgbClr val="FF0000"/>
                </a:solidFill>
              </a:rPr>
              <a:t>用示波器记录输入输出电压波形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，并读出：</a:t>
            </a:r>
            <a:endParaRPr lang="en-US" altLang="zh-CN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470297" indent="-214313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输出高低电平：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+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altLang="zh-CN" b="1" baseline="-25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，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-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altLang="zh-CN" b="1" baseline="-25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</a:t>
            </a:r>
          </a:p>
          <a:p>
            <a:pPr marL="470297" indent="-214313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阈值电压：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+</a:t>
            </a:r>
            <a:r>
              <a:rPr lang="en-US" altLang="zh-CN" b="1" i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="1" baseline="-250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T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，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-</a:t>
            </a:r>
            <a:r>
              <a:rPr lang="en-US" altLang="zh-CN" b="1" i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="1" baseline="-250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T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，并与计算值进行比较</a:t>
            </a:r>
            <a:endParaRPr lang="en-US" altLang="zh-CN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202406" indent="-202406">
              <a:lnSpc>
                <a:spcPct val="150000"/>
              </a:lnSpc>
              <a:tabLst>
                <a:tab pos="202406" algn="l"/>
              </a:tabLst>
              <a:defRPr/>
            </a:pP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3. </a:t>
            </a:r>
            <a:r>
              <a:rPr lang="zh-CN" altLang="en-US" b="1" dirty="0">
                <a:solidFill>
                  <a:srgbClr val="FF0000"/>
                </a:solidFill>
              </a:rPr>
              <a:t>断开电阻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baseline="-25000" dirty="0">
                <a:solidFill>
                  <a:srgbClr val="FF0000"/>
                </a:solidFill>
              </a:rPr>
              <a:t>2</a:t>
            </a:r>
            <a:r>
              <a:rPr lang="zh-CN" altLang="en-US" b="1" dirty="0">
                <a:solidFill>
                  <a:srgbClr val="FF0000"/>
                </a:solidFill>
              </a:rPr>
              <a:t>，观测记录过零比较器的输入输出 波形</a:t>
            </a:r>
          </a:p>
        </p:txBody>
      </p:sp>
      <p:sp>
        <p:nvSpPr>
          <p:cNvPr id="31749" name="文本框 1"/>
          <p:cNvSpPr txBox="1">
            <a:spLocks noChangeArrowheads="1"/>
          </p:cNvSpPr>
          <p:nvPr/>
        </p:nvSpPr>
        <p:spPr bwMode="auto">
          <a:xfrm>
            <a:off x="1579544" y="2648967"/>
            <a:ext cx="59518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10K</a:t>
            </a:r>
            <a:endParaRPr lang="zh-CN" altLang="en-US" sz="1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750" name="文本框 1"/>
          <p:cNvSpPr txBox="1">
            <a:spLocks noChangeArrowheads="1"/>
          </p:cNvSpPr>
          <p:nvPr/>
        </p:nvSpPr>
        <p:spPr bwMode="auto">
          <a:xfrm>
            <a:off x="778669" y="2786063"/>
            <a:ext cx="59518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10K</a:t>
            </a:r>
            <a:endParaRPr lang="zh-CN" altLang="en-US" sz="12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751" name="文本框 1"/>
          <p:cNvSpPr txBox="1">
            <a:spLocks noChangeArrowheads="1"/>
          </p:cNvSpPr>
          <p:nvPr/>
        </p:nvSpPr>
        <p:spPr bwMode="auto">
          <a:xfrm>
            <a:off x="522300" y="1876866"/>
            <a:ext cx="51273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10K</a:t>
            </a:r>
            <a:endParaRPr lang="zh-CN" altLang="en-US" sz="12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1"/>
          <p:cNvSpPr txBox="1">
            <a:spLocks noChangeArrowheads="1"/>
          </p:cNvSpPr>
          <p:nvPr/>
        </p:nvSpPr>
        <p:spPr bwMode="auto">
          <a:xfrm>
            <a:off x="1076263" y="1890795"/>
            <a:ext cx="595188" cy="23083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9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LF356</a:t>
            </a:r>
            <a:endParaRPr lang="zh-CN" altLang="en-US" sz="9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68"/>
          <p:cNvSpPr>
            <a:spLocks noChangeArrowheads="1"/>
          </p:cNvSpPr>
          <p:nvPr/>
        </p:nvSpPr>
        <p:spPr bwMode="auto">
          <a:xfrm>
            <a:off x="1" y="492897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latinLnBrk="0" hangingPunct="1">
              <a:spcBef>
                <a:spcPct val="0"/>
              </a:spcBef>
              <a:buClrTx/>
              <a:buFontTx/>
              <a:buNone/>
            </a:pPr>
            <a:endParaRPr lang="zh-CN" altLang="en-US" sz="1350" b="0">
              <a:solidFill>
                <a:srgbClr val="00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35843" name="Rectangle 270"/>
          <p:cNvSpPr>
            <a:spLocks noChangeArrowheads="1"/>
          </p:cNvSpPr>
          <p:nvPr/>
        </p:nvSpPr>
        <p:spPr bwMode="auto">
          <a:xfrm>
            <a:off x="628650" y="681038"/>
            <a:ext cx="5372100" cy="317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latinLnBrk="0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思考题</a:t>
            </a:r>
            <a:endParaRPr lang="en-US" altLang="en-US" sz="135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49872" name="Rectangle 272"/>
          <p:cNvSpPr>
            <a:spLocks noChangeArrowheads="1"/>
          </p:cNvSpPr>
          <p:nvPr/>
        </p:nvSpPr>
        <p:spPr bwMode="auto">
          <a:xfrm>
            <a:off x="317898" y="1122760"/>
            <a:ext cx="6135290" cy="1881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endParaRPr lang="en-US" altLang="en-US" sz="75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Symbol" pitchFamily="18" charset="2"/>
            </a:endParaRPr>
          </a:p>
          <a:p>
            <a:pPr marL="385763" indent="-385763" eaLnBrk="1" hangingPunct="1">
              <a:spcBef>
                <a:spcPct val="50000"/>
              </a:spcBef>
              <a:buFont typeface="+mj-lt"/>
              <a:buAutoNum type="arabicPeriod"/>
              <a:defRPr/>
            </a:pPr>
            <a:r>
              <a:rPr lang="zh-CN" altLang="en-US" sz="195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charset="-122"/>
                <a:sym typeface="Arial" charset="0"/>
              </a:rPr>
              <a:t>在滞回比较器中，如果输入正弦波的频率一直升高，则输出会是什么样的波形？是什么原因造成的？</a:t>
            </a:r>
            <a:endParaRPr lang="en-US" altLang="zh-CN" sz="195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ea typeface="宋体" charset="-122"/>
              <a:sym typeface="Arial" charset="0"/>
            </a:endParaRPr>
          </a:p>
          <a:p>
            <a:pPr marL="257175" indent="-257175" eaLnBrk="1" hangingPunct="1">
              <a:spcBef>
                <a:spcPct val="50000"/>
              </a:spcBef>
              <a:buFontTx/>
              <a:buAutoNum type="arabicPeriod"/>
              <a:defRPr/>
            </a:pPr>
            <a:endParaRPr lang="en-US" altLang="zh-CN" sz="75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ea typeface="宋体" charset="-122"/>
              <a:sym typeface="Arial" charset="0"/>
            </a:endParaRPr>
          </a:p>
          <a:p>
            <a:pPr marL="385763" indent="-385763" eaLnBrk="1" hangingPunct="1">
              <a:spcBef>
                <a:spcPct val="50000"/>
              </a:spcBef>
              <a:buFont typeface="+mj-lt"/>
              <a:buAutoNum type="arabicPeriod" startAt="2"/>
              <a:defRPr/>
            </a:pPr>
            <a:r>
              <a:rPr lang="zh-CN" altLang="en-US" sz="195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charset="-122"/>
                <a:sym typeface="Arial" charset="0"/>
              </a:rPr>
              <a:t>在滞回比较器中，如何修改电路使比较器的输出电压可变？</a:t>
            </a:r>
            <a:endParaRPr lang="en-US" altLang="en-US" sz="195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ea typeface="宋体" charset="-122"/>
              <a:sym typeface="Arial" charset="0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8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7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latinLnBrk="0" hangingPunct="1"/>
            <a:r>
              <a:rPr lang="zh-CN" altLang="en-US">
                <a:latin typeface="Arial" panose="020B0604020202020204" pitchFamily="34" charset="0"/>
                <a:ea typeface="黑体" panose="02010609060101010101" pitchFamily="49" charset="-122"/>
                <a:sym typeface="Arial" panose="020B0604020202020204" pitchFamily="34" charset="0"/>
              </a:rPr>
              <a:t>注意事项</a:t>
            </a:r>
            <a:endParaRPr lang="zh-CN" altLang="zh-CN"/>
          </a:p>
        </p:txBody>
      </p:sp>
      <p:sp>
        <p:nvSpPr>
          <p:cNvPr id="1049876" name="Rectangle 276"/>
          <p:cNvSpPr>
            <a:spLocks noGrp="1" noChangeArrowheads="1"/>
          </p:cNvSpPr>
          <p:nvPr>
            <p:ph idx="4294967295"/>
          </p:nvPr>
        </p:nvSpPr>
        <p:spPr>
          <a:xfrm>
            <a:off x="351235" y="1221581"/>
            <a:ext cx="6425803" cy="2786063"/>
          </a:xfrm>
        </p:spPr>
        <p:txBody>
          <a:bodyPr/>
          <a:lstStyle/>
          <a:p>
            <a:pPr defTabSz="601266" eaLnBrk="1" hangingPunct="1">
              <a:lnSpc>
                <a:spcPct val="150000"/>
              </a:lnSpc>
              <a:defRPr/>
            </a:pPr>
            <a:r>
              <a:rPr lang="en-US" alt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Arial" charset="0"/>
              </a:rPr>
              <a:t>1</a:t>
            </a:r>
            <a:r>
              <a:rPr lang="zh-CN" alt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Arial" charset="0"/>
              </a:rPr>
              <a:t>、比较器输出方波的状态变化需要一定的时间，如果送入</a:t>
            </a:r>
            <a:r>
              <a:rPr lang="en-US" altLang="zh-CN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Arial" charset="0"/>
              </a:rPr>
              <a:t>	</a:t>
            </a:r>
            <a:r>
              <a:rPr lang="zh-CN" alt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Arial" charset="0"/>
              </a:rPr>
              <a:t>的正弦波幅度加大，正弦波转换速率加快，那么读取阈</a:t>
            </a:r>
            <a:r>
              <a:rPr lang="en-US" altLang="zh-CN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Arial" charset="0"/>
              </a:rPr>
              <a:t>	</a:t>
            </a:r>
            <a:r>
              <a:rPr lang="zh-CN" alt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Arial" charset="0"/>
              </a:rPr>
              <a:t>值电压时与理论计算值的误差也会增大；</a:t>
            </a:r>
            <a:endParaRPr lang="en-US" altLang="zh-CN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sym typeface="Arial" charset="0"/>
            </a:endParaRPr>
          </a:p>
          <a:p>
            <a:pPr defTabSz="601266" eaLnBrk="1" hangingPunct="1">
              <a:lnSpc>
                <a:spcPct val="150000"/>
              </a:lnSpc>
              <a:defRPr/>
            </a:pPr>
            <a:r>
              <a:rPr lang="en-US" altLang="zh-CN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Arial" charset="0"/>
              </a:rPr>
              <a:t>2</a:t>
            </a:r>
            <a:r>
              <a:rPr lang="zh-CN" alt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Arial" charset="0"/>
              </a:rPr>
              <a:t>、</a:t>
            </a:r>
            <a:r>
              <a:rPr lang="zh-CN" altLang="en-US" sz="1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Arial" charset="0"/>
              </a:rPr>
              <a:t>预习</a:t>
            </a:r>
            <a:r>
              <a:rPr lang="zh-CN" alt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Arial" charset="0"/>
              </a:rPr>
              <a:t>下次实验：</a:t>
            </a:r>
            <a:r>
              <a:rPr lang="en-US" altLang="zh-CN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Arial" charset="0"/>
              </a:rPr>
              <a:t>2.3 </a:t>
            </a:r>
            <a:r>
              <a:rPr lang="zh-CN" alt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Arial" charset="0"/>
              </a:rPr>
              <a:t>积分器电路设计；</a:t>
            </a:r>
            <a:endParaRPr lang="en-US" altLang="zh-CN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sym typeface="Arial" charset="0"/>
            </a:endParaRPr>
          </a:p>
          <a:p>
            <a:pPr defTabSz="601266" eaLnBrk="1" hangingPunct="1">
              <a:lnSpc>
                <a:spcPct val="150000"/>
              </a:lnSpc>
              <a:defRPr/>
            </a:pPr>
            <a:r>
              <a:rPr lang="en-US" altLang="zh-CN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Arial" charset="0"/>
              </a:rPr>
              <a:t>3. </a:t>
            </a:r>
            <a:r>
              <a:rPr lang="zh-CN" alt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Arial" charset="0"/>
              </a:rPr>
              <a:t>本次电路做好后</a:t>
            </a:r>
            <a:r>
              <a:rPr lang="zh-CN" altLang="en-US" sz="1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Arial" charset="0"/>
              </a:rPr>
              <a:t>不要拆除</a:t>
            </a:r>
            <a:r>
              <a:rPr lang="zh-CN" alt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Arial" charset="0"/>
              </a:rPr>
              <a:t>，下次课用于波形变换；</a:t>
            </a:r>
            <a:endParaRPr lang="en-US" altLang="zh-CN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sym typeface="Arial" charset="0"/>
            </a:endParaRPr>
          </a:p>
          <a:p>
            <a:pPr defTabSz="601266" eaLnBrk="1" hangingPunct="1">
              <a:lnSpc>
                <a:spcPct val="150000"/>
              </a:lnSpc>
              <a:defRPr/>
            </a:pPr>
            <a:r>
              <a:rPr lang="en-US" altLang="zh-CN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Arial" charset="0"/>
              </a:rPr>
              <a:t>4</a:t>
            </a:r>
            <a:r>
              <a:rPr lang="zh-CN" alt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Arial" charset="0"/>
              </a:rPr>
              <a:t>、实验</a:t>
            </a:r>
            <a:r>
              <a:rPr lang="en-US" altLang="zh-CN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Arial" charset="0"/>
              </a:rPr>
              <a:t>2.1</a:t>
            </a:r>
            <a:r>
              <a:rPr lang="zh-CN" alt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Arial" charset="0"/>
              </a:rPr>
              <a:t>～</a:t>
            </a:r>
            <a:r>
              <a:rPr lang="en-US" altLang="zh-CN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Arial" charset="0"/>
              </a:rPr>
              <a:t>2.3</a:t>
            </a:r>
            <a:r>
              <a:rPr lang="zh-CN" alt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Arial" charset="0"/>
              </a:rPr>
              <a:t>合写</a:t>
            </a:r>
            <a:r>
              <a:rPr lang="zh-CN" altLang="en-US" sz="1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Arial" charset="0"/>
              </a:rPr>
              <a:t>一份</a:t>
            </a:r>
            <a:r>
              <a:rPr lang="zh-CN" alt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Arial" charset="0"/>
              </a:rPr>
              <a:t>实验报告</a:t>
            </a:r>
            <a:endParaRPr lang="en-US" altLang="zh-CN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sym typeface="Arial" charset="0"/>
            </a:endParaRPr>
          </a:p>
          <a:p>
            <a:pPr defTabSz="601266" eaLnBrk="1" hangingPunct="1">
              <a:lnSpc>
                <a:spcPct val="150000"/>
              </a:lnSpc>
              <a:defRPr/>
            </a:pPr>
            <a:endParaRPr lang="en-US" altLang="zh-CN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sym typeface="Arial" charset="0"/>
            </a:endParaRPr>
          </a:p>
          <a:p>
            <a:pPr marL="0" indent="0" defTabSz="601266" eaLnBrk="1" hangingPunct="1">
              <a:lnSpc>
                <a:spcPct val="150000"/>
              </a:lnSpc>
              <a:buNone/>
              <a:defRPr/>
            </a:pPr>
            <a:endParaRPr lang="en-US" altLang="zh-CN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sym typeface="Arial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>
            <a:extLst>
              <a:ext uri="{FF2B5EF4-FFF2-40B4-BE49-F238E27FC236}">
                <a16:creationId xmlns:a16="http://schemas.microsoft.com/office/drawing/2014/main" id="{FB56B97B-1CF3-40B5-A884-5153D18A38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zh-CN" alt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E0230B3-1D10-4ECF-825C-893361A139B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4220"/>
            <a:ext cx="6858000" cy="2915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2943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878" name="WordArt 278"/>
          <p:cNvSpPr>
            <a:spLocks noChangeShapeType="1" noTextEdit="1"/>
          </p:cNvSpPr>
          <p:nvPr/>
        </p:nvSpPr>
        <p:spPr bwMode="auto">
          <a:xfrm>
            <a:off x="3600450" y="2443162"/>
            <a:ext cx="3143250" cy="300038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en-US" altLang="zh-CN" sz="2700" b="1" kern="10">
                <a:ln w="19050">
                  <a:solidFill>
                    <a:srgbClr val="FFFF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143DA2"/>
                    </a:gs>
                    <a:gs pos="100000">
                      <a:srgbClr val="AED337"/>
                    </a:gs>
                    <a:gs pos="100000">
                      <a:srgbClr val="AED337"/>
                    </a:gs>
                  </a:gsLst>
                  <a:lin ang="0" scaled="1"/>
                </a:gradFill>
                <a:effectLst>
                  <a:outerShdw dist="53879" dir="2700045" algn="ctr" rotWithShape="0">
                    <a:srgbClr val="000000">
                      <a:alpha val="50000"/>
                    </a:srgbClr>
                  </a:outerShdw>
                </a:effectLst>
                <a:cs typeface="Arial" panose="020B0604020202020204" pitchFamily="34" charset="0"/>
              </a:rPr>
              <a:t>Thank You !</a:t>
            </a:r>
            <a:endParaRPr lang="zh-CN" altLang="en-US" sz="2700" b="1" kern="10">
              <a:ln w="19050">
                <a:solidFill>
                  <a:srgbClr val="FFFFFF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143DA2"/>
                  </a:gs>
                  <a:gs pos="100000">
                    <a:srgbClr val="AED337"/>
                  </a:gs>
                  <a:gs pos="100000">
                    <a:srgbClr val="AED337"/>
                  </a:gs>
                </a:gsLst>
                <a:lin ang="0" scaled="1"/>
              </a:gradFill>
              <a:effectLst>
                <a:outerShdw dist="53879" dir="2700045" algn="ctr" rotWithShape="0">
                  <a:srgbClr val="000000">
                    <a:alpha val="50000"/>
                  </a:srgbClr>
                </a:outerShdw>
              </a:effectLst>
              <a:cs typeface="Arial" panose="020B0604020202020204" pitchFamily="34" charset="0"/>
            </a:endParaRPr>
          </a:p>
        </p:txBody>
      </p:sp>
      <p:sp>
        <p:nvSpPr>
          <p:cNvPr id="30723" name="Rectangle 280"/>
          <p:cNvSpPr>
            <a:spLocks noGrp="1" noChangeArrowheads="1"/>
          </p:cNvSpPr>
          <p:nvPr>
            <p:ph type="subTitle" idx="4294967295"/>
          </p:nvPr>
        </p:nvSpPr>
        <p:spPr bwMode="auto">
          <a:xfrm>
            <a:off x="4806554" y="2776538"/>
            <a:ext cx="1188244" cy="325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eaLnBrk="1" latinLnBrk="0" hangingPunct="1">
              <a:buNone/>
            </a:pPr>
            <a:r>
              <a:rPr lang="zh-CN" altLang="zh-CN" b="0" i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UESTC</a:t>
            </a:r>
            <a:endParaRPr lang="zh-CN" altLang="zh-CN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498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  <p:tav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498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49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build="p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3">
      <a:dk1>
        <a:srgbClr val="000000"/>
      </a:dk1>
      <a:lt1>
        <a:srgbClr val="FFFFFF"/>
      </a:lt1>
      <a:dk2>
        <a:srgbClr val="143DA2"/>
      </a:dk2>
      <a:lt2>
        <a:srgbClr val="DDDDDD"/>
      </a:lt2>
      <a:accent1>
        <a:srgbClr val="EB592B"/>
      </a:accent1>
      <a:accent2>
        <a:srgbClr val="2EBAAD"/>
      </a:accent2>
      <a:accent3>
        <a:srgbClr val="FFFFFF"/>
      </a:accent3>
      <a:accent4>
        <a:srgbClr val="000000"/>
      </a:accent4>
      <a:accent5>
        <a:srgbClr val="F3B5AC"/>
      </a:accent5>
      <a:accent6>
        <a:srgbClr val="29A89C"/>
      </a:accent6>
      <a:hlink>
        <a:srgbClr val="AED337"/>
      </a:hlink>
      <a:folHlink>
        <a:srgbClr val="5AB7EA"/>
      </a:folHlink>
    </a:clrScheme>
    <a:fontScheme name="默认设计模板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sym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sym typeface="Arial" charset="0"/>
          </a:defRPr>
        </a:defPPr>
      </a:lstStyle>
    </a:lnDef>
  </a:objectDefaults>
  <a:extraClrSchemeLst>
    <a:extraClrScheme>
      <a:clrScheme name="默认设计模板 1">
        <a:dk1>
          <a:srgbClr val="264040"/>
        </a:dk1>
        <a:lt1>
          <a:srgbClr val="FFFFFF"/>
        </a:lt1>
        <a:dk2>
          <a:srgbClr val="1D548B"/>
        </a:dk2>
        <a:lt2>
          <a:srgbClr val="DDDDDD"/>
        </a:lt2>
        <a:accent1>
          <a:srgbClr val="1A99C6"/>
        </a:accent1>
        <a:accent2>
          <a:srgbClr val="E6693C"/>
        </a:accent2>
        <a:accent3>
          <a:srgbClr val="FFFFFF"/>
        </a:accent3>
        <a:accent4>
          <a:srgbClr val="1F3535"/>
        </a:accent4>
        <a:accent5>
          <a:srgbClr val="ABCADF"/>
        </a:accent5>
        <a:accent6>
          <a:srgbClr val="D05E35"/>
        </a:accent6>
        <a:hlink>
          <a:srgbClr val="D5A317"/>
        </a:hlink>
        <a:folHlink>
          <a:srgbClr val="14AC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5533C1"/>
        </a:dk2>
        <a:lt2>
          <a:srgbClr val="DDDDDD"/>
        </a:lt2>
        <a:accent1>
          <a:srgbClr val="CBB61D"/>
        </a:accent1>
        <a:accent2>
          <a:srgbClr val="40ACD2"/>
        </a:accent2>
        <a:accent3>
          <a:srgbClr val="FFFFFF"/>
        </a:accent3>
        <a:accent4>
          <a:srgbClr val="000000"/>
        </a:accent4>
        <a:accent5>
          <a:srgbClr val="E2D7AB"/>
        </a:accent5>
        <a:accent6>
          <a:srgbClr val="399BBE"/>
        </a:accent6>
        <a:hlink>
          <a:srgbClr val="DA7D28"/>
        </a:hlink>
        <a:folHlink>
          <a:srgbClr val="8522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143DA2"/>
        </a:dk2>
        <a:lt2>
          <a:srgbClr val="DDDDDD"/>
        </a:lt2>
        <a:accent1>
          <a:srgbClr val="EB592B"/>
        </a:accent1>
        <a:accent2>
          <a:srgbClr val="2EBAAD"/>
        </a:accent2>
        <a:accent3>
          <a:srgbClr val="FFFFFF"/>
        </a:accent3>
        <a:accent4>
          <a:srgbClr val="000000"/>
        </a:accent4>
        <a:accent5>
          <a:srgbClr val="F3B5AC"/>
        </a:accent5>
        <a:accent6>
          <a:srgbClr val="29A89C"/>
        </a:accent6>
        <a:hlink>
          <a:srgbClr val="AED337"/>
        </a:hlink>
        <a:folHlink>
          <a:srgbClr val="5AB7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默认设计模板">
  <a:themeElements>
    <a:clrScheme name="默认设计模板 3">
      <a:dk1>
        <a:srgbClr val="000000"/>
      </a:dk1>
      <a:lt1>
        <a:srgbClr val="FFFFFF"/>
      </a:lt1>
      <a:dk2>
        <a:srgbClr val="143DA2"/>
      </a:dk2>
      <a:lt2>
        <a:srgbClr val="DDDDDD"/>
      </a:lt2>
      <a:accent1>
        <a:srgbClr val="EB592B"/>
      </a:accent1>
      <a:accent2>
        <a:srgbClr val="2EBAAD"/>
      </a:accent2>
      <a:accent3>
        <a:srgbClr val="FFFFFF"/>
      </a:accent3>
      <a:accent4>
        <a:srgbClr val="000000"/>
      </a:accent4>
      <a:accent5>
        <a:srgbClr val="F3B5AC"/>
      </a:accent5>
      <a:accent6>
        <a:srgbClr val="29A89C"/>
      </a:accent6>
      <a:hlink>
        <a:srgbClr val="AED337"/>
      </a:hlink>
      <a:folHlink>
        <a:srgbClr val="5AB7EA"/>
      </a:folHlink>
    </a:clrScheme>
    <a:fontScheme name="默认设计模板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sym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sym typeface="Arial" charset="0"/>
          </a:defRPr>
        </a:defPPr>
      </a:lstStyle>
    </a:lnDef>
  </a:objectDefaults>
  <a:extraClrSchemeLst>
    <a:extraClrScheme>
      <a:clrScheme name="默认设计模板 1">
        <a:dk1>
          <a:srgbClr val="264040"/>
        </a:dk1>
        <a:lt1>
          <a:srgbClr val="FFFFFF"/>
        </a:lt1>
        <a:dk2>
          <a:srgbClr val="1D548B"/>
        </a:dk2>
        <a:lt2>
          <a:srgbClr val="DDDDDD"/>
        </a:lt2>
        <a:accent1>
          <a:srgbClr val="1A99C6"/>
        </a:accent1>
        <a:accent2>
          <a:srgbClr val="E6693C"/>
        </a:accent2>
        <a:accent3>
          <a:srgbClr val="FFFFFF"/>
        </a:accent3>
        <a:accent4>
          <a:srgbClr val="1F3535"/>
        </a:accent4>
        <a:accent5>
          <a:srgbClr val="ABCADF"/>
        </a:accent5>
        <a:accent6>
          <a:srgbClr val="D05E35"/>
        </a:accent6>
        <a:hlink>
          <a:srgbClr val="D5A317"/>
        </a:hlink>
        <a:folHlink>
          <a:srgbClr val="14AC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5533C1"/>
        </a:dk2>
        <a:lt2>
          <a:srgbClr val="DDDDDD"/>
        </a:lt2>
        <a:accent1>
          <a:srgbClr val="CBB61D"/>
        </a:accent1>
        <a:accent2>
          <a:srgbClr val="40ACD2"/>
        </a:accent2>
        <a:accent3>
          <a:srgbClr val="FFFFFF"/>
        </a:accent3>
        <a:accent4>
          <a:srgbClr val="000000"/>
        </a:accent4>
        <a:accent5>
          <a:srgbClr val="E2D7AB"/>
        </a:accent5>
        <a:accent6>
          <a:srgbClr val="399BBE"/>
        </a:accent6>
        <a:hlink>
          <a:srgbClr val="DA7D28"/>
        </a:hlink>
        <a:folHlink>
          <a:srgbClr val="8522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143DA2"/>
        </a:dk2>
        <a:lt2>
          <a:srgbClr val="DDDDDD"/>
        </a:lt2>
        <a:accent1>
          <a:srgbClr val="EB592B"/>
        </a:accent1>
        <a:accent2>
          <a:srgbClr val="2EBAAD"/>
        </a:accent2>
        <a:accent3>
          <a:srgbClr val="FFFFFF"/>
        </a:accent3>
        <a:accent4>
          <a:srgbClr val="000000"/>
        </a:accent4>
        <a:accent5>
          <a:srgbClr val="F3B5AC"/>
        </a:accent5>
        <a:accent6>
          <a:srgbClr val="29A89C"/>
        </a:accent6>
        <a:hlink>
          <a:srgbClr val="AED337"/>
        </a:hlink>
        <a:folHlink>
          <a:srgbClr val="5AB7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默认设计模板">
  <a:themeElements>
    <a:clrScheme name="默认设计模板 3">
      <a:dk1>
        <a:srgbClr val="000000"/>
      </a:dk1>
      <a:lt1>
        <a:srgbClr val="FFFFFF"/>
      </a:lt1>
      <a:dk2>
        <a:srgbClr val="143DA2"/>
      </a:dk2>
      <a:lt2>
        <a:srgbClr val="DDDDDD"/>
      </a:lt2>
      <a:accent1>
        <a:srgbClr val="EB592B"/>
      </a:accent1>
      <a:accent2>
        <a:srgbClr val="2EBAAD"/>
      </a:accent2>
      <a:accent3>
        <a:srgbClr val="FFFFFF"/>
      </a:accent3>
      <a:accent4>
        <a:srgbClr val="000000"/>
      </a:accent4>
      <a:accent5>
        <a:srgbClr val="F3B5AC"/>
      </a:accent5>
      <a:accent6>
        <a:srgbClr val="29A89C"/>
      </a:accent6>
      <a:hlink>
        <a:srgbClr val="AED337"/>
      </a:hlink>
      <a:folHlink>
        <a:srgbClr val="5AB7EA"/>
      </a:folHlink>
    </a:clrScheme>
    <a:fontScheme name="默认设计模板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sym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sym typeface="Arial" charset="0"/>
          </a:defRPr>
        </a:defPPr>
      </a:lstStyle>
    </a:lnDef>
  </a:objectDefaults>
  <a:extraClrSchemeLst>
    <a:extraClrScheme>
      <a:clrScheme name="默认设计模板 1">
        <a:dk1>
          <a:srgbClr val="264040"/>
        </a:dk1>
        <a:lt1>
          <a:srgbClr val="FFFFFF"/>
        </a:lt1>
        <a:dk2>
          <a:srgbClr val="1D548B"/>
        </a:dk2>
        <a:lt2>
          <a:srgbClr val="DDDDDD"/>
        </a:lt2>
        <a:accent1>
          <a:srgbClr val="1A99C6"/>
        </a:accent1>
        <a:accent2>
          <a:srgbClr val="E6693C"/>
        </a:accent2>
        <a:accent3>
          <a:srgbClr val="FFFFFF"/>
        </a:accent3>
        <a:accent4>
          <a:srgbClr val="1F3535"/>
        </a:accent4>
        <a:accent5>
          <a:srgbClr val="ABCADF"/>
        </a:accent5>
        <a:accent6>
          <a:srgbClr val="D05E35"/>
        </a:accent6>
        <a:hlink>
          <a:srgbClr val="D5A317"/>
        </a:hlink>
        <a:folHlink>
          <a:srgbClr val="14AC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5533C1"/>
        </a:dk2>
        <a:lt2>
          <a:srgbClr val="DDDDDD"/>
        </a:lt2>
        <a:accent1>
          <a:srgbClr val="CBB61D"/>
        </a:accent1>
        <a:accent2>
          <a:srgbClr val="40ACD2"/>
        </a:accent2>
        <a:accent3>
          <a:srgbClr val="FFFFFF"/>
        </a:accent3>
        <a:accent4>
          <a:srgbClr val="000000"/>
        </a:accent4>
        <a:accent5>
          <a:srgbClr val="E2D7AB"/>
        </a:accent5>
        <a:accent6>
          <a:srgbClr val="399BBE"/>
        </a:accent6>
        <a:hlink>
          <a:srgbClr val="DA7D28"/>
        </a:hlink>
        <a:folHlink>
          <a:srgbClr val="8522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143DA2"/>
        </a:dk2>
        <a:lt2>
          <a:srgbClr val="DDDDDD"/>
        </a:lt2>
        <a:accent1>
          <a:srgbClr val="EB592B"/>
        </a:accent1>
        <a:accent2>
          <a:srgbClr val="2EBAAD"/>
        </a:accent2>
        <a:accent3>
          <a:srgbClr val="FFFFFF"/>
        </a:accent3>
        <a:accent4>
          <a:srgbClr val="000000"/>
        </a:accent4>
        <a:accent5>
          <a:srgbClr val="F3B5AC"/>
        </a:accent5>
        <a:accent6>
          <a:srgbClr val="29A89C"/>
        </a:accent6>
        <a:hlink>
          <a:srgbClr val="AED337"/>
        </a:hlink>
        <a:folHlink>
          <a:srgbClr val="5AB7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3_默认设计模板">
  <a:themeElements>
    <a:clrScheme name="默认设计模板 3">
      <a:dk1>
        <a:srgbClr val="000000"/>
      </a:dk1>
      <a:lt1>
        <a:srgbClr val="FFFFFF"/>
      </a:lt1>
      <a:dk2>
        <a:srgbClr val="143DA2"/>
      </a:dk2>
      <a:lt2>
        <a:srgbClr val="DDDDDD"/>
      </a:lt2>
      <a:accent1>
        <a:srgbClr val="EB592B"/>
      </a:accent1>
      <a:accent2>
        <a:srgbClr val="2EBAAD"/>
      </a:accent2>
      <a:accent3>
        <a:srgbClr val="FFFFFF"/>
      </a:accent3>
      <a:accent4>
        <a:srgbClr val="000000"/>
      </a:accent4>
      <a:accent5>
        <a:srgbClr val="F3B5AC"/>
      </a:accent5>
      <a:accent6>
        <a:srgbClr val="29A89C"/>
      </a:accent6>
      <a:hlink>
        <a:srgbClr val="AED337"/>
      </a:hlink>
      <a:folHlink>
        <a:srgbClr val="5AB7EA"/>
      </a:folHlink>
    </a:clrScheme>
    <a:fontScheme name="默认设计模板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sym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sym typeface="Arial" charset="0"/>
          </a:defRPr>
        </a:defPPr>
      </a:lstStyle>
    </a:lnDef>
  </a:objectDefaults>
  <a:extraClrSchemeLst>
    <a:extraClrScheme>
      <a:clrScheme name="默认设计模板 1">
        <a:dk1>
          <a:srgbClr val="264040"/>
        </a:dk1>
        <a:lt1>
          <a:srgbClr val="FFFFFF"/>
        </a:lt1>
        <a:dk2>
          <a:srgbClr val="1D548B"/>
        </a:dk2>
        <a:lt2>
          <a:srgbClr val="DDDDDD"/>
        </a:lt2>
        <a:accent1>
          <a:srgbClr val="1A99C6"/>
        </a:accent1>
        <a:accent2>
          <a:srgbClr val="E6693C"/>
        </a:accent2>
        <a:accent3>
          <a:srgbClr val="FFFFFF"/>
        </a:accent3>
        <a:accent4>
          <a:srgbClr val="1F3535"/>
        </a:accent4>
        <a:accent5>
          <a:srgbClr val="ABCADF"/>
        </a:accent5>
        <a:accent6>
          <a:srgbClr val="D05E35"/>
        </a:accent6>
        <a:hlink>
          <a:srgbClr val="D5A317"/>
        </a:hlink>
        <a:folHlink>
          <a:srgbClr val="14AC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5533C1"/>
        </a:dk2>
        <a:lt2>
          <a:srgbClr val="DDDDDD"/>
        </a:lt2>
        <a:accent1>
          <a:srgbClr val="CBB61D"/>
        </a:accent1>
        <a:accent2>
          <a:srgbClr val="40ACD2"/>
        </a:accent2>
        <a:accent3>
          <a:srgbClr val="FFFFFF"/>
        </a:accent3>
        <a:accent4>
          <a:srgbClr val="000000"/>
        </a:accent4>
        <a:accent5>
          <a:srgbClr val="E2D7AB"/>
        </a:accent5>
        <a:accent6>
          <a:srgbClr val="399BBE"/>
        </a:accent6>
        <a:hlink>
          <a:srgbClr val="DA7D28"/>
        </a:hlink>
        <a:folHlink>
          <a:srgbClr val="8522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143DA2"/>
        </a:dk2>
        <a:lt2>
          <a:srgbClr val="DDDDDD"/>
        </a:lt2>
        <a:accent1>
          <a:srgbClr val="EB592B"/>
        </a:accent1>
        <a:accent2>
          <a:srgbClr val="2EBAAD"/>
        </a:accent2>
        <a:accent3>
          <a:srgbClr val="FFFFFF"/>
        </a:accent3>
        <a:accent4>
          <a:srgbClr val="000000"/>
        </a:accent4>
        <a:accent5>
          <a:srgbClr val="F3B5AC"/>
        </a:accent5>
        <a:accent6>
          <a:srgbClr val="29A89C"/>
        </a:accent6>
        <a:hlink>
          <a:srgbClr val="AED337"/>
        </a:hlink>
        <a:folHlink>
          <a:srgbClr val="5AB7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默认设计模板">
  <a:themeElements>
    <a:clrScheme name="默认设计模板 3">
      <a:dk1>
        <a:srgbClr val="000000"/>
      </a:dk1>
      <a:lt1>
        <a:srgbClr val="FFFFFF"/>
      </a:lt1>
      <a:dk2>
        <a:srgbClr val="143DA2"/>
      </a:dk2>
      <a:lt2>
        <a:srgbClr val="DDDDDD"/>
      </a:lt2>
      <a:accent1>
        <a:srgbClr val="EB592B"/>
      </a:accent1>
      <a:accent2>
        <a:srgbClr val="2EBAAD"/>
      </a:accent2>
      <a:accent3>
        <a:srgbClr val="FFFFFF"/>
      </a:accent3>
      <a:accent4>
        <a:srgbClr val="000000"/>
      </a:accent4>
      <a:accent5>
        <a:srgbClr val="F3B5AC"/>
      </a:accent5>
      <a:accent6>
        <a:srgbClr val="29A89C"/>
      </a:accent6>
      <a:hlink>
        <a:srgbClr val="AED337"/>
      </a:hlink>
      <a:folHlink>
        <a:srgbClr val="5AB7EA"/>
      </a:folHlink>
    </a:clrScheme>
    <a:fontScheme name="默认设计模板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sym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sym typeface="Arial" charset="0"/>
          </a:defRPr>
        </a:defPPr>
      </a:lstStyle>
    </a:lnDef>
  </a:objectDefaults>
  <a:extraClrSchemeLst>
    <a:extraClrScheme>
      <a:clrScheme name="默认设计模板 1">
        <a:dk1>
          <a:srgbClr val="264040"/>
        </a:dk1>
        <a:lt1>
          <a:srgbClr val="FFFFFF"/>
        </a:lt1>
        <a:dk2>
          <a:srgbClr val="1D548B"/>
        </a:dk2>
        <a:lt2>
          <a:srgbClr val="DDDDDD"/>
        </a:lt2>
        <a:accent1>
          <a:srgbClr val="1A99C6"/>
        </a:accent1>
        <a:accent2>
          <a:srgbClr val="E6693C"/>
        </a:accent2>
        <a:accent3>
          <a:srgbClr val="FFFFFF"/>
        </a:accent3>
        <a:accent4>
          <a:srgbClr val="1F3535"/>
        </a:accent4>
        <a:accent5>
          <a:srgbClr val="ABCADF"/>
        </a:accent5>
        <a:accent6>
          <a:srgbClr val="D05E35"/>
        </a:accent6>
        <a:hlink>
          <a:srgbClr val="D5A317"/>
        </a:hlink>
        <a:folHlink>
          <a:srgbClr val="14AC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5533C1"/>
        </a:dk2>
        <a:lt2>
          <a:srgbClr val="DDDDDD"/>
        </a:lt2>
        <a:accent1>
          <a:srgbClr val="CBB61D"/>
        </a:accent1>
        <a:accent2>
          <a:srgbClr val="40ACD2"/>
        </a:accent2>
        <a:accent3>
          <a:srgbClr val="FFFFFF"/>
        </a:accent3>
        <a:accent4>
          <a:srgbClr val="000000"/>
        </a:accent4>
        <a:accent5>
          <a:srgbClr val="E2D7AB"/>
        </a:accent5>
        <a:accent6>
          <a:srgbClr val="399BBE"/>
        </a:accent6>
        <a:hlink>
          <a:srgbClr val="DA7D28"/>
        </a:hlink>
        <a:folHlink>
          <a:srgbClr val="8522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143DA2"/>
        </a:dk2>
        <a:lt2>
          <a:srgbClr val="DDDDDD"/>
        </a:lt2>
        <a:accent1>
          <a:srgbClr val="EB592B"/>
        </a:accent1>
        <a:accent2>
          <a:srgbClr val="2EBAAD"/>
        </a:accent2>
        <a:accent3>
          <a:srgbClr val="FFFFFF"/>
        </a:accent3>
        <a:accent4>
          <a:srgbClr val="000000"/>
        </a:accent4>
        <a:accent5>
          <a:srgbClr val="F3B5AC"/>
        </a:accent5>
        <a:accent6>
          <a:srgbClr val="29A89C"/>
        </a:accent6>
        <a:hlink>
          <a:srgbClr val="AED337"/>
        </a:hlink>
        <a:folHlink>
          <a:srgbClr val="5AB7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5_默认设计模板">
  <a:themeElements>
    <a:clrScheme name="默认设计模板 3">
      <a:dk1>
        <a:srgbClr val="000000"/>
      </a:dk1>
      <a:lt1>
        <a:srgbClr val="FFFFFF"/>
      </a:lt1>
      <a:dk2>
        <a:srgbClr val="143DA2"/>
      </a:dk2>
      <a:lt2>
        <a:srgbClr val="DDDDDD"/>
      </a:lt2>
      <a:accent1>
        <a:srgbClr val="EB592B"/>
      </a:accent1>
      <a:accent2>
        <a:srgbClr val="2EBAAD"/>
      </a:accent2>
      <a:accent3>
        <a:srgbClr val="FFFFFF"/>
      </a:accent3>
      <a:accent4>
        <a:srgbClr val="000000"/>
      </a:accent4>
      <a:accent5>
        <a:srgbClr val="F3B5AC"/>
      </a:accent5>
      <a:accent6>
        <a:srgbClr val="29A89C"/>
      </a:accent6>
      <a:hlink>
        <a:srgbClr val="AED337"/>
      </a:hlink>
      <a:folHlink>
        <a:srgbClr val="5AB7EA"/>
      </a:folHlink>
    </a:clrScheme>
    <a:fontScheme name="默认设计模板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sym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sym typeface="Arial" charset="0"/>
          </a:defRPr>
        </a:defPPr>
      </a:lstStyle>
    </a:lnDef>
  </a:objectDefaults>
  <a:extraClrSchemeLst>
    <a:extraClrScheme>
      <a:clrScheme name="默认设计模板 1">
        <a:dk1>
          <a:srgbClr val="264040"/>
        </a:dk1>
        <a:lt1>
          <a:srgbClr val="FFFFFF"/>
        </a:lt1>
        <a:dk2>
          <a:srgbClr val="1D548B"/>
        </a:dk2>
        <a:lt2>
          <a:srgbClr val="DDDDDD"/>
        </a:lt2>
        <a:accent1>
          <a:srgbClr val="1A99C6"/>
        </a:accent1>
        <a:accent2>
          <a:srgbClr val="E6693C"/>
        </a:accent2>
        <a:accent3>
          <a:srgbClr val="FFFFFF"/>
        </a:accent3>
        <a:accent4>
          <a:srgbClr val="1F3535"/>
        </a:accent4>
        <a:accent5>
          <a:srgbClr val="ABCADF"/>
        </a:accent5>
        <a:accent6>
          <a:srgbClr val="D05E35"/>
        </a:accent6>
        <a:hlink>
          <a:srgbClr val="D5A317"/>
        </a:hlink>
        <a:folHlink>
          <a:srgbClr val="14AC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5533C1"/>
        </a:dk2>
        <a:lt2>
          <a:srgbClr val="DDDDDD"/>
        </a:lt2>
        <a:accent1>
          <a:srgbClr val="CBB61D"/>
        </a:accent1>
        <a:accent2>
          <a:srgbClr val="40ACD2"/>
        </a:accent2>
        <a:accent3>
          <a:srgbClr val="FFFFFF"/>
        </a:accent3>
        <a:accent4>
          <a:srgbClr val="000000"/>
        </a:accent4>
        <a:accent5>
          <a:srgbClr val="E2D7AB"/>
        </a:accent5>
        <a:accent6>
          <a:srgbClr val="399BBE"/>
        </a:accent6>
        <a:hlink>
          <a:srgbClr val="DA7D28"/>
        </a:hlink>
        <a:folHlink>
          <a:srgbClr val="8522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143DA2"/>
        </a:dk2>
        <a:lt2>
          <a:srgbClr val="DDDDDD"/>
        </a:lt2>
        <a:accent1>
          <a:srgbClr val="EB592B"/>
        </a:accent1>
        <a:accent2>
          <a:srgbClr val="2EBAAD"/>
        </a:accent2>
        <a:accent3>
          <a:srgbClr val="FFFFFF"/>
        </a:accent3>
        <a:accent4>
          <a:srgbClr val="000000"/>
        </a:accent4>
        <a:accent5>
          <a:srgbClr val="F3B5AC"/>
        </a:accent5>
        <a:accent6>
          <a:srgbClr val="29A89C"/>
        </a:accent6>
        <a:hlink>
          <a:srgbClr val="AED337"/>
        </a:hlink>
        <a:folHlink>
          <a:srgbClr val="5AB7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6_默认设计模板">
  <a:themeElements>
    <a:clrScheme name="默认设计模板 3">
      <a:dk1>
        <a:srgbClr val="000000"/>
      </a:dk1>
      <a:lt1>
        <a:srgbClr val="FFFFFF"/>
      </a:lt1>
      <a:dk2>
        <a:srgbClr val="143DA2"/>
      </a:dk2>
      <a:lt2>
        <a:srgbClr val="DDDDDD"/>
      </a:lt2>
      <a:accent1>
        <a:srgbClr val="EB592B"/>
      </a:accent1>
      <a:accent2>
        <a:srgbClr val="2EBAAD"/>
      </a:accent2>
      <a:accent3>
        <a:srgbClr val="FFFFFF"/>
      </a:accent3>
      <a:accent4>
        <a:srgbClr val="000000"/>
      </a:accent4>
      <a:accent5>
        <a:srgbClr val="F3B5AC"/>
      </a:accent5>
      <a:accent6>
        <a:srgbClr val="29A89C"/>
      </a:accent6>
      <a:hlink>
        <a:srgbClr val="AED337"/>
      </a:hlink>
      <a:folHlink>
        <a:srgbClr val="5AB7EA"/>
      </a:folHlink>
    </a:clrScheme>
    <a:fontScheme name="默认设计模板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sym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sym typeface="Arial" charset="0"/>
          </a:defRPr>
        </a:defPPr>
      </a:lstStyle>
    </a:lnDef>
  </a:objectDefaults>
  <a:extraClrSchemeLst>
    <a:extraClrScheme>
      <a:clrScheme name="默认设计模板 1">
        <a:dk1>
          <a:srgbClr val="264040"/>
        </a:dk1>
        <a:lt1>
          <a:srgbClr val="FFFFFF"/>
        </a:lt1>
        <a:dk2>
          <a:srgbClr val="1D548B"/>
        </a:dk2>
        <a:lt2>
          <a:srgbClr val="DDDDDD"/>
        </a:lt2>
        <a:accent1>
          <a:srgbClr val="1A99C6"/>
        </a:accent1>
        <a:accent2>
          <a:srgbClr val="E6693C"/>
        </a:accent2>
        <a:accent3>
          <a:srgbClr val="FFFFFF"/>
        </a:accent3>
        <a:accent4>
          <a:srgbClr val="1F3535"/>
        </a:accent4>
        <a:accent5>
          <a:srgbClr val="ABCADF"/>
        </a:accent5>
        <a:accent6>
          <a:srgbClr val="D05E35"/>
        </a:accent6>
        <a:hlink>
          <a:srgbClr val="D5A317"/>
        </a:hlink>
        <a:folHlink>
          <a:srgbClr val="14AC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5533C1"/>
        </a:dk2>
        <a:lt2>
          <a:srgbClr val="DDDDDD"/>
        </a:lt2>
        <a:accent1>
          <a:srgbClr val="CBB61D"/>
        </a:accent1>
        <a:accent2>
          <a:srgbClr val="40ACD2"/>
        </a:accent2>
        <a:accent3>
          <a:srgbClr val="FFFFFF"/>
        </a:accent3>
        <a:accent4>
          <a:srgbClr val="000000"/>
        </a:accent4>
        <a:accent5>
          <a:srgbClr val="E2D7AB"/>
        </a:accent5>
        <a:accent6>
          <a:srgbClr val="399BBE"/>
        </a:accent6>
        <a:hlink>
          <a:srgbClr val="DA7D28"/>
        </a:hlink>
        <a:folHlink>
          <a:srgbClr val="8522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143DA2"/>
        </a:dk2>
        <a:lt2>
          <a:srgbClr val="DDDDDD"/>
        </a:lt2>
        <a:accent1>
          <a:srgbClr val="EB592B"/>
        </a:accent1>
        <a:accent2>
          <a:srgbClr val="2EBAAD"/>
        </a:accent2>
        <a:accent3>
          <a:srgbClr val="FFFFFF"/>
        </a:accent3>
        <a:accent4>
          <a:srgbClr val="000000"/>
        </a:accent4>
        <a:accent5>
          <a:srgbClr val="F3B5AC"/>
        </a:accent5>
        <a:accent6>
          <a:srgbClr val="29A89C"/>
        </a:accent6>
        <a:hlink>
          <a:srgbClr val="AED337"/>
        </a:hlink>
        <a:folHlink>
          <a:srgbClr val="5AB7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7_默认设计模板">
  <a:themeElements>
    <a:clrScheme name="默认设计模板 3">
      <a:dk1>
        <a:srgbClr val="000000"/>
      </a:dk1>
      <a:lt1>
        <a:srgbClr val="FFFFFF"/>
      </a:lt1>
      <a:dk2>
        <a:srgbClr val="143DA2"/>
      </a:dk2>
      <a:lt2>
        <a:srgbClr val="DDDDDD"/>
      </a:lt2>
      <a:accent1>
        <a:srgbClr val="EB592B"/>
      </a:accent1>
      <a:accent2>
        <a:srgbClr val="2EBAAD"/>
      </a:accent2>
      <a:accent3>
        <a:srgbClr val="FFFFFF"/>
      </a:accent3>
      <a:accent4>
        <a:srgbClr val="000000"/>
      </a:accent4>
      <a:accent5>
        <a:srgbClr val="F3B5AC"/>
      </a:accent5>
      <a:accent6>
        <a:srgbClr val="29A89C"/>
      </a:accent6>
      <a:hlink>
        <a:srgbClr val="AED337"/>
      </a:hlink>
      <a:folHlink>
        <a:srgbClr val="5AB7EA"/>
      </a:folHlink>
    </a:clrScheme>
    <a:fontScheme name="默认设计模板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sym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sym typeface="Arial" charset="0"/>
          </a:defRPr>
        </a:defPPr>
      </a:lstStyle>
    </a:lnDef>
  </a:objectDefaults>
  <a:extraClrSchemeLst>
    <a:extraClrScheme>
      <a:clrScheme name="默认设计模板 1">
        <a:dk1>
          <a:srgbClr val="264040"/>
        </a:dk1>
        <a:lt1>
          <a:srgbClr val="FFFFFF"/>
        </a:lt1>
        <a:dk2>
          <a:srgbClr val="1D548B"/>
        </a:dk2>
        <a:lt2>
          <a:srgbClr val="DDDDDD"/>
        </a:lt2>
        <a:accent1>
          <a:srgbClr val="1A99C6"/>
        </a:accent1>
        <a:accent2>
          <a:srgbClr val="E6693C"/>
        </a:accent2>
        <a:accent3>
          <a:srgbClr val="FFFFFF"/>
        </a:accent3>
        <a:accent4>
          <a:srgbClr val="1F3535"/>
        </a:accent4>
        <a:accent5>
          <a:srgbClr val="ABCADF"/>
        </a:accent5>
        <a:accent6>
          <a:srgbClr val="D05E35"/>
        </a:accent6>
        <a:hlink>
          <a:srgbClr val="D5A317"/>
        </a:hlink>
        <a:folHlink>
          <a:srgbClr val="14AC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5533C1"/>
        </a:dk2>
        <a:lt2>
          <a:srgbClr val="DDDDDD"/>
        </a:lt2>
        <a:accent1>
          <a:srgbClr val="CBB61D"/>
        </a:accent1>
        <a:accent2>
          <a:srgbClr val="40ACD2"/>
        </a:accent2>
        <a:accent3>
          <a:srgbClr val="FFFFFF"/>
        </a:accent3>
        <a:accent4>
          <a:srgbClr val="000000"/>
        </a:accent4>
        <a:accent5>
          <a:srgbClr val="E2D7AB"/>
        </a:accent5>
        <a:accent6>
          <a:srgbClr val="399BBE"/>
        </a:accent6>
        <a:hlink>
          <a:srgbClr val="DA7D28"/>
        </a:hlink>
        <a:folHlink>
          <a:srgbClr val="8522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143DA2"/>
        </a:dk2>
        <a:lt2>
          <a:srgbClr val="DDDDDD"/>
        </a:lt2>
        <a:accent1>
          <a:srgbClr val="EB592B"/>
        </a:accent1>
        <a:accent2>
          <a:srgbClr val="2EBAAD"/>
        </a:accent2>
        <a:accent3>
          <a:srgbClr val="FFFFFF"/>
        </a:accent3>
        <a:accent4>
          <a:srgbClr val="000000"/>
        </a:accent4>
        <a:accent5>
          <a:srgbClr val="F3B5AC"/>
        </a:accent5>
        <a:accent6>
          <a:srgbClr val="29A89C"/>
        </a:accent6>
        <a:hlink>
          <a:srgbClr val="AED337"/>
        </a:hlink>
        <a:folHlink>
          <a:srgbClr val="5AB7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8_默认设计模板">
  <a:themeElements>
    <a:clrScheme name="默认设计模板 3">
      <a:dk1>
        <a:srgbClr val="000000"/>
      </a:dk1>
      <a:lt1>
        <a:srgbClr val="FFFFFF"/>
      </a:lt1>
      <a:dk2>
        <a:srgbClr val="143DA2"/>
      </a:dk2>
      <a:lt2>
        <a:srgbClr val="DDDDDD"/>
      </a:lt2>
      <a:accent1>
        <a:srgbClr val="EB592B"/>
      </a:accent1>
      <a:accent2>
        <a:srgbClr val="2EBAAD"/>
      </a:accent2>
      <a:accent3>
        <a:srgbClr val="FFFFFF"/>
      </a:accent3>
      <a:accent4>
        <a:srgbClr val="000000"/>
      </a:accent4>
      <a:accent5>
        <a:srgbClr val="F3B5AC"/>
      </a:accent5>
      <a:accent6>
        <a:srgbClr val="29A89C"/>
      </a:accent6>
      <a:hlink>
        <a:srgbClr val="AED337"/>
      </a:hlink>
      <a:folHlink>
        <a:srgbClr val="5AB7EA"/>
      </a:folHlink>
    </a:clrScheme>
    <a:fontScheme name="默认设计模板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sym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sym typeface="Arial" charset="0"/>
          </a:defRPr>
        </a:defPPr>
      </a:lstStyle>
    </a:lnDef>
  </a:objectDefaults>
  <a:extraClrSchemeLst>
    <a:extraClrScheme>
      <a:clrScheme name="默认设计模板 1">
        <a:dk1>
          <a:srgbClr val="264040"/>
        </a:dk1>
        <a:lt1>
          <a:srgbClr val="FFFFFF"/>
        </a:lt1>
        <a:dk2>
          <a:srgbClr val="1D548B"/>
        </a:dk2>
        <a:lt2>
          <a:srgbClr val="DDDDDD"/>
        </a:lt2>
        <a:accent1>
          <a:srgbClr val="1A99C6"/>
        </a:accent1>
        <a:accent2>
          <a:srgbClr val="E6693C"/>
        </a:accent2>
        <a:accent3>
          <a:srgbClr val="FFFFFF"/>
        </a:accent3>
        <a:accent4>
          <a:srgbClr val="1F3535"/>
        </a:accent4>
        <a:accent5>
          <a:srgbClr val="ABCADF"/>
        </a:accent5>
        <a:accent6>
          <a:srgbClr val="D05E35"/>
        </a:accent6>
        <a:hlink>
          <a:srgbClr val="D5A317"/>
        </a:hlink>
        <a:folHlink>
          <a:srgbClr val="14AC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5533C1"/>
        </a:dk2>
        <a:lt2>
          <a:srgbClr val="DDDDDD"/>
        </a:lt2>
        <a:accent1>
          <a:srgbClr val="CBB61D"/>
        </a:accent1>
        <a:accent2>
          <a:srgbClr val="40ACD2"/>
        </a:accent2>
        <a:accent3>
          <a:srgbClr val="FFFFFF"/>
        </a:accent3>
        <a:accent4>
          <a:srgbClr val="000000"/>
        </a:accent4>
        <a:accent5>
          <a:srgbClr val="E2D7AB"/>
        </a:accent5>
        <a:accent6>
          <a:srgbClr val="399BBE"/>
        </a:accent6>
        <a:hlink>
          <a:srgbClr val="DA7D28"/>
        </a:hlink>
        <a:folHlink>
          <a:srgbClr val="8522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143DA2"/>
        </a:dk2>
        <a:lt2>
          <a:srgbClr val="DDDDDD"/>
        </a:lt2>
        <a:accent1>
          <a:srgbClr val="EB592B"/>
        </a:accent1>
        <a:accent2>
          <a:srgbClr val="2EBAAD"/>
        </a:accent2>
        <a:accent3>
          <a:srgbClr val="FFFFFF"/>
        </a:accent3>
        <a:accent4>
          <a:srgbClr val="000000"/>
        </a:accent4>
        <a:accent5>
          <a:srgbClr val="F3B5AC"/>
        </a:accent5>
        <a:accent6>
          <a:srgbClr val="29A89C"/>
        </a:accent6>
        <a:hlink>
          <a:srgbClr val="AED337"/>
        </a:hlink>
        <a:folHlink>
          <a:srgbClr val="5AB7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9_默认设计模板">
  <a:themeElements>
    <a:clrScheme name="默认设计模板 3">
      <a:dk1>
        <a:srgbClr val="000000"/>
      </a:dk1>
      <a:lt1>
        <a:srgbClr val="FFFFFF"/>
      </a:lt1>
      <a:dk2>
        <a:srgbClr val="143DA2"/>
      </a:dk2>
      <a:lt2>
        <a:srgbClr val="DDDDDD"/>
      </a:lt2>
      <a:accent1>
        <a:srgbClr val="EB592B"/>
      </a:accent1>
      <a:accent2>
        <a:srgbClr val="2EBAAD"/>
      </a:accent2>
      <a:accent3>
        <a:srgbClr val="FFFFFF"/>
      </a:accent3>
      <a:accent4>
        <a:srgbClr val="000000"/>
      </a:accent4>
      <a:accent5>
        <a:srgbClr val="F3B5AC"/>
      </a:accent5>
      <a:accent6>
        <a:srgbClr val="29A89C"/>
      </a:accent6>
      <a:hlink>
        <a:srgbClr val="AED337"/>
      </a:hlink>
      <a:folHlink>
        <a:srgbClr val="5AB7EA"/>
      </a:folHlink>
    </a:clrScheme>
    <a:fontScheme name="默认设计模板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sym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sym typeface="Arial" charset="0"/>
          </a:defRPr>
        </a:defPPr>
      </a:lstStyle>
    </a:lnDef>
  </a:objectDefaults>
  <a:extraClrSchemeLst>
    <a:extraClrScheme>
      <a:clrScheme name="默认设计模板 1">
        <a:dk1>
          <a:srgbClr val="264040"/>
        </a:dk1>
        <a:lt1>
          <a:srgbClr val="FFFFFF"/>
        </a:lt1>
        <a:dk2>
          <a:srgbClr val="1D548B"/>
        </a:dk2>
        <a:lt2>
          <a:srgbClr val="DDDDDD"/>
        </a:lt2>
        <a:accent1>
          <a:srgbClr val="1A99C6"/>
        </a:accent1>
        <a:accent2>
          <a:srgbClr val="E6693C"/>
        </a:accent2>
        <a:accent3>
          <a:srgbClr val="FFFFFF"/>
        </a:accent3>
        <a:accent4>
          <a:srgbClr val="1F3535"/>
        </a:accent4>
        <a:accent5>
          <a:srgbClr val="ABCADF"/>
        </a:accent5>
        <a:accent6>
          <a:srgbClr val="D05E35"/>
        </a:accent6>
        <a:hlink>
          <a:srgbClr val="D5A317"/>
        </a:hlink>
        <a:folHlink>
          <a:srgbClr val="14AC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5533C1"/>
        </a:dk2>
        <a:lt2>
          <a:srgbClr val="DDDDDD"/>
        </a:lt2>
        <a:accent1>
          <a:srgbClr val="CBB61D"/>
        </a:accent1>
        <a:accent2>
          <a:srgbClr val="40ACD2"/>
        </a:accent2>
        <a:accent3>
          <a:srgbClr val="FFFFFF"/>
        </a:accent3>
        <a:accent4>
          <a:srgbClr val="000000"/>
        </a:accent4>
        <a:accent5>
          <a:srgbClr val="E2D7AB"/>
        </a:accent5>
        <a:accent6>
          <a:srgbClr val="399BBE"/>
        </a:accent6>
        <a:hlink>
          <a:srgbClr val="DA7D28"/>
        </a:hlink>
        <a:folHlink>
          <a:srgbClr val="8522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143DA2"/>
        </a:dk2>
        <a:lt2>
          <a:srgbClr val="DDDDDD"/>
        </a:lt2>
        <a:accent1>
          <a:srgbClr val="EB592B"/>
        </a:accent1>
        <a:accent2>
          <a:srgbClr val="2EBAAD"/>
        </a:accent2>
        <a:accent3>
          <a:srgbClr val="FFFFFF"/>
        </a:accent3>
        <a:accent4>
          <a:srgbClr val="000000"/>
        </a:accent4>
        <a:accent5>
          <a:srgbClr val="F3B5AC"/>
        </a:accent5>
        <a:accent6>
          <a:srgbClr val="29A89C"/>
        </a:accent6>
        <a:hlink>
          <a:srgbClr val="AED337"/>
        </a:hlink>
        <a:folHlink>
          <a:srgbClr val="5AB7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10_默认设计模板">
  <a:themeElements>
    <a:clrScheme name="默认设计模板 3">
      <a:dk1>
        <a:srgbClr val="000000"/>
      </a:dk1>
      <a:lt1>
        <a:srgbClr val="FFFFFF"/>
      </a:lt1>
      <a:dk2>
        <a:srgbClr val="143DA2"/>
      </a:dk2>
      <a:lt2>
        <a:srgbClr val="DDDDDD"/>
      </a:lt2>
      <a:accent1>
        <a:srgbClr val="EB592B"/>
      </a:accent1>
      <a:accent2>
        <a:srgbClr val="2EBAAD"/>
      </a:accent2>
      <a:accent3>
        <a:srgbClr val="FFFFFF"/>
      </a:accent3>
      <a:accent4>
        <a:srgbClr val="000000"/>
      </a:accent4>
      <a:accent5>
        <a:srgbClr val="F3B5AC"/>
      </a:accent5>
      <a:accent6>
        <a:srgbClr val="29A89C"/>
      </a:accent6>
      <a:hlink>
        <a:srgbClr val="AED337"/>
      </a:hlink>
      <a:folHlink>
        <a:srgbClr val="5AB7EA"/>
      </a:folHlink>
    </a:clrScheme>
    <a:fontScheme name="默认设计模板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sym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sym typeface="Arial" charset="0"/>
          </a:defRPr>
        </a:defPPr>
      </a:lstStyle>
    </a:lnDef>
  </a:objectDefaults>
  <a:extraClrSchemeLst>
    <a:extraClrScheme>
      <a:clrScheme name="默认设计模板 1">
        <a:dk1>
          <a:srgbClr val="264040"/>
        </a:dk1>
        <a:lt1>
          <a:srgbClr val="FFFFFF"/>
        </a:lt1>
        <a:dk2>
          <a:srgbClr val="1D548B"/>
        </a:dk2>
        <a:lt2>
          <a:srgbClr val="DDDDDD"/>
        </a:lt2>
        <a:accent1>
          <a:srgbClr val="1A99C6"/>
        </a:accent1>
        <a:accent2>
          <a:srgbClr val="E6693C"/>
        </a:accent2>
        <a:accent3>
          <a:srgbClr val="FFFFFF"/>
        </a:accent3>
        <a:accent4>
          <a:srgbClr val="1F3535"/>
        </a:accent4>
        <a:accent5>
          <a:srgbClr val="ABCADF"/>
        </a:accent5>
        <a:accent6>
          <a:srgbClr val="D05E35"/>
        </a:accent6>
        <a:hlink>
          <a:srgbClr val="D5A317"/>
        </a:hlink>
        <a:folHlink>
          <a:srgbClr val="14AC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5533C1"/>
        </a:dk2>
        <a:lt2>
          <a:srgbClr val="DDDDDD"/>
        </a:lt2>
        <a:accent1>
          <a:srgbClr val="CBB61D"/>
        </a:accent1>
        <a:accent2>
          <a:srgbClr val="40ACD2"/>
        </a:accent2>
        <a:accent3>
          <a:srgbClr val="FFFFFF"/>
        </a:accent3>
        <a:accent4>
          <a:srgbClr val="000000"/>
        </a:accent4>
        <a:accent5>
          <a:srgbClr val="E2D7AB"/>
        </a:accent5>
        <a:accent6>
          <a:srgbClr val="399BBE"/>
        </a:accent6>
        <a:hlink>
          <a:srgbClr val="DA7D28"/>
        </a:hlink>
        <a:folHlink>
          <a:srgbClr val="8522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143DA2"/>
        </a:dk2>
        <a:lt2>
          <a:srgbClr val="DDDDDD"/>
        </a:lt2>
        <a:accent1>
          <a:srgbClr val="EB592B"/>
        </a:accent1>
        <a:accent2>
          <a:srgbClr val="2EBAAD"/>
        </a:accent2>
        <a:accent3>
          <a:srgbClr val="FFFFFF"/>
        </a:accent3>
        <a:accent4>
          <a:srgbClr val="000000"/>
        </a:accent4>
        <a:accent5>
          <a:srgbClr val="F3B5AC"/>
        </a:accent5>
        <a:accent6>
          <a:srgbClr val="29A89C"/>
        </a:accent6>
        <a:hlink>
          <a:srgbClr val="AED337"/>
        </a:hlink>
        <a:folHlink>
          <a:srgbClr val="5AB7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11_默认设计模板">
  <a:themeElements>
    <a:clrScheme name="默认设计模板 3">
      <a:dk1>
        <a:srgbClr val="000000"/>
      </a:dk1>
      <a:lt1>
        <a:srgbClr val="FFFFFF"/>
      </a:lt1>
      <a:dk2>
        <a:srgbClr val="143DA2"/>
      </a:dk2>
      <a:lt2>
        <a:srgbClr val="DDDDDD"/>
      </a:lt2>
      <a:accent1>
        <a:srgbClr val="EB592B"/>
      </a:accent1>
      <a:accent2>
        <a:srgbClr val="2EBAAD"/>
      </a:accent2>
      <a:accent3>
        <a:srgbClr val="FFFFFF"/>
      </a:accent3>
      <a:accent4>
        <a:srgbClr val="000000"/>
      </a:accent4>
      <a:accent5>
        <a:srgbClr val="F3B5AC"/>
      </a:accent5>
      <a:accent6>
        <a:srgbClr val="29A89C"/>
      </a:accent6>
      <a:hlink>
        <a:srgbClr val="AED337"/>
      </a:hlink>
      <a:folHlink>
        <a:srgbClr val="5AB7EA"/>
      </a:folHlink>
    </a:clrScheme>
    <a:fontScheme name="默认设计模板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sym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sym typeface="Arial" charset="0"/>
          </a:defRPr>
        </a:defPPr>
      </a:lstStyle>
    </a:lnDef>
  </a:objectDefaults>
  <a:extraClrSchemeLst>
    <a:extraClrScheme>
      <a:clrScheme name="默认设计模板 1">
        <a:dk1>
          <a:srgbClr val="264040"/>
        </a:dk1>
        <a:lt1>
          <a:srgbClr val="FFFFFF"/>
        </a:lt1>
        <a:dk2>
          <a:srgbClr val="1D548B"/>
        </a:dk2>
        <a:lt2>
          <a:srgbClr val="DDDDDD"/>
        </a:lt2>
        <a:accent1>
          <a:srgbClr val="1A99C6"/>
        </a:accent1>
        <a:accent2>
          <a:srgbClr val="E6693C"/>
        </a:accent2>
        <a:accent3>
          <a:srgbClr val="FFFFFF"/>
        </a:accent3>
        <a:accent4>
          <a:srgbClr val="1F3535"/>
        </a:accent4>
        <a:accent5>
          <a:srgbClr val="ABCADF"/>
        </a:accent5>
        <a:accent6>
          <a:srgbClr val="D05E35"/>
        </a:accent6>
        <a:hlink>
          <a:srgbClr val="D5A317"/>
        </a:hlink>
        <a:folHlink>
          <a:srgbClr val="14AC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5533C1"/>
        </a:dk2>
        <a:lt2>
          <a:srgbClr val="DDDDDD"/>
        </a:lt2>
        <a:accent1>
          <a:srgbClr val="CBB61D"/>
        </a:accent1>
        <a:accent2>
          <a:srgbClr val="40ACD2"/>
        </a:accent2>
        <a:accent3>
          <a:srgbClr val="FFFFFF"/>
        </a:accent3>
        <a:accent4>
          <a:srgbClr val="000000"/>
        </a:accent4>
        <a:accent5>
          <a:srgbClr val="E2D7AB"/>
        </a:accent5>
        <a:accent6>
          <a:srgbClr val="399BBE"/>
        </a:accent6>
        <a:hlink>
          <a:srgbClr val="DA7D28"/>
        </a:hlink>
        <a:folHlink>
          <a:srgbClr val="8522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143DA2"/>
        </a:dk2>
        <a:lt2>
          <a:srgbClr val="DDDDDD"/>
        </a:lt2>
        <a:accent1>
          <a:srgbClr val="EB592B"/>
        </a:accent1>
        <a:accent2>
          <a:srgbClr val="2EBAAD"/>
        </a:accent2>
        <a:accent3>
          <a:srgbClr val="FFFFFF"/>
        </a:accent3>
        <a:accent4>
          <a:srgbClr val="000000"/>
        </a:accent4>
        <a:accent5>
          <a:srgbClr val="F3B5AC"/>
        </a:accent5>
        <a:accent6>
          <a:srgbClr val="29A89C"/>
        </a:accent6>
        <a:hlink>
          <a:srgbClr val="AED337"/>
        </a:hlink>
        <a:folHlink>
          <a:srgbClr val="5AB7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12_默认设计模板">
  <a:themeElements>
    <a:clrScheme name="默认设计模板 3">
      <a:dk1>
        <a:srgbClr val="000000"/>
      </a:dk1>
      <a:lt1>
        <a:srgbClr val="FFFFFF"/>
      </a:lt1>
      <a:dk2>
        <a:srgbClr val="143DA2"/>
      </a:dk2>
      <a:lt2>
        <a:srgbClr val="DDDDDD"/>
      </a:lt2>
      <a:accent1>
        <a:srgbClr val="EB592B"/>
      </a:accent1>
      <a:accent2>
        <a:srgbClr val="2EBAAD"/>
      </a:accent2>
      <a:accent3>
        <a:srgbClr val="FFFFFF"/>
      </a:accent3>
      <a:accent4>
        <a:srgbClr val="000000"/>
      </a:accent4>
      <a:accent5>
        <a:srgbClr val="F3B5AC"/>
      </a:accent5>
      <a:accent6>
        <a:srgbClr val="29A89C"/>
      </a:accent6>
      <a:hlink>
        <a:srgbClr val="AED337"/>
      </a:hlink>
      <a:folHlink>
        <a:srgbClr val="5AB7EA"/>
      </a:folHlink>
    </a:clrScheme>
    <a:fontScheme name="默认设计模板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sym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sym typeface="Arial" charset="0"/>
          </a:defRPr>
        </a:defPPr>
      </a:lstStyle>
    </a:lnDef>
  </a:objectDefaults>
  <a:extraClrSchemeLst>
    <a:extraClrScheme>
      <a:clrScheme name="默认设计模板 1">
        <a:dk1>
          <a:srgbClr val="264040"/>
        </a:dk1>
        <a:lt1>
          <a:srgbClr val="FFFFFF"/>
        </a:lt1>
        <a:dk2>
          <a:srgbClr val="1D548B"/>
        </a:dk2>
        <a:lt2>
          <a:srgbClr val="DDDDDD"/>
        </a:lt2>
        <a:accent1>
          <a:srgbClr val="1A99C6"/>
        </a:accent1>
        <a:accent2>
          <a:srgbClr val="E6693C"/>
        </a:accent2>
        <a:accent3>
          <a:srgbClr val="FFFFFF"/>
        </a:accent3>
        <a:accent4>
          <a:srgbClr val="1F3535"/>
        </a:accent4>
        <a:accent5>
          <a:srgbClr val="ABCADF"/>
        </a:accent5>
        <a:accent6>
          <a:srgbClr val="D05E35"/>
        </a:accent6>
        <a:hlink>
          <a:srgbClr val="D5A317"/>
        </a:hlink>
        <a:folHlink>
          <a:srgbClr val="14AC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5533C1"/>
        </a:dk2>
        <a:lt2>
          <a:srgbClr val="DDDDDD"/>
        </a:lt2>
        <a:accent1>
          <a:srgbClr val="CBB61D"/>
        </a:accent1>
        <a:accent2>
          <a:srgbClr val="40ACD2"/>
        </a:accent2>
        <a:accent3>
          <a:srgbClr val="FFFFFF"/>
        </a:accent3>
        <a:accent4>
          <a:srgbClr val="000000"/>
        </a:accent4>
        <a:accent5>
          <a:srgbClr val="E2D7AB"/>
        </a:accent5>
        <a:accent6>
          <a:srgbClr val="399BBE"/>
        </a:accent6>
        <a:hlink>
          <a:srgbClr val="DA7D28"/>
        </a:hlink>
        <a:folHlink>
          <a:srgbClr val="8522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143DA2"/>
        </a:dk2>
        <a:lt2>
          <a:srgbClr val="DDDDDD"/>
        </a:lt2>
        <a:accent1>
          <a:srgbClr val="EB592B"/>
        </a:accent1>
        <a:accent2>
          <a:srgbClr val="2EBAAD"/>
        </a:accent2>
        <a:accent3>
          <a:srgbClr val="FFFFFF"/>
        </a:accent3>
        <a:accent4>
          <a:srgbClr val="000000"/>
        </a:accent4>
        <a:accent5>
          <a:srgbClr val="F3B5AC"/>
        </a:accent5>
        <a:accent6>
          <a:srgbClr val="29A89C"/>
        </a:accent6>
        <a:hlink>
          <a:srgbClr val="AED337"/>
        </a:hlink>
        <a:folHlink>
          <a:srgbClr val="5AB7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13_默认设计模板">
  <a:themeElements>
    <a:clrScheme name="默认设计模板 3">
      <a:dk1>
        <a:srgbClr val="000000"/>
      </a:dk1>
      <a:lt1>
        <a:srgbClr val="FFFFFF"/>
      </a:lt1>
      <a:dk2>
        <a:srgbClr val="143DA2"/>
      </a:dk2>
      <a:lt2>
        <a:srgbClr val="DDDDDD"/>
      </a:lt2>
      <a:accent1>
        <a:srgbClr val="EB592B"/>
      </a:accent1>
      <a:accent2>
        <a:srgbClr val="2EBAAD"/>
      </a:accent2>
      <a:accent3>
        <a:srgbClr val="FFFFFF"/>
      </a:accent3>
      <a:accent4>
        <a:srgbClr val="000000"/>
      </a:accent4>
      <a:accent5>
        <a:srgbClr val="F3B5AC"/>
      </a:accent5>
      <a:accent6>
        <a:srgbClr val="29A89C"/>
      </a:accent6>
      <a:hlink>
        <a:srgbClr val="AED337"/>
      </a:hlink>
      <a:folHlink>
        <a:srgbClr val="5AB7EA"/>
      </a:folHlink>
    </a:clrScheme>
    <a:fontScheme name="默认设计模板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sym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sym typeface="Arial" charset="0"/>
          </a:defRPr>
        </a:defPPr>
      </a:lstStyle>
    </a:lnDef>
  </a:objectDefaults>
  <a:extraClrSchemeLst>
    <a:extraClrScheme>
      <a:clrScheme name="默认设计模板 1">
        <a:dk1>
          <a:srgbClr val="264040"/>
        </a:dk1>
        <a:lt1>
          <a:srgbClr val="FFFFFF"/>
        </a:lt1>
        <a:dk2>
          <a:srgbClr val="1D548B"/>
        </a:dk2>
        <a:lt2>
          <a:srgbClr val="DDDDDD"/>
        </a:lt2>
        <a:accent1>
          <a:srgbClr val="1A99C6"/>
        </a:accent1>
        <a:accent2>
          <a:srgbClr val="E6693C"/>
        </a:accent2>
        <a:accent3>
          <a:srgbClr val="FFFFFF"/>
        </a:accent3>
        <a:accent4>
          <a:srgbClr val="1F3535"/>
        </a:accent4>
        <a:accent5>
          <a:srgbClr val="ABCADF"/>
        </a:accent5>
        <a:accent6>
          <a:srgbClr val="D05E35"/>
        </a:accent6>
        <a:hlink>
          <a:srgbClr val="D5A317"/>
        </a:hlink>
        <a:folHlink>
          <a:srgbClr val="14AC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5533C1"/>
        </a:dk2>
        <a:lt2>
          <a:srgbClr val="DDDDDD"/>
        </a:lt2>
        <a:accent1>
          <a:srgbClr val="CBB61D"/>
        </a:accent1>
        <a:accent2>
          <a:srgbClr val="40ACD2"/>
        </a:accent2>
        <a:accent3>
          <a:srgbClr val="FFFFFF"/>
        </a:accent3>
        <a:accent4>
          <a:srgbClr val="000000"/>
        </a:accent4>
        <a:accent5>
          <a:srgbClr val="E2D7AB"/>
        </a:accent5>
        <a:accent6>
          <a:srgbClr val="399BBE"/>
        </a:accent6>
        <a:hlink>
          <a:srgbClr val="DA7D28"/>
        </a:hlink>
        <a:folHlink>
          <a:srgbClr val="8522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143DA2"/>
        </a:dk2>
        <a:lt2>
          <a:srgbClr val="DDDDDD"/>
        </a:lt2>
        <a:accent1>
          <a:srgbClr val="EB592B"/>
        </a:accent1>
        <a:accent2>
          <a:srgbClr val="2EBAAD"/>
        </a:accent2>
        <a:accent3>
          <a:srgbClr val="FFFFFF"/>
        </a:accent3>
        <a:accent4>
          <a:srgbClr val="000000"/>
        </a:accent4>
        <a:accent5>
          <a:srgbClr val="F3B5AC"/>
        </a:accent5>
        <a:accent6>
          <a:srgbClr val="29A89C"/>
        </a:accent6>
        <a:hlink>
          <a:srgbClr val="AED337"/>
        </a:hlink>
        <a:folHlink>
          <a:srgbClr val="5AB7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14_默认设计模板">
  <a:themeElements>
    <a:clrScheme name="默认设计模板 3">
      <a:dk1>
        <a:srgbClr val="000000"/>
      </a:dk1>
      <a:lt1>
        <a:srgbClr val="FFFFFF"/>
      </a:lt1>
      <a:dk2>
        <a:srgbClr val="143DA2"/>
      </a:dk2>
      <a:lt2>
        <a:srgbClr val="DDDDDD"/>
      </a:lt2>
      <a:accent1>
        <a:srgbClr val="EB592B"/>
      </a:accent1>
      <a:accent2>
        <a:srgbClr val="2EBAAD"/>
      </a:accent2>
      <a:accent3>
        <a:srgbClr val="FFFFFF"/>
      </a:accent3>
      <a:accent4>
        <a:srgbClr val="000000"/>
      </a:accent4>
      <a:accent5>
        <a:srgbClr val="F3B5AC"/>
      </a:accent5>
      <a:accent6>
        <a:srgbClr val="29A89C"/>
      </a:accent6>
      <a:hlink>
        <a:srgbClr val="AED337"/>
      </a:hlink>
      <a:folHlink>
        <a:srgbClr val="5AB7EA"/>
      </a:folHlink>
    </a:clrScheme>
    <a:fontScheme name="默认设计模板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sym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sym typeface="Arial" charset="0"/>
          </a:defRPr>
        </a:defPPr>
      </a:lstStyle>
    </a:lnDef>
  </a:objectDefaults>
  <a:extraClrSchemeLst>
    <a:extraClrScheme>
      <a:clrScheme name="默认设计模板 1">
        <a:dk1>
          <a:srgbClr val="264040"/>
        </a:dk1>
        <a:lt1>
          <a:srgbClr val="FFFFFF"/>
        </a:lt1>
        <a:dk2>
          <a:srgbClr val="1D548B"/>
        </a:dk2>
        <a:lt2>
          <a:srgbClr val="DDDDDD"/>
        </a:lt2>
        <a:accent1>
          <a:srgbClr val="1A99C6"/>
        </a:accent1>
        <a:accent2>
          <a:srgbClr val="E6693C"/>
        </a:accent2>
        <a:accent3>
          <a:srgbClr val="FFFFFF"/>
        </a:accent3>
        <a:accent4>
          <a:srgbClr val="1F3535"/>
        </a:accent4>
        <a:accent5>
          <a:srgbClr val="ABCADF"/>
        </a:accent5>
        <a:accent6>
          <a:srgbClr val="D05E35"/>
        </a:accent6>
        <a:hlink>
          <a:srgbClr val="D5A317"/>
        </a:hlink>
        <a:folHlink>
          <a:srgbClr val="14AC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5533C1"/>
        </a:dk2>
        <a:lt2>
          <a:srgbClr val="DDDDDD"/>
        </a:lt2>
        <a:accent1>
          <a:srgbClr val="CBB61D"/>
        </a:accent1>
        <a:accent2>
          <a:srgbClr val="40ACD2"/>
        </a:accent2>
        <a:accent3>
          <a:srgbClr val="FFFFFF"/>
        </a:accent3>
        <a:accent4>
          <a:srgbClr val="000000"/>
        </a:accent4>
        <a:accent5>
          <a:srgbClr val="E2D7AB"/>
        </a:accent5>
        <a:accent6>
          <a:srgbClr val="399BBE"/>
        </a:accent6>
        <a:hlink>
          <a:srgbClr val="DA7D28"/>
        </a:hlink>
        <a:folHlink>
          <a:srgbClr val="8522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143DA2"/>
        </a:dk2>
        <a:lt2>
          <a:srgbClr val="DDDDDD"/>
        </a:lt2>
        <a:accent1>
          <a:srgbClr val="EB592B"/>
        </a:accent1>
        <a:accent2>
          <a:srgbClr val="2EBAAD"/>
        </a:accent2>
        <a:accent3>
          <a:srgbClr val="FFFFFF"/>
        </a:accent3>
        <a:accent4>
          <a:srgbClr val="000000"/>
        </a:accent4>
        <a:accent5>
          <a:srgbClr val="F3B5AC"/>
        </a:accent5>
        <a:accent6>
          <a:srgbClr val="29A89C"/>
        </a:accent6>
        <a:hlink>
          <a:srgbClr val="AED337"/>
        </a:hlink>
        <a:folHlink>
          <a:srgbClr val="5AB7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43DA2"/>
      </a:dk2>
      <a:lt2>
        <a:srgbClr val="DDDDDD"/>
      </a:lt2>
      <a:accent1>
        <a:srgbClr val="EB592B"/>
      </a:accent1>
      <a:accent2>
        <a:srgbClr val="2EBAAD"/>
      </a:accent2>
      <a:accent3>
        <a:srgbClr val="FFFFFF"/>
      </a:accent3>
      <a:accent4>
        <a:srgbClr val="000000"/>
      </a:accent4>
      <a:accent5>
        <a:srgbClr val="F3B5AC"/>
      </a:accent5>
      <a:accent6>
        <a:srgbClr val="29A89C"/>
      </a:accent6>
      <a:hlink>
        <a:srgbClr val="AED337"/>
      </a:hlink>
      <a:folHlink>
        <a:srgbClr val="5AB7E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12188</TotalTime>
  <Words>765</Words>
  <Application>Microsoft Office PowerPoint</Application>
  <DocSecurity>0</DocSecurity>
  <PresentationFormat>自定义</PresentationFormat>
  <Paragraphs>110</Paragraphs>
  <Slides>16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15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16</vt:i4>
      </vt:variant>
    </vt:vector>
  </HeadingPairs>
  <TitlesOfParts>
    <vt:vector size="47" baseType="lpstr">
      <vt:lpstr>等线</vt:lpstr>
      <vt:lpstr>黑体</vt:lpstr>
      <vt:lpstr>华文行楷</vt:lpstr>
      <vt:lpstr>隶书</vt:lpstr>
      <vt:lpstr>宋体</vt:lpstr>
      <vt:lpstr>Arial</vt:lpstr>
      <vt:lpstr>Calibri</vt:lpstr>
      <vt:lpstr>Calibri Light</vt:lpstr>
      <vt:lpstr>Cambria Math</vt:lpstr>
      <vt:lpstr>Times New Roman</vt:lpstr>
      <vt:lpstr>Verdana</vt:lpstr>
      <vt:lpstr>Wingdings</vt:lpstr>
      <vt:lpstr>默认设计模板</vt:lpstr>
      <vt:lpstr>1_默认设计模板</vt:lpstr>
      <vt:lpstr>2_默认设计模板</vt:lpstr>
      <vt:lpstr>3_默认设计模板</vt:lpstr>
      <vt:lpstr>4_默认设计模板</vt:lpstr>
      <vt:lpstr>5_默认设计模板</vt:lpstr>
      <vt:lpstr>6_默认设计模板</vt:lpstr>
      <vt:lpstr>7_默认设计模板</vt:lpstr>
      <vt:lpstr>8_默认设计模板</vt:lpstr>
      <vt:lpstr>9_默认设计模板</vt:lpstr>
      <vt:lpstr>10_默认设计模板</vt:lpstr>
      <vt:lpstr>11_默认设计模板</vt:lpstr>
      <vt:lpstr>12_默认设计模板</vt:lpstr>
      <vt:lpstr>13_默认设计模板</vt:lpstr>
      <vt:lpstr>14_默认设计模板</vt:lpstr>
      <vt:lpstr>Image</vt:lpstr>
      <vt:lpstr>Photo Editor 照片</vt:lpstr>
      <vt:lpstr>公式</vt:lpstr>
      <vt:lpstr>Equation</vt:lpstr>
      <vt:lpstr>PowerPoint 演示文稿</vt:lpstr>
      <vt:lpstr>内    容</vt:lpstr>
      <vt:lpstr>实验目的</vt:lpstr>
      <vt:lpstr>一、概述</vt:lpstr>
      <vt:lpstr>3. 几种常用的电压比较器</vt:lpstr>
      <vt:lpstr>4、集成运放的非线性工作区</vt:lpstr>
      <vt:lpstr>二、单限比较器</vt:lpstr>
      <vt:lpstr>2. 一般单限比较器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注意事项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电子科技大学</dc:title>
  <dc:creator>dell</dc:creator>
  <cp:lastModifiedBy>超然 刘</cp:lastModifiedBy>
  <cp:revision>290</cp:revision>
  <dcterms:created xsi:type="dcterms:W3CDTF">2013-03-14T09:15:38Z</dcterms:created>
  <dcterms:modified xsi:type="dcterms:W3CDTF">2024-10-20T07:27:25Z</dcterms:modified>
</cp:coreProperties>
</file>